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7.xml" ContentType="application/vnd.openxmlformats-officedocument.presentationml.slide+xml"/>
  <Override PartName="/ppt/slides/slide7.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notesSlides/notesSlide2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580"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581"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582"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83"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84"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821B9953-1A37-486B-8534-DC1E88DA0683}"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50000"/>
              </a:lnSpc>
              <a:buNone/>
              <a:tabLst>
                <a:tab algn="l" pos="0"/>
              </a:tabLst>
            </a:pPr>
            <a:r>
              <a:rPr lang="zh-CN" sz="2000" b="0" u="none" strike="noStrike">
                <a:solidFill>
                  <a:srgbClr val="000000"/>
                </a:solidFill>
                <a:effectLst/>
                <a:uFillTx/>
                <a:latin typeface="微软雅黑"/>
                <a:ea typeface="微软雅黑"/>
              </a:rPr>
              <a:t>熟悉这种练习之后，任何一个对象，不论是食品、物品、乃至一个人、一件事，都可以用缘起的思维深入观察。</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仅标题">
    <p:bg>
      <p:bgPr>
        <a:solidFill>
          <a:srgbClr val="fbf4ea"/>
        </a:solidFill>
      </p:bgPr>
    </p:bg>
    <p:spTree>
      <p:nvGrpSpPr>
        <p:cNvPr id="1" name=""/>
        <p:cNvGrpSpPr/>
        <p:nvPr/>
      </p:nvGrpSpPr>
      <p:grpSpPr>
        <a:xfrm>
          <a:off x="0" y="0"/>
          <a:ext cx="0" cy="0"/>
          <a:chOff x="0" y="0"/>
          <a:chExt cx="0" cy="0"/>
        </a:xfrm>
      </p:grpSpPr>
      <p:sp>
        <p:nvSpPr>
          <p:cNvPr id="2"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6" name="PlaceHolder 1"/>
          <p:cNvSpPr>
            <a:spLocks noGrp="1"/>
          </p:cNvSpPr>
          <p:nvPr>
            <p:ph type="title"/>
          </p:nvPr>
        </p:nvSpPr>
        <p:spPr>
          <a:xfrm>
            <a:off x="695880" y="360000"/>
            <a:ext cx="10799280" cy="71928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a:t>
            </a:r>
            <a:r>
              <a:rPr lang="zh-CN" sz="3200" b="1" u="none" strike="noStrike">
                <a:solidFill>
                  <a:schemeClr val="dk1">
                    <a:lumMod val="75000"/>
                    <a:lumOff val="25000"/>
                  </a:schemeClr>
                </a:solidFill>
                <a:effectLst/>
                <a:uFillTx/>
                <a:latin typeface="Arial"/>
                <a:ea typeface="微软雅黑"/>
              </a:rPr>
              <a:t>此处</a:t>
            </a:r>
            <a:r>
              <a:rPr lang="zh-CN" sz="3200" b="1" u="none" strike="noStrike">
                <a:solidFill>
                  <a:schemeClr val="dk1">
                    <a:lumMod val="75000"/>
                    <a:lumOff val="25000"/>
                  </a:schemeClr>
                </a:solidFill>
                <a:effectLst/>
                <a:uFillTx/>
                <a:latin typeface="Arial"/>
                <a:ea typeface="微软雅黑"/>
              </a:rPr>
              <a:t>编辑</a:t>
            </a:r>
            <a:r>
              <a:rPr lang="zh-CN" sz="3200" b="1" u="none" strike="noStrike">
                <a:solidFill>
                  <a:schemeClr val="dk1">
                    <a:lumMod val="75000"/>
                    <a:lumOff val="25000"/>
                  </a:schemeClr>
                </a:solidFill>
                <a:effectLst/>
                <a:uFillTx/>
                <a:latin typeface="Arial"/>
                <a:ea typeface="微软雅黑"/>
              </a:rPr>
              <a:t>母版</a:t>
            </a:r>
            <a:r>
              <a:rPr lang="zh-CN" sz="3200" b="1" u="none" strike="noStrike">
                <a:solidFill>
                  <a:schemeClr val="dk1">
                    <a:lumMod val="75000"/>
                    <a:lumOff val="25000"/>
                  </a:schemeClr>
                </a:solidFill>
                <a:effectLst/>
                <a:uFillTx/>
                <a:latin typeface="Arial"/>
                <a:ea typeface="微软雅黑"/>
              </a:rPr>
              <a:t>标题</a:t>
            </a:r>
            <a:r>
              <a:rPr lang="zh-CN" sz="3200" b="1" u="none" strike="noStrike">
                <a:solidFill>
                  <a:schemeClr val="dk1">
                    <a:lumMod val="75000"/>
                    <a:lumOff val="25000"/>
                  </a:schemeClr>
                </a:solidFill>
                <a:effectLst/>
                <a:uFillTx/>
                <a:latin typeface="Arial"/>
                <a:ea typeface="微软雅黑"/>
              </a:rPr>
              <a:t>样式</a:t>
            </a:r>
            <a:endParaRPr lang="en-US" sz="3200" b="0" u="none" strike="noStrike">
              <a:solidFill>
                <a:srgbClr val="000000"/>
              </a:solidFill>
              <a:effectLst/>
              <a:uFillTx/>
              <a:latin typeface="Arial"/>
            </a:endParaRPr>
          </a:p>
        </p:txBody>
      </p:sp>
      <p:sp>
        <p:nvSpPr>
          <p:cNvPr id="37" name="PlaceHolder 2"/>
          <p:cNvSpPr>
            <a:spLocks noGrp="1"/>
          </p:cNvSpPr>
          <p:nvPr>
            <p:ph type="dt" idx="1"/>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8" name="PlaceHolder 3"/>
          <p:cNvSpPr>
            <a:spLocks noGrp="1"/>
          </p:cNvSpPr>
          <p:nvPr>
            <p:ph type="ftr" idx="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9" name="PlaceHolder 4"/>
          <p:cNvSpPr>
            <a:spLocks noGrp="1"/>
          </p:cNvSpPr>
          <p:nvPr>
            <p:ph type="sldNum" idx="3"/>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40"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空白">
    <p:bg>
      <p:bgPr>
        <a:solidFill>
          <a:srgbClr val="fbf4ea"/>
        </a:solidFill>
      </p:bgPr>
    </p:bg>
    <p:spTree>
      <p:nvGrpSpPr>
        <p:cNvPr id="1" name=""/>
        <p:cNvGrpSpPr/>
        <p:nvPr/>
      </p:nvGrpSpPr>
      <p:grpSpPr>
        <a:xfrm>
          <a:off x="0" y="0"/>
          <a:ext cx="0" cy="0"/>
          <a:chOff x="0" y="0"/>
          <a:chExt cx="0" cy="0"/>
        </a:xfrm>
      </p:grpSpPr>
      <p:sp>
        <p:nvSpPr>
          <p:cNvPr id="41"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8"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9"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0"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1"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2"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3"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4"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5"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6"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7"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8"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69"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0"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1"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2"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3"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74"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75" name="PlaceHolder 1"/>
          <p:cNvSpPr>
            <a:spLocks noGrp="1"/>
          </p:cNvSpPr>
          <p:nvPr>
            <p:ph type="dt" idx="4"/>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6" name="PlaceHolder 2"/>
          <p:cNvSpPr>
            <a:spLocks noGrp="1"/>
          </p:cNvSpPr>
          <p:nvPr>
            <p:ph type="ftr" idx="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7" name="PlaceHolder 3"/>
          <p:cNvSpPr>
            <a:spLocks noGrp="1"/>
          </p:cNvSpPr>
          <p:nvPr>
            <p:ph type="sldNum" idx="6"/>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78" name="PlaceHolder 4"/>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79"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仅内容">
    <p:bg>
      <p:bgPr>
        <a:solidFill>
          <a:srgbClr val="fbf4ea"/>
        </a:solidFill>
      </p:bgPr>
    </p:bg>
    <p:spTree>
      <p:nvGrpSpPr>
        <p:cNvPr id="1" name=""/>
        <p:cNvGrpSpPr/>
        <p:nvPr/>
      </p:nvGrpSpPr>
      <p:grpSpPr>
        <a:xfrm>
          <a:off x="0" y="0"/>
          <a:ext cx="0" cy="0"/>
          <a:chOff x="0" y="0"/>
          <a:chExt cx="0" cy="0"/>
        </a:xfrm>
      </p:grpSpPr>
      <p:sp>
        <p:nvSpPr>
          <p:cNvPr id="80"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1"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2"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3"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4"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5"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6"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7"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8"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89"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0"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1"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2"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3"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4"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5"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6"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7"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8"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99"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0"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1"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2"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3"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4"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5"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6"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7"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8"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09"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0"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1"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2"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3"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14" name="PlaceHolder 1"/>
          <p:cNvSpPr>
            <a:spLocks noGrp="1"/>
          </p:cNvSpPr>
          <p:nvPr>
            <p:ph type="body"/>
          </p:nvPr>
        </p:nvSpPr>
        <p:spPr>
          <a:xfrm>
            <a:off x="695880" y="360000"/>
            <a:ext cx="10801440" cy="581724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115" name="PlaceHolder 2"/>
          <p:cNvSpPr>
            <a:spLocks noGrp="1"/>
          </p:cNvSpPr>
          <p:nvPr>
            <p:ph type="dt" idx="7"/>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16" name="PlaceHolder 3"/>
          <p:cNvSpPr>
            <a:spLocks noGrp="1"/>
          </p:cNvSpPr>
          <p:nvPr>
            <p:ph type="ftr" idx="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7" name="PlaceHolder 4"/>
          <p:cNvSpPr>
            <a:spLocks noGrp="1"/>
          </p:cNvSpPr>
          <p:nvPr>
            <p:ph type="sldNum" idx="9"/>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幻灯片">
    <p:bg>
      <p:bgPr>
        <a:solidFill>
          <a:srgbClr val="fbf4ea"/>
        </a:solidFill>
      </p:bgPr>
    </p:bg>
    <p:spTree>
      <p:nvGrpSpPr>
        <p:cNvPr id="1" name=""/>
        <p:cNvGrpSpPr/>
        <p:nvPr/>
      </p:nvGrpSpPr>
      <p:grpSpPr>
        <a:xfrm>
          <a:off x="0" y="0"/>
          <a:ext cx="0" cy="0"/>
          <a:chOff x="0" y="0"/>
          <a:chExt cx="0" cy="0"/>
        </a:xfrm>
      </p:grpSpPr>
      <p:sp>
        <p:nvSpPr>
          <p:cNvPr id="118" name="任意多边形: 形状 80" hidden="1"/>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19" name="任意多边形: 形状 4" hidden="1"/>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0" name="任意多边形: 形状 5" hidden="1"/>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1" name="任意多边形: 形状 6" hidden="1"/>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2" name="任意多边形: 形状 127" hidden="1"/>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3" name="任意多边形: 形状 124" hidden="1"/>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4" name="任意多边形: 形状 9" hidden="1"/>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5" name="任意多边形: 形状 16" hidden="1"/>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6" name="任意多边形: 形状 17" hidden="1"/>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7" name="任意多边形: 形状 18" hidden="1"/>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8" name="任意多边形: 形状 133" hidden="1"/>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29" name="任意多边形: 形状 130" hidden="1"/>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0" name="任意多边形: 形状 121" hidden="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1" name="任意多边形: 形状 118" hidden="1"/>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2" name="任意多边形: 形状 115" hidden="1"/>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3" name="任意多边形: 形状 112" hidden="1"/>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4" name="任意多边形: 形状 109" hidden="1"/>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5" name="任意多边形: 形状 106" hidden="1"/>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6" name="任意多边形: 形状 100" hidden="1"/>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7" name="任意多边形: 形状 103" hidden="1"/>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8" name="任意多边形: 形状 94" hidden="1"/>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39" name="任意多边形: 形状 97" hidden="1"/>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0" name="任意多边形: 形状 91" hidden="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1" name="任意多边形: 形状 83" hidden="1"/>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2" name="任意多边形: 形状 74" hidden="1"/>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3" name="任意多边形: 形状 77" hidden="1"/>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4" name="任意多边形: 形状 47" hidden="1"/>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5" name="任意多边形: 形状 53" hidden="1"/>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6" name="任意多边形: 形状 50" hidden="1"/>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7" name="任意多边形: 形状 65" hidden="1"/>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8" name="任意多边形: 形状 59" hidden="1"/>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49" name="任意多边形: 形状 68" hidden="1"/>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0" name="任意多边形: 形状 71" hidden="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1"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52" name="矩形 13"/>
          <p:cNvSpPr/>
          <p:nvPr/>
        </p:nvSpPr>
        <p:spPr>
          <a:xfrm>
            <a:off x="-720" y="0"/>
            <a:ext cx="12192480" cy="6857280"/>
          </a:xfrm>
          <a:prstGeom prst="rect">
            <a:avLst/>
          </a:prstGeom>
          <a:solidFill>
            <a:schemeClr val="dk2"/>
          </a:solidFill>
          <a:ln>
            <a:noFill/>
          </a:ln>
        </p:spPr>
        <p:style>
          <a:lnRef idx="2">
            <a:schemeClr val="accent1">
              <a:shade val="15000"/>
            </a:schemeClr>
          </a:lnRef>
          <a:fillRef idx="1">
            <a:schemeClr val="accent1"/>
          </a:fillRef>
          <a:effectRef idx="0">
            <a:schemeClr val="accent1"/>
          </a:effectRef>
          <a:fontRef idx="minor"/>
        </p:style>
        <p:txBody>
          <a:bodyPr numCol="1" spcCol="0" horzOverflow="overflow"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153" name="PlaceHolder 1"/>
          <p:cNvSpPr>
            <a:spLocks noGrp="1"/>
          </p:cNvSpPr>
          <p:nvPr>
            <p:ph type="title"/>
          </p:nvPr>
        </p:nvSpPr>
        <p:spPr>
          <a:xfrm>
            <a:off x="866880" y="1656000"/>
            <a:ext cx="5050800" cy="1799280"/>
          </a:xfrm>
          <a:prstGeom prst="rect">
            <a:avLst/>
          </a:prstGeom>
          <a:noFill/>
          <a:ln w="0">
            <a:noFill/>
          </a:ln>
        </p:spPr>
        <p:txBody>
          <a:bodyPr lIns="0" rIns="0" tIns="0" bIns="0" anchor="b">
            <a:normAutofit/>
          </a:bodyPr>
          <a:p>
            <a:pPr indent="0" defTabSz="914400">
              <a:lnSpc>
                <a:spcPct val="100000"/>
              </a:lnSpc>
              <a:buNone/>
              <a:tabLst>
                <a:tab algn="l" pos="0"/>
              </a:tabLst>
            </a:pPr>
            <a:r>
              <a:rPr lang="zh-CN" sz="5800" b="1" u="none" strike="noStrike">
                <a:solidFill>
                  <a:schemeClr val="dk1"/>
                </a:solidFill>
                <a:effectLst/>
                <a:uFillTx/>
                <a:latin typeface="Arial"/>
                <a:ea typeface="微软雅黑"/>
              </a:rPr>
              <a:t>单击此处编辑母版标题</a:t>
            </a:r>
            <a:endParaRPr lang="en-US" sz="5800" b="0" u="none" strike="noStrike">
              <a:solidFill>
                <a:srgbClr val="000000"/>
              </a:solidFill>
              <a:effectLst/>
              <a:uFillTx/>
              <a:latin typeface="Arial"/>
            </a:endParaRPr>
          </a:p>
        </p:txBody>
      </p:sp>
      <p:sp>
        <p:nvSpPr>
          <p:cNvPr id="154" name="PlaceHolder 2"/>
          <p:cNvSpPr>
            <a:spLocks noGrp="1"/>
          </p:cNvSpPr>
          <p:nvPr>
            <p:ph type="dt" idx="10"/>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5" name="PlaceHolder 3"/>
          <p:cNvSpPr>
            <a:spLocks noGrp="1"/>
          </p:cNvSpPr>
          <p:nvPr>
            <p:ph type="ftr" idx="11"/>
          </p:nvPr>
        </p:nvSpPr>
        <p:spPr>
          <a:xfrm>
            <a:off x="4038480" y="6356520"/>
            <a:ext cx="4114080" cy="364320"/>
          </a:xfrm>
          <a:prstGeom prst="rect">
            <a:avLst/>
          </a:prstGeom>
          <a:noFill/>
          <a:ln w="0">
            <a:noFill/>
          </a:ln>
        </p:spPr>
        <p:txBody>
          <a:bodyPr lIns="91440" rIns="91440" tIns="45720" bIns="45720" anchor="ctr">
            <a:norm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56" name="PlaceHolder 4"/>
          <p:cNvSpPr>
            <a:spLocks noGrp="1"/>
          </p:cNvSpPr>
          <p:nvPr>
            <p:ph type="sldNum" idx="12"/>
          </p:nvPr>
        </p:nvSpPr>
        <p:spPr>
          <a:xfrm>
            <a:off x="861048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157" name="PlaceHolder 5"/>
          <p:cNvSpPr>
            <a:spLocks noGrp="1"/>
          </p:cNvSpPr>
          <p:nvPr>
            <p:ph type="body"/>
          </p:nvPr>
        </p:nvSpPr>
        <p:spPr>
          <a:xfrm>
            <a:off x="866880" y="5162760"/>
            <a:ext cx="2879280" cy="503280"/>
          </a:xfrm>
          <a:prstGeom prst="rect">
            <a:avLst/>
          </a:prstGeom>
          <a:noFill/>
          <a:ln w="0">
            <a:noFill/>
          </a:ln>
        </p:spPr>
        <p:txBody>
          <a:bodyPr lIns="0" rIns="0" tIns="0" bIns="0" anchor="ctr">
            <a:normAutofit/>
          </a:bodyPr>
          <a:p>
            <a:pPr indent="0" defTabSz="914400">
              <a:lnSpc>
                <a:spcPct val="100000"/>
              </a:lnSpc>
              <a:spcBef>
                <a:spcPts val="1001"/>
              </a:spcBef>
              <a:buNone/>
              <a:tabLst>
                <a:tab algn="l" pos="0"/>
              </a:tabLst>
            </a:pPr>
            <a:r>
              <a:rPr lang="zh-CN" sz="2000" b="1" u="none" strike="noStrike">
                <a:solidFill>
                  <a:schemeClr val="dk1">
                    <a:lumMod val="75000"/>
                    <a:lumOff val="25000"/>
                  </a:schemeClr>
                </a:solidFill>
                <a:effectLst/>
                <a:uFillTx/>
                <a:latin typeface="Arial"/>
                <a:ea typeface="微软雅黑"/>
              </a:rPr>
              <a:t>署名</a:t>
            </a:r>
            <a:endParaRPr lang="en-US" sz="2000" b="0" u="none" strike="noStrike">
              <a:solidFill>
                <a:srgbClr val="000000"/>
              </a:solidFill>
              <a:effectLst/>
              <a:uFillTx/>
              <a:latin typeface="Arial"/>
            </a:endParaRPr>
          </a:p>
        </p:txBody>
      </p:sp>
      <p:sp>
        <p:nvSpPr>
          <p:cNvPr id="158" name="任意多边形: 形状 15"/>
          <p:cNvSpPr/>
          <p:nvPr/>
        </p:nvSpPr>
        <p:spPr>
          <a:xfrm>
            <a:off x="9705960" y="3622680"/>
            <a:ext cx="1956240" cy="2041920"/>
          </a:xfrm>
          <a:custGeom>
            <a:avLst/>
            <a:gdLst>
              <a:gd name="textAreaLeft" fmla="*/ 0 w 1956240"/>
              <a:gd name="textAreaRight" fmla="*/ 1956960 w 1956240"/>
              <a:gd name="textAreaTop" fmla="*/ 0 h 2041920"/>
              <a:gd name="textAreaBottom" fmla="*/ 2042640 h 204192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59" name="任意多边形: 形状 16"/>
          <p:cNvSpPr/>
          <p:nvPr/>
        </p:nvSpPr>
        <p:spPr>
          <a:xfrm>
            <a:off x="10867320" y="4784040"/>
            <a:ext cx="362520" cy="380880"/>
          </a:xfrm>
          <a:custGeom>
            <a:avLst/>
            <a:gdLst>
              <a:gd name="textAreaLeft" fmla="*/ 0 w 362520"/>
              <a:gd name="textAreaRight" fmla="*/ 363240 w 362520"/>
              <a:gd name="textAreaTop" fmla="*/ 0 h 380880"/>
              <a:gd name="textAreaBottom" fmla="*/ 381600 h 38088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0" name="任意多边形: 形状 18"/>
          <p:cNvSpPr/>
          <p:nvPr/>
        </p:nvSpPr>
        <p:spPr>
          <a:xfrm>
            <a:off x="7289640" y="1363320"/>
            <a:ext cx="1207080" cy="1282680"/>
          </a:xfrm>
          <a:custGeom>
            <a:avLst/>
            <a:gdLst>
              <a:gd name="textAreaLeft" fmla="*/ 0 w 1207080"/>
              <a:gd name="textAreaRight" fmla="*/ 1207800 w 1207080"/>
              <a:gd name="textAreaTop" fmla="*/ 0 h 1282680"/>
              <a:gd name="textAreaBottom" fmla="*/ 1283400 h 12826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1" name="任意多边形: 形状 20"/>
          <p:cNvSpPr/>
          <p:nvPr/>
        </p:nvSpPr>
        <p:spPr>
          <a:xfrm>
            <a:off x="7419960" y="1380600"/>
            <a:ext cx="2944440" cy="3138120"/>
          </a:xfrm>
          <a:custGeom>
            <a:avLst/>
            <a:gdLst>
              <a:gd name="textAreaLeft" fmla="*/ 0 w 2944440"/>
              <a:gd name="textAreaRight" fmla="*/ 2945160 w 2944440"/>
              <a:gd name="textAreaTop" fmla="*/ 0 h 3138120"/>
              <a:gd name="textAreaBottom" fmla="*/ 3138840 h 31381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2" name="任意多边形: 形状 21"/>
          <p:cNvSpPr/>
          <p:nvPr/>
        </p:nvSpPr>
        <p:spPr>
          <a:xfrm>
            <a:off x="7543080" y="1490400"/>
            <a:ext cx="3029400" cy="3227760"/>
          </a:xfrm>
          <a:custGeom>
            <a:avLst/>
            <a:gdLst>
              <a:gd name="textAreaLeft" fmla="*/ 0 w 3029400"/>
              <a:gd name="textAreaRight" fmla="*/ 3030120 w 3029400"/>
              <a:gd name="textAreaTop" fmla="*/ 0 h 3227760"/>
              <a:gd name="textAreaBottom" fmla="*/ 3228480 h 3227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3" name="任意多边形: 形状 22"/>
          <p:cNvSpPr/>
          <p:nvPr/>
        </p:nvSpPr>
        <p:spPr>
          <a:xfrm>
            <a:off x="7954560" y="1873800"/>
            <a:ext cx="3098880" cy="3299400"/>
          </a:xfrm>
          <a:custGeom>
            <a:avLst/>
            <a:gdLst>
              <a:gd name="textAreaLeft" fmla="*/ 0 w 3098880"/>
              <a:gd name="textAreaRight" fmla="*/ 3099600 w 3098880"/>
              <a:gd name="textAreaTop" fmla="*/ 0 h 3299400"/>
              <a:gd name="textAreaBottom" fmla="*/ 3300120 h 329940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4" name="任意多边形: 形状 24"/>
          <p:cNvSpPr/>
          <p:nvPr/>
        </p:nvSpPr>
        <p:spPr>
          <a:xfrm>
            <a:off x="8088120" y="2004840"/>
            <a:ext cx="3082680" cy="3274560"/>
          </a:xfrm>
          <a:custGeom>
            <a:avLst/>
            <a:gdLst>
              <a:gd name="textAreaLeft" fmla="*/ 0 w 3082680"/>
              <a:gd name="textAreaRight" fmla="*/ 3083400 w 3082680"/>
              <a:gd name="textAreaTop" fmla="*/ 0 h 3274560"/>
              <a:gd name="textAreaBottom" fmla="*/ 3275280 h 327456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5" name="任意多边形: 形状 25"/>
          <p:cNvSpPr/>
          <p:nvPr/>
        </p:nvSpPr>
        <p:spPr>
          <a:xfrm>
            <a:off x="7157160" y="1172880"/>
            <a:ext cx="2334960" cy="2491200"/>
          </a:xfrm>
          <a:custGeom>
            <a:avLst/>
            <a:gdLst>
              <a:gd name="textAreaLeft" fmla="*/ 0 w 2334960"/>
              <a:gd name="textAreaRight" fmla="*/ 2335680 w 2334960"/>
              <a:gd name="textAreaTop" fmla="*/ 0 h 2491200"/>
              <a:gd name="textAreaBottom" fmla="*/ 2491920 h 249120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6" name="任意多边形: 形状 26"/>
          <p:cNvSpPr/>
          <p:nvPr/>
        </p:nvSpPr>
        <p:spPr>
          <a:xfrm>
            <a:off x="7157160" y="1203840"/>
            <a:ext cx="1868040" cy="2000160"/>
          </a:xfrm>
          <a:custGeom>
            <a:avLst/>
            <a:gdLst>
              <a:gd name="textAreaLeft" fmla="*/ 0 w 1868040"/>
              <a:gd name="textAreaRight" fmla="*/ 1868760 w 1868040"/>
              <a:gd name="textAreaTop" fmla="*/ 0 h 2000160"/>
              <a:gd name="textAreaBottom" fmla="*/ 2000880 h 200016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7" name="任意多边形: 形状 27"/>
          <p:cNvSpPr/>
          <p:nvPr/>
        </p:nvSpPr>
        <p:spPr>
          <a:xfrm>
            <a:off x="7216200" y="1208520"/>
            <a:ext cx="2612160" cy="2780640"/>
          </a:xfrm>
          <a:custGeom>
            <a:avLst/>
            <a:gdLst>
              <a:gd name="textAreaLeft" fmla="*/ 0 w 2612160"/>
              <a:gd name="textAreaRight" fmla="*/ 2612880 w 2612160"/>
              <a:gd name="textAreaTop" fmla="*/ 0 h 2780640"/>
              <a:gd name="textAreaBottom" fmla="*/ 2781360 h 278064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8" name="任意多边形: 形状 28"/>
          <p:cNvSpPr/>
          <p:nvPr/>
        </p:nvSpPr>
        <p:spPr>
          <a:xfrm>
            <a:off x="7309440" y="1284480"/>
            <a:ext cx="2814840" cy="2995920"/>
          </a:xfrm>
          <a:custGeom>
            <a:avLst/>
            <a:gdLst>
              <a:gd name="textAreaLeft" fmla="*/ 0 w 2814840"/>
              <a:gd name="textAreaRight" fmla="*/ 2815560 w 2814840"/>
              <a:gd name="textAreaTop" fmla="*/ 0 h 2995920"/>
              <a:gd name="textAreaBottom" fmla="*/ 2996640 h 2995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69" name="任意多边形: 形状 29"/>
          <p:cNvSpPr/>
          <p:nvPr/>
        </p:nvSpPr>
        <p:spPr>
          <a:xfrm>
            <a:off x="7668720" y="1605960"/>
            <a:ext cx="3077640" cy="3279600"/>
          </a:xfrm>
          <a:custGeom>
            <a:avLst/>
            <a:gdLst>
              <a:gd name="textAreaLeft" fmla="*/ 0 w 3077640"/>
              <a:gd name="textAreaRight" fmla="*/ 3078360 w 3077640"/>
              <a:gd name="textAreaTop" fmla="*/ 0 h 3279600"/>
              <a:gd name="textAreaBottom" fmla="*/ 3280320 h 327960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0" name="任意多边形: 形状 30"/>
          <p:cNvSpPr/>
          <p:nvPr/>
        </p:nvSpPr>
        <p:spPr>
          <a:xfrm>
            <a:off x="7803000" y="1729800"/>
            <a:ext cx="3099240" cy="3303360"/>
          </a:xfrm>
          <a:custGeom>
            <a:avLst/>
            <a:gdLst>
              <a:gd name="textAreaLeft" fmla="*/ 0 w 3099240"/>
              <a:gd name="textAreaRight" fmla="*/ 3099960 w 3099240"/>
              <a:gd name="textAreaTop" fmla="*/ 0 h 3303360"/>
              <a:gd name="textAreaBottom" fmla="*/ 3304080 h 330336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1" name="任意多边形: 形状 31"/>
          <p:cNvSpPr/>
          <p:nvPr/>
        </p:nvSpPr>
        <p:spPr>
          <a:xfrm>
            <a:off x="8226360" y="2143080"/>
            <a:ext cx="3049920" cy="3232080"/>
          </a:xfrm>
          <a:custGeom>
            <a:avLst/>
            <a:gdLst>
              <a:gd name="textAreaLeft" fmla="*/ 0 w 3049920"/>
              <a:gd name="textAreaRight" fmla="*/ 3050640 w 3049920"/>
              <a:gd name="textAreaTop" fmla="*/ 0 h 3232080"/>
              <a:gd name="textAreaBottom" fmla="*/ 3232800 h 323208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2" name="任意多边形: 形状 32"/>
          <p:cNvSpPr/>
          <p:nvPr/>
        </p:nvSpPr>
        <p:spPr>
          <a:xfrm>
            <a:off x="8365320" y="2282040"/>
            <a:ext cx="3002760" cy="3178080"/>
          </a:xfrm>
          <a:custGeom>
            <a:avLst/>
            <a:gdLst>
              <a:gd name="textAreaLeft" fmla="*/ 0 w 3002760"/>
              <a:gd name="textAreaRight" fmla="*/ 3003480 w 3002760"/>
              <a:gd name="textAreaTop" fmla="*/ 0 h 3178080"/>
              <a:gd name="textAreaBottom" fmla="*/ 3178800 h 317808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3" name="任意多边形: 形状 33"/>
          <p:cNvSpPr/>
          <p:nvPr/>
        </p:nvSpPr>
        <p:spPr>
          <a:xfrm>
            <a:off x="8503920" y="2420640"/>
            <a:ext cx="2941200" cy="3110760"/>
          </a:xfrm>
          <a:custGeom>
            <a:avLst/>
            <a:gdLst>
              <a:gd name="textAreaLeft" fmla="*/ 0 w 2941200"/>
              <a:gd name="textAreaRight" fmla="*/ 2941920 w 2941200"/>
              <a:gd name="textAreaTop" fmla="*/ 0 h 3110760"/>
              <a:gd name="textAreaBottom" fmla="*/ 3111480 h 311076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4" name="任意多边形: 形状 34"/>
          <p:cNvSpPr/>
          <p:nvPr/>
        </p:nvSpPr>
        <p:spPr>
          <a:xfrm>
            <a:off x="8629560" y="2546280"/>
            <a:ext cx="2879640" cy="3034080"/>
          </a:xfrm>
          <a:custGeom>
            <a:avLst/>
            <a:gdLst>
              <a:gd name="textAreaLeft" fmla="*/ 0 w 2879640"/>
              <a:gd name="textAreaRight" fmla="*/ 2880360 w 2879640"/>
              <a:gd name="textAreaTop" fmla="*/ 0 h 3034080"/>
              <a:gd name="textAreaBottom" fmla="*/ 3034800 h 303408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5" name="任意多边形: 形状 35"/>
          <p:cNvSpPr/>
          <p:nvPr/>
        </p:nvSpPr>
        <p:spPr>
          <a:xfrm>
            <a:off x="8773920" y="2690640"/>
            <a:ext cx="2792160" cy="2937600"/>
          </a:xfrm>
          <a:custGeom>
            <a:avLst/>
            <a:gdLst>
              <a:gd name="textAreaLeft" fmla="*/ 0 w 2792160"/>
              <a:gd name="textAreaRight" fmla="*/ 2792880 w 2792160"/>
              <a:gd name="textAreaTop" fmla="*/ 0 h 2937600"/>
              <a:gd name="textAreaBottom" fmla="*/ 2938320 h 293760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6" name="任意多边形: 形状 36"/>
          <p:cNvSpPr/>
          <p:nvPr/>
        </p:nvSpPr>
        <p:spPr>
          <a:xfrm>
            <a:off x="8903160" y="2819880"/>
            <a:ext cx="2701080" cy="2842200"/>
          </a:xfrm>
          <a:custGeom>
            <a:avLst/>
            <a:gdLst>
              <a:gd name="textAreaLeft" fmla="*/ 0 w 2701080"/>
              <a:gd name="textAreaRight" fmla="*/ 2701800 w 2701080"/>
              <a:gd name="textAreaTop" fmla="*/ 0 h 2842200"/>
              <a:gd name="textAreaBottom" fmla="*/ 2842920 h 284220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7" name="任意多边形: 形状 37"/>
          <p:cNvSpPr/>
          <p:nvPr/>
        </p:nvSpPr>
        <p:spPr>
          <a:xfrm>
            <a:off x="9024120" y="2940840"/>
            <a:ext cx="2612880" cy="2741040"/>
          </a:xfrm>
          <a:custGeom>
            <a:avLst/>
            <a:gdLst>
              <a:gd name="textAreaLeft" fmla="*/ 0 w 2612880"/>
              <a:gd name="textAreaRight" fmla="*/ 2613600 w 2612880"/>
              <a:gd name="textAreaTop" fmla="*/ 0 h 2741040"/>
              <a:gd name="textAreaBottom" fmla="*/ 2741760 h 274104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8" name="任意多边形: 形状 38"/>
          <p:cNvSpPr/>
          <p:nvPr/>
        </p:nvSpPr>
        <p:spPr>
          <a:xfrm>
            <a:off x="9150840" y="3067560"/>
            <a:ext cx="2507040" cy="2628360"/>
          </a:xfrm>
          <a:custGeom>
            <a:avLst/>
            <a:gdLst>
              <a:gd name="textAreaLeft" fmla="*/ 0 w 2507040"/>
              <a:gd name="textAreaRight" fmla="*/ 2507760 w 2507040"/>
              <a:gd name="textAreaTop" fmla="*/ 0 h 2628360"/>
              <a:gd name="textAreaBottom" fmla="*/ 2629080 h 262836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79" name="任意多边形: 形状 39"/>
          <p:cNvSpPr/>
          <p:nvPr/>
        </p:nvSpPr>
        <p:spPr>
          <a:xfrm>
            <a:off x="9265320" y="3182040"/>
            <a:ext cx="2406600" cy="2520360"/>
          </a:xfrm>
          <a:custGeom>
            <a:avLst/>
            <a:gdLst>
              <a:gd name="textAreaLeft" fmla="*/ 0 w 2406600"/>
              <a:gd name="textAreaRight" fmla="*/ 2407320 w 2406600"/>
              <a:gd name="textAreaTop" fmla="*/ 0 h 2520360"/>
              <a:gd name="textAreaBottom" fmla="*/ 2521080 h 252036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0" name="任意多边形: 形状 40"/>
          <p:cNvSpPr/>
          <p:nvPr/>
        </p:nvSpPr>
        <p:spPr>
          <a:xfrm>
            <a:off x="9371160" y="3287880"/>
            <a:ext cx="2305440" cy="2413080"/>
          </a:xfrm>
          <a:custGeom>
            <a:avLst/>
            <a:gdLst>
              <a:gd name="textAreaLeft" fmla="*/ 0 w 2305440"/>
              <a:gd name="textAreaRight" fmla="*/ 2306160 w 2305440"/>
              <a:gd name="textAreaTop" fmla="*/ 0 h 2413080"/>
              <a:gd name="textAreaBottom" fmla="*/ 2413800 h 241308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1" name="任意多边形: 形状 41"/>
          <p:cNvSpPr/>
          <p:nvPr/>
        </p:nvSpPr>
        <p:spPr>
          <a:xfrm>
            <a:off x="9479160" y="3395880"/>
            <a:ext cx="2199600" cy="2299320"/>
          </a:xfrm>
          <a:custGeom>
            <a:avLst/>
            <a:gdLst>
              <a:gd name="textAreaLeft" fmla="*/ 0 w 2199600"/>
              <a:gd name="textAreaRight" fmla="*/ 2200320 w 2199600"/>
              <a:gd name="textAreaTop" fmla="*/ 0 h 2299320"/>
              <a:gd name="textAreaBottom" fmla="*/ 2300040 h 229932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2" name="任意多边形: 形状 42"/>
          <p:cNvSpPr/>
          <p:nvPr/>
        </p:nvSpPr>
        <p:spPr>
          <a:xfrm>
            <a:off x="9596160" y="3512880"/>
            <a:ext cx="2076480" cy="2169000"/>
          </a:xfrm>
          <a:custGeom>
            <a:avLst/>
            <a:gdLst>
              <a:gd name="textAreaLeft" fmla="*/ 0 w 2076480"/>
              <a:gd name="textAreaRight" fmla="*/ 2077200 w 2076480"/>
              <a:gd name="textAreaTop" fmla="*/ 0 h 2169000"/>
              <a:gd name="textAreaBottom" fmla="*/ 2169720 h 216900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3" name="任意多边形: 形状 43"/>
          <p:cNvSpPr/>
          <p:nvPr/>
        </p:nvSpPr>
        <p:spPr>
          <a:xfrm>
            <a:off x="9813960" y="3730680"/>
            <a:ext cx="1832040" cy="1910520"/>
          </a:xfrm>
          <a:custGeom>
            <a:avLst/>
            <a:gdLst>
              <a:gd name="textAreaLeft" fmla="*/ 0 w 1832040"/>
              <a:gd name="textAreaRight" fmla="*/ 1832760 w 1832040"/>
              <a:gd name="textAreaTop" fmla="*/ 0 h 1910520"/>
              <a:gd name="textAreaBottom" fmla="*/ 1911240 h 191052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4" name="任意多边形: 形状 44"/>
          <p:cNvSpPr/>
          <p:nvPr/>
        </p:nvSpPr>
        <p:spPr>
          <a:xfrm>
            <a:off x="9918720" y="3835440"/>
            <a:ext cx="1708560" cy="1779840"/>
          </a:xfrm>
          <a:custGeom>
            <a:avLst/>
            <a:gdLst>
              <a:gd name="textAreaLeft" fmla="*/ 0 w 1708560"/>
              <a:gd name="textAreaRight" fmla="*/ 1709280 w 1708560"/>
              <a:gd name="textAreaTop" fmla="*/ 0 h 1779840"/>
              <a:gd name="textAreaBottom" fmla="*/ 1780560 h 177984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5" name="任意多边形: 形状 45"/>
          <p:cNvSpPr/>
          <p:nvPr/>
        </p:nvSpPr>
        <p:spPr>
          <a:xfrm>
            <a:off x="10654200" y="4570560"/>
            <a:ext cx="699120" cy="729360"/>
          </a:xfrm>
          <a:custGeom>
            <a:avLst/>
            <a:gdLst>
              <a:gd name="textAreaLeft" fmla="*/ 0 w 699120"/>
              <a:gd name="textAreaRight" fmla="*/ 699840 w 699120"/>
              <a:gd name="textAreaTop" fmla="*/ 0 h 729360"/>
              <a:gd name="textAreaBottom" fmla="*/ 730080 h 72936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6" name="任意多边形: 形状 46"/>
          <p:cNvSpPr/>
          <p:nvPr/>
        </p:nvSpPr>
        <p:spPr>
          <a:xfrm>
            <a:off x="10771560" y="4688280"/>
            <a:ext cx="518040" cy="540360"/>
          </a:xfrm>
          <a:custGeom>
            <a:avLst/>
            <a:gdLst>
              <a:gd name="textAreaLeft" fmla="*/ 0 w 518040"/>
              <a:gd name="textAreaRight" fmla="*/ 518760 w 518040"/>
              <a:gd name="textAreaTop" fmla="*/ 0 h 540360"/>
              <a:gd name="textAreaBottom" fmla="*/ 541080 h 54036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7" name="任意多边形: 形状 47"/>
          <p:cNvSpPr/>
          <p:nvPr/>
        </p:nvSpPr>
        <p:spPr>
          <a:xfrm>
            <a:off x="10429920" y="4346640"/>
            <a:ext cx="1030680" cy="1072440"/>
          </a:xfrm>
          <a:custGeom>
            <a:avLst/>
            <a:gdLst>
              <a:gd name="textAreaLeft" fmla="*/ 0 w 1030680"/>
              <a:gd name="textAreaRight" fmla="*/ 1031400 w 1030680"/>
              <a:gd name="textAreaTop" fmla="*/ 0 h 1072440"/>
              <a:gd name="textAreaBottom" fmla="*/ 1073160 h 107244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8" name="任意多边形: 形状 48"/>
          <p:cNvSpPr/>
          <p:nvPr/>
        </p:nvSpPr>
        <p:spPr>
          <a:xfrm>
            <a:off x="10538640" y="4455000"/>
            <a:ext cx="874440" cy="907200"/>
          </a:xfrm>
          <a:custGeom>
            <a:avLst/>
            <a:gdLst>
              <a:gd name="textAreaLeft" fmla="*/ 0 w 874440"/>
              <a:gd name="textAreaRight" fmla="*/ 875160 w 874440"/>
              <a:gd name="textAreaTop" fmla="*/ 0 h 907200"/>
              <a:gd name="textAreaBottom" fmla="*/ 907920 h 90720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89" name="任意多边形: 形状 49"/>
          <p:cNvSpPr/>
          <p:nvPr/>
        </p:nvSpPr>
        <p:spPr>
          <a:xfrm>
            <a:off x="10227960" y="4144680"/>
            <a:ext cx="1310400" cy="1364400"/>
          </a:xfrm>
          <a:custGeom>
            <a:avLst/>
            <a:gdLst>
              <a:gd name="textAreaLeft" fmla="*/ 0 w 1310400"/>
              <a:gd name="textAreaRight" fmla="*/ 1311120 w 1310400"/>
              <a:gd name="textAreaTop" fmla="*/ 0 h 1364400"/>
              <a:gd name="textAreaBottom" fmla="*/ 1365120 h 136440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0" name="任意多边形: 形状 50"/>
          <p:cNvSpPr/>
          <p:nvPr/>
        </p:nvSpPr>
        <p:spPr>
          <a:xfrm>
            <a:off x="10330920" y="4247640"/>
            <a:ext cx="1172160" cy="1216440"/>
          </a:xfrm>
          <a:custGeom>
            <a:avLst/>
            <a:gdLst>
              <a:gd name="textAreaLeft" fmla="*/ 0 w 1172160"/>
              <a:gd name="textAreaRight" fmla="*/ 1172880 w 1172160"/>
              <a:gd name="textAreaTop" fmla="*/ 0 h 1216440"/>
              <a:gd name="textAreaBottom" fmla="*/ 1217160 h 121644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1" name="任意多边形: 形状 51"/>
          <p:cNvSpPr/>
          <p:nvPr/>
        </p:nvSpPr>
        <p:spPr>
          <a:xfrm>
            <a:off x="10024920" y="3941280"/>
            <a:ext cx="1576080" cy="1641240"/>
          </a:xfrm>
          <a:custGeom>
            <a:avLst/>
            <a:gdLst>
              <a:gd name="textAreaLeft" fmla="*/ 0 w 1576080"/>
              <a:gd name="textAreaRight" fmla="*/ 1576800 w 1576080"/>
              <a:gd name="textAreaTop" fmla="*/ 0 h 1641240"/>
              <a:gd name="textAreaBottom" fmla="*/ 1641960 h 164124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2" name="任意多边形: 形状 52"/>
          <p:cNvSpPr/>
          <p:nvPr/>
        </p:nvSpPr>
        <p:spPr>
          <a:xfrm>
            <a:off x="10126440" y="4043160"/>
            <a:ext cx="1447200" cy="1504800"/>
          </a:xfrm>
          <a:custGeom>
            <a:avLst/>
            <a:gdLst>
              <a:gd name="textAreaLeft" fmla="*/ 0 w 1447200"/>
              <a:gd name="textAreaRight" fmla="*/ 1447920 w 1447200"/>
              <a:gd name="textAreaTop" fmla="*/ 0 h 1504800"/>
              <a:gd name="textAreaBottom" fmla="*/ 1505520 h 150480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3" name="任意多边形: 形状 14"/>
          <p:cNvSpPr/>
          <p:nvPr/>
        </p:nvSpPr>
        <p:spPr>
          <a:xfrm>
            <a:off x="10979280" y="4899600"/>
            <a:ext cx="203760" cy="213120"/>
          </a:xfrm>
          <a:custGeom>
            <a:avLst/>
            <a:gdLst>
              <a:gd name="textAreaLeft" fmla="*/ 0 w 203760"/>
              <a:gd name="textAreaRight" fmla="*/ 204480 w 203760"/>
              <a:gd name="textAreaTop" fmla="*/ 0 h 213120"/>
              <a:gd name="textAreaBottom" fmla="*/ 213840 h 21312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4" name="任意多边形: 形状 54"/>
          <p:cNvSpPr/>
          <p:nvPr/>
        </p:nvSpPr>
        <p:spPr>
          <a:xfrm>
            <a:off x="10702800" y="1891440"/>
            <a:ext cx="1488600" cy="3074400"/>
          </a:xfrm>
          <a:custGeom>
            <a:avLst/>
            <a:gdLst>
              <a:gd name="textAreaLeft" fmla="*/ 0 w 1488600"/>
              <a:gd name="textAreaRight" fmla="*/ 1489320 w 1488600"/>
              <a:gd name="textAreaTop" fmla="*/ 0 h 3074400"/>
              <a:gd name="textAreaBottom" fmla="*/ 3075120 h 3074400"/>
              <a:gd name="GluePoint1X" fmla="*/ 1489360 w 1489360"/>
              <a:gd name="GluePoint1Y" fmla="*/ 0 h 3075142"/>
              <a:gd name="GluePoint2X" fmla="*/ 1489360 w 1489360"/>
              <a:gd name="GluePoint2Y" fmla="*/ 3075142 h 3075142"/>
              <a:gd name="GluePoint3X" fmla="*/ 1382665 w 1489360"/>
              <a:gd name="GluePoint3Y" fmla="*/ 3069755 h 3075142"/>
              <a:gd name="GluePoint4X" fmla="*/ 0 w 1489360"/>
              <a:gd name="GluePoint4Y" fmla="*/ 1537571 h 3075142"/>
              <a:gd name="GluePoint5X" fmla="*/ 1382665 w 1489360"/>
              <a:gd name="GluePoint5Y" fmla="*/ 5388 h 3075142"/>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89360" h="3075142">
                <a:moveTo>
                  <a:pt x="1489360" y="0"/>
                </a:moveTo>
                <a:lnTo>
                  <a:pt x="1489360" y="3075142"/>
                </a:lnTo>
                <a:lnTo>
                  <a:pt x="1382665" y="3069755"/>
                </a:lnTo>
                <a:cubicBezTo>
                  <a:pt x="606043" y="2990884"/>
                  <a:pt x="0" y="2335002"/>
                  <a:pt x="0" y="1537571"/>
                </a:cubicBezTo>
                <a:cubicBezTo>
                  <a:pt x="0" y="740140"/>
                  <a:pt x="606043" y="84258"/>
                  <a:pt x="1382665" y="5388"/>
                </a:cubicBez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标题和副标题">
    <p:bg>
      <p:bgPr>
        <a:solidFill>
          <a:srgbClr val="fbf4ea"/>
        </a:solidFill>
      </p:bgPr>
    </p:bg>
    <p:spTree>
      <p:nvGrpSpPr>
        <p:cNvPr id="1" name=""/>
        <p:cNvGrpSpPr/>
        <p:nvPr/>
      </p:nvGrpSpPr>
      <p:grpSpPr>
        <a:xfrm>
          <a:off x="0" y="0"/>
          <a:ext cx="0" cy="0"/>
          <a:chOff x="0" y="0"/>
          <a:chExt cx="0" cy="0"/>
        </a:xfrm>
      </p:grpSpPr>
      <p:sp>
        <p:nvSpPr>
          <p:cNvPr id="195"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6"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7"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8"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199"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0"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1"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2"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3"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4"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5"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6"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7"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8"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09"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0"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1"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2"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3"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4"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5"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6"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7"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8"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19"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0"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1"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2"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3"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4"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5"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6"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7"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28"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29" name="PlaceHolder 1"/>
          <p:cNvSpPr>
            <a:spLocks noGrp="1"/>
          </p:cNvSpPr>
          <p:nvPr>
            <p:ph type="body"/>
          </p:nvPr>
        </p:nvSpPr>
        <p:spPr>
          <a:xfrm>
            <a:off x="695880" y="1301760"/>
            <a:ext cx="10798200" cy="405000"/>
          </a:xfrm>
          <a:prstGeom prst="rect">
            <a:avLst/>
          </a:prstGeom>
          <a:noFill/>
          <a:ln w="0">
            <a:noFill/>
          </a:ln>
        </p:spPr>
        <p:txBody>
          <a:bodyPr lIns="0" rIns="0" tIns="0" bIns="0" anchor="t">
            <a:normAutofit fontScale="92500" lnSpcReduction="9999"/>
          </a:bodyPr>
          <a:p>
            <a:pPr indent="0" defTabSz="914400">
              <a:lnSpc>
                <a:spcPct val="130000"/>
              </a:lnSpc>
              <a:spcBef>
                <a:spcPts val="1001"/>
              </a:spcBef>
              <a:buNone/>
              <a:tabLst>
                <a:tab algn="l" pos="0"/>
              </a:tabLst>
            </a:pPr>
            <a:r>
              <a:rPr lang="zh-CN" sz="2400" b="0" u="none" strike="noStrike">
                <a:solidFill>
                  <a:schemeClr val="dk1"/>
                </a:solidFill>
                <a:effectLst/>
                <a:uFillTx/>
                <a:latin typeface="Arial"/>
                <a:ea typeface="微软雅黑"/>
              </a:rPr>
              <a:t>单击此处编辑副标题</a:t>
            </a:r>
            <a:endParaRPr lang="en-US" sz="2400" b="0" u="none" strike="noStrike">
              <a:solidFill>
                <a:srgbClr val="000000"/>
              </a:solidFill>
              <a:effectLst/>
              <a:uFillTx/>
              <a:latin typeface="Arial"/>
            </a:endParaRPr>
          </a:p>
        </p:txBody>
      </p:sp>
      <p:sp>
        <p:nvSpPr>
          <p:cNvPr id="230" name="PlaceHolder 2"/>
          <p:cNvSpPr>
            <a:spLocks noGrp="1"/>
          </p:cNvSpPr>
          <p:nvPr>
            <p:ph type="dt" idx="13"/>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231" name="PlaceHolder 3"/>
          <p:cNvSpPr>
            <a:spLocks noGrp="1"/>
          </p:cNvSpPr>
          <p:nvPr>
            <p:ph type="ftr" idx="1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32" name="PlaceHolder 4"/>
          <p:cNvSpPr>
            <a:spLocks noGrp="1"/>
          </p:cNvSpPr>
          <p:nvPr>
            <p:ph type="sldNum" idx="15"/>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233" name="PlaceHolder 5"/>
          <p:cNvSpPr>
            <a:spLocks noGrp="1"/>
          </p:cNvSpPr>
          <p:nvPr>
            <p:ph type="title"/>
          </p:nvPr>
        </p:nvSpPr>
        <p:spPr>
          <a:xfrm>
            <a:off x="695880" y="360000"/>
            <a:ext cx="10799280" cy="71928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a:t>
            </a:r>
            <a:r>
              <a:rPr lang="zh-CN" sz="3200" b="1" u="none" strike="noStrike">
                <a:solidFill>
                  <a:schemeClr val="dk1">
                    <a:lumMod val="75000"/>
                    <a:lumOff val="25000"/>
                  </a:schemeClr>
                </a:solidFill>
                <a:effectLst/>
                <a:uFillTx/>
                <a:latin typeface="Arial"/>
                <a:ea typeface="微软雅黑"/>
              </a:rPr>
              <a:t>此处</a:t>
            </a:r>
            <a:r>
              <a:rPr lang="zh-CN" sz="3200" b="1" u="none" strike="noStrike">
                <a:solidFill>
                  <a:schemeClr val="dk1">
                    <a:lumMod val="75000"/>
                    <a:lumOff val="25000"/>
                  </a:schemeClr>
                </a:solidFill>
                <a:effectLst/>
                <a:uFillTx/>
                <a:latin typeface="Arial"/>
                <a:ea typeface="微软雅黑"/>
              </a:rPr>
              <a:t>编辑</a:t>
            </a:r>
            <a:r>
              <a:rPr lang="zh-CN" sz="3200" b="1" u="none" strike="noStrike">
                <a:solidFill>
                  <a:schemeClr val="dk1">
                    <a:lumMod val="75000"/>
                    <a:lumOff val="25000"/>
                  </a:schemeClr>
                </a:solidFill>
                <a:effectLst/>
                <a:uFillTx/>
                <a:latin typeface="Arial"/>
                <a:ea typeface="微软雅黑"/>
              </a:rPr>
              <a:t>母版</a:t>
            </a:r>
            <a:r>
              <a:rPr lang="zh-CN" sz="3200" b="1" u="none" strike="noStrike">
                <a:solidFill>
                  <a:schemeClr val="dk1">
                    <a:lumMod val="75000"/>
                    <a:lumOff val="25000"/>
                  </a:schemeClr>
                </a:solidFill>
                <a:effectLst/>
                <a:uFillTx/>
                <a:latin typeface="Arial"/>
                <a:ea typeface="微软雅黑"/>
              </a:rPr>
              <a:t>标题</a:t>
            </a:r>
            <a:r>
              <a:rPr lang="zh-CN" sz="3200" b="1" u="none" strike="noStrike">
                <a:solidFill>
                  <a:schemeClr val="dk1">
                    <a:lumMod val="75000"/>
                    <a:lumOff val="25000"/>
                  </a:schemeClr>
                </a:solidFill>
                <a:effectLst/>
                <a:uFillTx/>
                <a:latin typeface="Arial"/>
                <a:ea typeface="微软雅黑"/>
              </a:rPr>
              <a:t>样式</a:t>
            </a:r>
            <a:endParaRPr lang="en-US" sz="32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末尾幻灯片">
    <p:bg>
      <p:bgPr>
        <a:solidFill>
          <a:srgbClr val="fbf4ea"/>
        </a:solidFill>
      </p:bgPr>
    </p:bg>
    <p:spTree>
      <p:nvGrpSpPr>
        <p:cNvPr id="1" name=""/>
        <p:cNvGrpSpPr/>
        <p:nvPr/>
      </p:nvGrpSpPr>
      <p:grpSpPr>
        <a:xfrm>
          <a:off x="0" y="0"/>
          <a:ext cx="0" cy="0"/>
          <a:chOff x="0" y="0"/>
          <a:chExt cx="0" cy="0"/>
        </a:xfrm>
      </p:grpSpPr>
      <p:sp>
        <p:nvSpPr>
          <p:cNvPr id="234" name="任意多边形: 形状 80" hidden="1"/>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5" name="任意多边形: 形状 4" hidden="1"/>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6" name="任意多边形: 形状 5" hidden="1"/>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7" name="任意多边形: 形状 6" hidden="1"/>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8" name="任意多边形: 形状 127" hidden="1"/>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39" name="任意多边形: 形状 124" hidden="1"/>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0" name="任意多边形: 形状 9" hidden="1"/>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1" name="任意多边形: 形状 16" hidden="1"/>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2" name="任意多边形: 形状 17" hidden="1"/>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3" name="任意多边形: 形状 18" hidden="1"/>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4" name="任意多边形: 形状 133" hidden="1"/>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5" name="任意多边形: 形状 130" hidden="1"/>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6" name="任意多边形: 形状 121" hidden="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7" name="任意多边形: 形状 118" hidden="1"/>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8" name="任意多边形: 形状 115" hidden="1"/>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49" name="任意多边形: 形状 112" hidden="1"/>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0" name="任意多边形: 形状 109" hidden="1"/>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1" name="任意多边形: 形状 106" hidden="1"/>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2" name="任意多边形: 形状 100" hidden="1"/>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3" name="任意多边形: 形状 103" hidden="1"/>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4" name="任意多边形: 形状 94" hidden="1"/>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5" name="任意多边形: 形状 97" hidden="1"/>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6" name="任意多边形: 形状 91" hidden="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7" name="任意多边形: 形状 83" hidden="1"/>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8" name="任意多边形: 形状 74" hidden="1"/>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59" name="任意多边形: 形状 77" hidden="1"/>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0" name="任意多边形: 形状 47" hidden="1"/>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1" name="任意多边形: 形状 53" hidden="1"/>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2" name="任意多边形: 形状 50" hidden="1"/>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3" name="任意多边形: 形状 65" hidden="1"/>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4" name="任意多边形: 形状 59" hidden="1"/>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5" name="任意多边形: 形状 68" hidden="1"/>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6" name="任意多边形: 形状 71" hidden="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7"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68" name="任意多边形: 形状 15"/>
          <p:cNvSpPr/>
          <p:nvPr/>
        </p:nvSpPr>
        <p:spPr>
          <a:xfrm rot="11361000">
            <a:off x="915840" y="1012320"/>
            <a:ext cx="1956240" cy="2041920"/>
          </a:xfrm>
          <a:custGeom>
            <a:avLst/>
            <a:gdLst>
              <a:gd name="textAreaLeft" fmla="*/ 0 w 1956240"/>
              <a:gd name="textAreaRight" fmla="*/ 1956960 w 1956240"/>
              <a:gd name="textAreaTop" fmla="*/ 0 h 2041920"/>
              <a:gd name="textAreaBottom" fmla="*/ 2042640 h 204192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69" name="任意多边形: 形状 16"/>
          <p:cNvSpPr/>
          <p:nvPr/>
        </p:nvSpPr>
        <p:spPr>
          <a:xfrm rot="11361000">
            <a:off x="1407240" y="1457280"/>
            <a:ext cx="362520" cy="380880"/>
          </a:xfrm>
          <a:custGeom>
            <a:avLst/>
            <a:gdLst>
              <a:gd name="textAreaLeft" fmla="*/ 0 w 362520"/>
              <a:gd name="textAreaRight" fmla="*/ 363240 w 362520"/>
              <a:gd name="textAreaTop" fmla="*/ 0 h 380880"/>
              <a:gd name="textAreaBottom" fmla="*/ 381600 h 38088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0" name="任意多边形: 形状 18"/>
          <p:cNvSpPr/>
          <p:nvPr/>
        </p:nvSpPr>
        <p:spPr>
          <a:xfrm rot="11361000">
            <a:off x="3615120" y="4449600"/>
            <a:ext cx="1207080" cy="1282680"/>
          </a:xfrm>
          <a:custGeom>
            <a:avLst/>
            <a:gdLst>
              <a:gd name="textAreaLeft" fmla="*/ 0 w 1207080"/>
              <a:gd name="textAreaRight" fmla="*/ 1207800 w 1207080"/>
              <a:gd name="textAreaTop" fmla="*/ 0 h 1282680"/>
              <a:gd name="textAreaBottom" fmla="*/ 1283400 h 12826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1" name="任意多边形: 形状 20"/>
          <p:cNvSpPr/>
          <p:nvPr/>
        </p:nvSpPr>
        <p:spPr>
          <a:xfrm rot="11361000">
            <a:off x="1914480" y="2427480"/>
            <a:ext cx="2944440" cy="3138120"/>
          </a:xfrm>
          <a:custGeom>
            <a:avLst/>
            <a:gdLst>
              <a:gd name="textAreaLeft" fmla="*/ 0 w 2944440"/>
              <a:gd name="textAreaRight" fmla="*/ 2945160 w 2944440"/>
              <a:gd name="textAreaTop" fmla="*/ 0 h 3138120"/>
              <a:gd name="textAreaBottom" fmla="*/ 3138840 h 31381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2" name="任意多边形: 形状 21"/>
          <p:cNvSpPr/>
          <p:nvPr/>
        </p:nvSpPr>
        <p:spPr>
          <a:xfrm rot="11361000">
            <a:off x="1734120" y="2201400"/>
            <a:ext cx="3029400" cy="3227760"/>
          </a:xfrm>
          <a:custGeom>
            <a:avLst/>
            <a:gdLst>
              <a:gd name="textAreaLeft" fmla="*/ 0 w 3029400"/>
              <a:gd name="textAreaRight" fmla="*/ 3030120 w 3029400"/>
              <a:gd name="textAreaTop" fmla="*/ 0 h 3227760"/>
              <a:gd name="textAreaBottom" fmla="*/ 3228480 h 3227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3" name="任意多边形: 形状 22"/>
          <p:cNvSpPr/>
          <p:nvPr/>
        </p:nvSpPr>
        <p:spPr>
          <a:xfrm rot="11361000">
            <a:off x="1326240" y="1679760"/>
            <a:ext cx="3098880" cy="3299400"/>
          </a:xfrm>
          <a:custGeom>
            <a:avLst/>
            <a:gdLst>
              <a:gd name="textAreaLeft" fmla="*/ 0 w 3098880"/>
              <a:gd name="textAreaRight" fmla="*/ 3099600 w 3098880"/>
              <a:gd name="textAreaTop" fmla="*/ 0 h 3299400"/>
              <a:gd name="textAreaBottom" fmla="*/ 3300120 h 329940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4" name="任意多边形: 形状 24"/>
          <p:cNvSpPr/>
          <p:nvPr/>
        </p:nvSpPr>
        <p:spPr>
          <a:xfrm rot="11361000">
            <a:off x="1230840" y="1555200"/>
            <a:ext cx="3082680" cy="3274560"/>
          </a:xfrm>
          <a:custGeom>
            <a:avLst/>
            <a:gdLst>
              <a:gd name="textAreaLeft" fmla="*/ 0 w 3082680"/>
              <a:gd name="textAreaRight" fmla="*/ 3083400 w 3082680"/>
              <a:gd name="textAreaTop" fmla="*/ 0 h 3274560"/>
              <a:gd name="textAreaBottom" fmla="*/ 3275280 h 327456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5" name="任意多边形: 形状 25"/>
          <p:cNvSpPr/>
          <p:nvPr/>
        </p:nvSpPr>
        <p:spPr>
          <a:xfrm rot="11361000">
            <a:off x="2693520" y="3367440"/>
            <a:ext cx="2334960" cy="2491200"/>
          </a:xfrm>
          <a:custGeom>
            <a:avLst/>
            <a:gdLst>
              <a:gd name="textAreaLeft" fmla="*/ 0 w 2334960"/>
              <a:gd name="textAreaRight" fmla="*/ 2335680 w 2334960"/>
              <a:gd name="textAreaTop" fmla="*/ 0 h 2491200"/>
              <a:gd name="textAreaBottom" fmla="*/ 2491920 h 249120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6" name="任意多边形: 形状 26"/>
          <p:cNvSpPr/>
          <p:nvPr/>
        </p:nvSpPr>
        <p:spPr>
          <a:xfrm rot="11361000">
            <a:off x="3121560" y="3861360"/>
            <a:ext cx="1868040" cy="2000160"/>
          </a:xfrm>
          <a:custGeom>
            <a:avLst/>
            <a:gdLst>
              <a:gd name="textAreaLeft" fmla="*/ 0 w 1868040"/>
              <a:gd name="textAreaRight" fmla="*/ 1868760 w 1868040"/>
              <a:gd name="textAreaTop" fmla="*/ 0 h 2000160"/>
              <a:gd name="textAreaBottom" fmla="*/ 2000880 h 200016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7" name="任意多边形: 形状 27"/>
          <p:cNvSpPr/>
          <p:nvPr/>
        </p:nvSpPr>
        <p:spPr>
          <a:xfrm rot="11361000">
            <a:off x="2388960" y="3011400"/>
            <a:ext cx="2612160" cy="2780640"/>
          </a:xfrm>
          <a:custGeom>
            <a:avLst/>
            <a:gdLst>
              <a:gd name="textAreaLeft" fmla="*/ 0 w 2612160"/>
              <a:gd name="textAreaRight" fmla="*/ 2612880 w 2612160"/>
              <a:gd name="textAreaTop" fmla="*/ 0 h 2780640"/>
              <a:gd name="textAreaBottom" fmla="*/ 2781360 h 278064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8" name="任意多边形: 形状 28"/>
          <p:cNvSpPr/>
          <p:nvPr/>
        </p:nvSpPr>
        <p:spPr>
          <a:xfrm rot="11361000">
            <a:off x="2125080" y="2691360"/>
            <a:ext cx="2814840" cy="2995920"/>
          </a:xfrm>
          <a:custGeom>
            <a:avLst/>
            <a:gdLst>
              <a:gd name="textAreaLeft" fmla="*/ 0 w 2814840"/>
              <a:gd name="textAreaRight" fmla="*/ 2815560 w 2814840"/>
              <a:gd name="textAreaTop" fmla="*/ 0 h 2995920"/>
              <a:gd name="textAreaBottom" fmla="*/ 2996640 h 2995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79" name="任意多边形: 形状 29"/>
          <p:cNvSpPr/>
          <p:nvPr/>
        </p:nvSpPr>
        <p:spPr>
          <a:xfrm rot="11361000">
            <a:off x="1584360" y="2012760"/>
            <a:ext cx="3077640" cy="3279600"/>
          </a:xfrm>
          <a:custGeom>
            <a:avLst/>
            <a:gdLst>
              <a:gd name="textAreaLeft" fmla="*/ 0 w 3077640"/>
              <a:gd name="textAreaRight" fmla="*/ 3078360 w 3077640"/>
              <a:gd name="textAreaTop" fmla="*/ 0 h 3279600"/>
              <a:gd name="textAreaBottom" fmla="*/ 3280320 h 327960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0" name="任意多边形: 形状 30"/>
          <p:cNvSpPr/>
          <p:nvPr/>
        </p:nvSpPr>
        <p:spPr>
          <a:xfrm rot="11361000">
            <a:off x="1452960" y="1843560"/>
            <a:ext cx="3099240" cy="3303360"/>
          </a:xfrm>
          <a:custGeom>
            <a:avLst/>
            <a:gdLst>
              <a:gd name="textAreaLeft" fmla="*/ 0 w 3099240"/>
              <a:gd name="textAreaRight" fmla="*/ 3099960 w 3099240"/>
              <a:gd name="textAreaTop" fmla="*/ 0 h 3303360"/>
              <a:gd name="textAreaBottom" fmla="*/ 3304080 h 330336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1" name="任意多边形: 形状 31"/>
          <p:cNvSpPr/>
          <p:nvPr/>
        </p:nvSpPr>
        <p:spPr>
          <a:xfrm rot="11361000">
            <a:off x="1145520" y="1442160"/>
            <a:ext cx="3049920" cy="3232080"/>
          </a:xfrm>
          <a:custGeom>
            <a:avLst/>
            <a:gdLst>
              <a:gd name="textAreaLeft" fmla="*/ 0 w 3049920"/>
              <a:gd name="textAreaRight" fmla="*/ 3050640 w 3049920"/>
              <a:gd name="textAreaTop" fmla="*/ 0 h 3232080"/>
              <a:gd name="textAreaBottom" fmla="*/ 3232800 h 323208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2" name="任意多边形: 形状 32"/>
          <p:cNvSpPr/>
          <p:nvPr/>
        </p:nvSpPr>
        <p:spPr>
          <a:xfrm rot="11361000">
            <a:off x="1073160" y="1339200"/>
            <a:ext cx="3002760" cy="3178080"/>
          </a:xfrm>
          <a:custGeom>
            <a:avLst/>
            <a:gdLst>
              <a:gd name="textAreaLeft" fmla="*/ 0 w 3002760"/>
              <a:gd name="textAreaRight" fmla="*/ 3003480 w 3002760"/>
              <a:gd name="textAreaTop" fmla="*/ 0 h 3178080"/>
              <a:gd name="textAreaBottom" fmla="*/ 3178800 h 317808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3" name="任意多边形: 形状 33"/>
          <p:cNvSpPr/>
          <p:nvPr/>
        </p:nvSpPr>
        <p:spPr>
          <a:xfrm rot="11361000">
            <a:off x="1015200" y="1251720"/>
            <a:ext cx="2941200" cy="3110760"/>
          </a:xfrm>
          <a:custGeom>
            <a:avLst/>
            <a:gdLst>
              <a:gd name="textAreaLeft" fmla="*/ 0 w 2941200"/>
              <a:gd name="textAreaRight" fmla="*/ 2941920 w 2941200"/>
              <a:gd name="textAreaTop" fmla="*/ 0 h 3110760"/>
              <a:gd name="textAreaBottom" fmla="*/ 3111480 h 311076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4" name="任意多边形: 形状 34"/>
          <p:cNvSpPr/>
          <p:nvPr/>
        </p:nvSpPr>
        <p:spPr>
          <a:xfrm rot="11361000">
            <a:off x="966600" y="1188720"/>
            <a:ext cx="2879640" cy="3034080"/>
          </a:xfrm>
          <a:custGeom>
            <a:avLst/>
            <a:gdLst>
              <a:gd name="textAreaLeft" fmla="*/ 0 w 2879640"/>
              <a:gd name="textAreaRight" fmla="*/ 2880360 w 2879640"/>
              <a:gd name="textAreaTop" fmla="*/ 0 h 3034080"/>
              <a:gd name="textAreaBottom" fmla="*/ 3034800 h 303408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5" name="任意多边形: 形状 35"/>
          <p:cNvSpPr/>
          <p:nvPr/>
        </p:nvSpPr>
        <p:spPr>
          <a:xfrm rot="11361000">
            <a:off x="927360" y="1126440"/>
            <a:ext cx="2792160" cy="2937600"/>
          </a:xfrm>
          <a:custGeom>
            <a:avLst/>
            <a:gdLst>
              <a:gd name="textAreaLeft" fmla="*/ 0 w 2792160"/>
              <a:gd name="textAreaRight" fmla="*/ 2792880 w 2792160"/>
              <a:gd name="textAreaTop" fmla="*/ 0 h 2937600"/>
              <a:gd name="textAreaBottom" fmla="*/ 2938320 h 293760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6" name="任意多边形: 形状 36"/>
          <p:cNvSpPr/>
          <p:nvPr/>
        </p:nvSpPr>
        <p:spPr>
          <a:xfrm rot="11361000">
            <a:off x="902880" y="1078920"/>
            <a:ext cx="2701080" cy="2842200"/>
          </a:xfrm>
          <a:custGeom>
            <a:avLst/>
            <a:gdLst>
              <a:gd name="textAreaLeft" fmla="*/ 0 w 2701080"/>
              <a:gd name="textAreaRight" fmla="*/ 2701800 w 2701080"/>
              <a:gd name="textAreaTop" fmla="*/ 0 h 2842200"/>
              <a:gd name="textAreaBottom" fmla="*/ 2842920 h 284220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7" name="任意多边形: 形状 37"/>
          <p:cNvSpPr/>
          <p:nvPr/>
        </p:nvSpPr>
        <p:spPr>
          <a:xfrm rot="11361000">
            <a:off x="882720" y="1047960"/>
            <a:ext cx="2612880" cy="2741040"/>
          </a:xfrm>
          <a:custGeom>
            <a:avLst/>
            <a:gdLst>
              <a:gd name="textAreaLeft" fmla="*/ 0 w 2612880"/>
              <a:gd name="textAreaRight" fmla="*/ 2613600 w 2612880"/>
              <a:gd name="textAreaTop" fmla="*/ 0 h 2741040"/>
              <a:gd name="textAreaBottom" fmla="*/ 2741760 h 274104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8" name="任意多边形: 形状 38"/>
          <p:cNvSpPr/>
          <p:nvPr/>
        </p:nvSpPr>
        <p:spPr>
          <a:xfrm rot="11361000">
            <a:off x="874800" y="1022400"/>
            <a:ext cx="2507040" cy="2628360"/>
          </a:xfrm>
          <a:custGeom>
            <a:avLst/>
            <a:gdLst>
              <a:gd name="textAreaLeft" fmla="*/ 0 w 2507040"/>
              <a:gd name="textAreaRight" fmla="*/ 2507760 w 2507040"/>
              <a:gd name="textAreaTop" fmla="*/ 0 h 2628360"/>
              <a:gd name="textAreaBottom" fmla="*/ 2629080 h 262836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89" name="任意多边形: 形状 39"/>
          <p:cNvSpPr/>
          <p:nvPr/>
        </p:nvSpPr>
        <p:spPr>
          <a:xfrm rot="11361000">
            <a:off x="871920" y="1006920"/>
            <a:ext cx="2406600" cy="2520360"/>
          </a:xfrm>
          <a:custGeom>
            <a:avLst/>
            <a:gdLst>
              <a:gd name="textAreaLeft" fmla="*/ 0 w 2406600"/>
              <a:gd name="textAreaRight" fmla="*/ 2407320 w 2406600"/>
              <a:gd name="textAreaTop" fmla="*/ 0 h 2520360"/>
              <a:gd name="textAreaBottom" fmla="*/ 2521080 h 252036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0" name="任意多边形: 形状 40"/>
          <p:cNvSpPr/>
          <p:nvPr/>
        </p:nvSpPr>
        <p:spPr>
          <a:xfrm rot="11361000">
            <a:off x="875160" y="1000080"/>
            <a:ext cx="2305440" cy="2413080"/>
          </a:xfrm>
          <a:custGeom>
            <a:avLst/>
            <a:gdLst>
              <a:gd name="textAreaLeft" fmla="*/ 0 w 2305440"/>
              <a:gd name="textAreaRight" fmla="*/ 2306160 w 2305440"/>
              <a:gd name="textAreaTop" fmla="*/ 0 h 2413080"/>
              <a:gd name="textAreaBottom" fmla="*/ 2413800 h 241308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1" name="任意多边形: 形状 41"/>
          <p:cNvSpPr/>
          <p:nvPr/>
        </p:nvSpPr>
        <p:spPr>
          <a:xfrm rot="11361000">
            <a:off x="882000" y="997560"/>
            <a:ext cx="2199600" cy="2299320"/>
          </a:xfrm>
          <a:custGeom>
            <a:avLst/>
            <a:gdLst>
              <a:gd name="textAreaLeft" fmla="*/ 0 w 2199600"/>
              <a:gd name="textAreaRight" fmla="*/ 2200320 w 2199600"/>
              <a:gd name="textAreaTop" fmla="*/ 0 h 2299320"/>
              <a:gd name="textAreaBottom" fmla="*/ 2300040 h 229932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2" name="任意多边形: 形状 42"/>
          <p:cNvSpPr/>
          <p:nvPr/>
        </p:nvSpPr>
        <p:spPr>
          <a:xfrm rot="11361000">
            <a:off x="897120" y="1002600"/>
            <a:ext cx="2076480" cy="2169000"/>
          </a:xfrm>
          <a:custGeom>
            <a:avLst/>
            <a:gdLst>
              <a:gd name="textAreaLeft" fmla="*/ 0 w 2076480"/>
              <a:gd name="textAreaRight" fmla="*/ 2077200 w 2076480"/>
              <a:gd name="textAreaTop" fmla="*/ 0 h 2169000"/>
              <a:gd name="textAreaBottom" fmla="*/ 2169720 h 216900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3" name="任意多边形: 形状 43"/>
          <p:cNvSpPr/>
          <p:nvPr/>
        </p:nvSpPr>
        <p:spPr>
          <a:xfrm rot="11361000">
            <a:off x="939600" y="1028160"/>
            <a:ext cx="1832040" cy="1910520"/>
          </a:xfrm>
          <a:custGeom>
            <a:avLst/>
            <a:gdLst>
              <a:gd name="textAreaLeft" fmla="*/ 0 w 1832040"/>
              <a:gd name="textAreaRight" fmla="*/ 1832760 w 1832040"/>
              <a:gd name="textAreaTop" fmla="*/ 0 h 1910520"/>
              <a:gd name="textAreaBottom" fmla="*/ 1911240 h 191052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4" name="任意多边形: 形状 44"/>
          <p:cNvSpPr/>
          <p:nvPr/>
        </p:nvSpPr>
        <p:spPr>
          <a:xfrm rot="11361000">
            <a:off x="965880" y="1048320"/>
            <a:ext cx="1708560" cy="1779840"/>
          </a:xfrm>
          <a:custGeom>
            <a:avLst/>
            <a:gdLst>
              <a:gd name="textAreaLeft" fmla="*/ 0 w 1708560"/>
              <a:gd name="textAreaRight" fmla="*/ 1709280 w 1708560"/>
              <a:gd name="textAreaTop" fmla="*/ 0 h 1779840"/>
              <a:gd name="textAreaBottom" fmla="*/ 1780560 h 177984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5" name="任意多边形: 形状 45"/>
          <p:cNvSpPr/>
          <p:nvPr/>
        </p:nvSpPr>
        <p:spPr>
          <a:xfrm rot="11361000">
            <a:off x="1276920" y="1328040"/>
            <a:ext cx="699120" cy="729360"/>
          </a:xfrm>
          <a:custGeom>
            <a:avLst/>
            <a:gdLst>
              <a:gd name="textAreaLeft" fmla="*/ 0 w 699120"/>
              <a:gd name="textAreaRight" fmla="*/ 699840 w 699120"/>
              <a:gd name="textAreaTop" fmla="*/ 0 h 729360"/>
              <a:gd name="textAreaBottom" fmla="*/ 730080 h 72936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6" name="任意多边形: 形状 46"/>
          <p:cNvSpPr/>
          <p:nvPr/>
        </p:nvSpPr>
        <p:spPr>
          <a:xfrm rot="11361000">
            <a:off x="1344600" y="1396440"/>
            <a:ext cx="518040" cy="540360"/>
          </a:xfrm>
          <a:custGeom>
            <a:avLst/>
            <a:gdLst>
              <a:gd name="textAreaLeft" fmla="*/ 0 w 518040"/>
              <a:gd name="textAreaRight" fmla="*/ 518760 w 518040"/>
              <a:gd name="textAreaTop" fmla="*/ 0 h 540360"/>
              <a:gd name="textAreaBottom" fmla="*/ 541080 h 54036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7" name="任意多边形: 形状 47"/>
          <p:cNvSpPr/>
          <p:nvPr/>
        </p:nvSpPr>
        <p:spPr>
          <a:xfrm rot="11361000">
            <a:off x="1160640" y="1218600"/>
            <a:ext cx="1030680" cy="1072440"/>
          </a:xfrm>
          <a:custGeom>
            <a:avLst/>
            <a:gdLst>
              <a:gd name="textAreaLeft" fmla="*/ 0 w 1030680"/>
              <a:gd name="textAreaRight" fmla="*/ 1031400 w 1030680"/>
              <a:gd name="textAreaTop" fmla="*/ 0 h 1072440"/>
              <a:gd name="textAreaBottom" fmla="*/ 1073160 h 107244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8" name="任意多边形: 形状 48"/>
          <p:cNvSpPr/>
          <p:nvPr/>
        </p:nvSpPr>
        <p:spPr>
          <a:xfrm rot="11361000">
            <a:off x="1212120" y="1270800"/>
            <a:ext cx="874440" cy="907200"/>
          </a:xfrm>
          <a:custGeom>
            <a:avLst/>
            <a:gdLst>
              <a:gd name="textAreaLeft" fmla="*/ 0 w 874440"/>
              <a:gd name="textAreaRight" fmla="*/ 875160 w 874440"/>
              <a:gd name="textAreaTop" fmla="*/ 0 h 907200"/>
              <a:gd name="textAreaBottom" fmla="*/ 907920 h 90720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299" name="任意多边形: 形状 49"/>
          <p:cNvSpPr/>
          <p:nvPr/>
        </p:nvSpPr>
        <p:spPr>
          <a:xfrm rot="11361000">
            <a:off x="1072800" y="1137960"/>
            <a:ext cx="1310400" cy="1364400"/>
          </a:xfrm>
          <a:custGeom>
            <a:avLst/>
            <a:gdLst>
              <a:gd name="textAreaLeft" fmla="*/ 0 w 1310400"/>
              <a:gd name="textAreaRight" fmla="*/ 1311120 w 1310400"/>
              <a:gd name="textAreaTop" fmla="*/ 0 h 1364400"/>
              <a:gd name="textAreaBottom" fmla="*/ 1365120 h 136440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0" name="任意多边形: 形状 50"/>
          <p:cNvSpPr/>
          <p:nvPr/>
        </p:nvSpPr>
        <p:spPr>
          <a:xfrm rot="11361000">
            <a:off x="1113120" y="1178280"/>
            <a:ext cx="1172160" cy="1216440"/>
          </a:xfrm>
          <a:custGeom>
            <a:avLst/>
            <a:gdLst>
              <a:gd name="textAreaLeft" fmla="*/ 0 w 1172160"/>
              <a:gd name="textAreaRight" fmla="*/ 1172880 w 1172160"/>
              <a:gd name="textAreaTop" fmla="*/ 0 h 1216440"/>
              <a:gd name="textAreaBottom" fmla="*/ 1217160 h 121644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1" name="任意多边形: 形状 51"/>
          <p:cNvSpPr/>
          <p:nvPr/>
        </p:nvSpPr>
        <p:spPr>
          <a:xfrm rot="11361000">
            <a:off x="999000" y="1074240"/>
            <a:ext cx="1576080" cy="1641240"/>
          </a:xfrm>
          <a:custGeom>
            <a:avLst/>
            <a:gdLst>
              <a:gd name="textAreaLeft" fmla="*/ 0 w 1576080"/>
              <a:gd name="textAreaRight" fmla="*/ 1576800 w 1576080"/>
              <a:gd name="textAreaTop" fmla="*/ 0 h 1641240"/>
              <a:gd name="textAreaBottom" fmla="*/ 1641960 h 164124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2" name="任意多边形: 形状 52"/>
          <p:cNvSpPr/>
          <p:nvPr/>
        </p:nvSpPr>
        <p:spPr>
          <a:xfrm rot="11361000">
            <a:off x="1031760" y="1104480"/>
            <a:ext cx="1447200" cy="1504800"/>
          </a:xfrm>
          <a:custGeom>
            <a:avLst/>
            <a:gdLst>
              <a:gd name="textAreaLeft" fmla="*/ 0 w 1447200"/>
              <a:gd name="textAreaRight" fmla="*/ 1447920 w 1447200"/>
              <a:gd name="textAreaTop" fmla="*/ 0 h 1504800"/>
              <a:gd name="textAreaBottom" fmla="*/ 1505520 h 150480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3" name="任意多边形: 形状 14"/>
          <p:cNvSpPr/>
          <p:nvPr/>
        </p:nvSpPr>
        <p:spPr>
          <a:xfrm rot="11361000">
            <a:off x="1460520" y="1511640"/>
            <a:ext cx="203760" cy="213120"/>
          </a:xfrm>
          <a:custGeom>
            <a:avLst/>
            <a:gdLst>
              <a:gd name="textAreaLeft" fmla="*/ 0 w 203760"/>
              <a:gd name="textAreaRight" fmla="*/ 204480 w 203760"/>
              <a:gd name="textAreaTop" fmla="*/ 0 h 213120"/>
              <a:gd name="textAreaBottom" fmla="*/ 213840 h 21312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04" name="任意多边形: 形状 54"/>
          <p:cNvSpPr/>
          <p:nvPr/>
        </p:nvSpPr>
        <p:spPr>
          <a:xfrm flipH="1">
            <a:off x="-720" y="1895760"/>
            <a:ext cx="1492920" cy="3065760"/>
          </a:xfrm>
          <a:custGeom>
            <a:avLst/>
            <a:gdLst>
              <a:gd name="textAreaLeft" fmla="*/ 360 w 1492920"/>
              <a:gd name="textAreaRight" fmla="*/ 1494000 w 1492920"/>
              <a:gd name="textAreaTop" fmla="*/ 0 h 3065760"/>
              <a:gd name="textAreaBottom" fmla="*/ 3066480 h 3065760"/>
              <a:gd name="GluePoint1X" fmla="*/ 1493592 w 1493592"/>
              <a:gd name="GluePoint1Y" fmla="*/ 0 h 3066466"/>
              <a:gd name="GluePoint2X" fmla="*/ 1227781 w 1493592"/>
              <a:gd name="GluePoint2Y" fmla="*/ 26796 h 3066466"/>
              <a:gd name="GluePoint3X" fmla="*/ 0 w 1493592"/>
              <a:gd name="GluePoint3Y" fmla="*/ 1533233 h 3066466"/>
              <a:gd name="GluePoint4X" fmla="*/ 1227781 w 1493592"/>
              <a:gd name="GluePoint4Y" fmla="*/ 3039670 h 3066466"/>
              <a:gd name="GluePoint5X" fmla="*/ 1493592 w 1493592"/>
              <a:gd name="GluePoint5Y" fmla="*/ 3066466 h 306646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493592" h="3066466">
                <a:moveTo>
                  <a:pt x="1493592" y="0"/>
                </a:moveTo>
                <a:lnTo>
                  <a:pt x="1227781" y="26796"/>
                </a:lnTo>
                <a:cubicBezTo>
                  <a:pt x="527088" y="170179"/>
                  <a:pt x="0" y="790152"/>
                  <a:pt x="0" y="1533233"/>
                </a:cubicBezTo>
                <a:cubicBezTo>
                  <a:pt x="0" y="2276315"/>
                  <a:pt x="527088" y="2896288"/>
                  <a:pt x="1227781" y="3039670"/>
                </a:cubicBezTo>
                <a:lnTo>
                  <a:pt x="1493592" y="3066466"/>
                </a:lnTo>
                <a:close/>
              </a:path>
            </a:pathLst>
          </a:cu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05" name="PlaceHolder 1"/>
          <p:cNvSpPr>
            <a:spLocks noGrp="1"/>
          </p:cNvSpPr>
          <p:nvPr>
            <p:ph type="title"/>
          </p:nvPr>
        </p:nvSpPr>
        <p:spPr>
          <a:xfrm>
            <a:off x="5724360" y="2081880"/>
            <a:ext cx="5100840" cy="1383840"/>
          </a:xfrm>
          <a:prstGeom prst="rect">
            <a:avLst/>
          </a:prstGeom>
          <a:noFill/>
          <a:ln w="0">
            <a:noFill/>
          </a:ln>
        </p:spPr>
        <p:txBody>
          <a:bodyPr lIns="0" rIns="0" tIns="0" bIns="0" anchor="b">
            <a:normAutofit/>
          </a:bodyPr>
          <a:p>
            <a:pPr indent="0" algn="r" defTabSz="914400">
              <a:lnSpc>
                <a:spcPct val="100000"/>
              </a:lnSpc>
              <a:buNone/>
              <a:tabLst>
                <a:tab algn="l" pos="0"/>
              </a:tabLst>
            </a:pPr>
            <a:r>
              <a:rPr lang="zh-CN" sz="6600" b="1" u="none" strike="noStrike">
                <a:solidFill>
                  <a:schemeClr val="dk1"/>
                </a:solidFill>
                <a:effectLst/>
                <a:uFillTx/>
                <a:latin typeface="Arial"/>
                <a:ea typeface="微软雅黑"/>
              </a:rPr>
              <a:t>编</a:t>
            </a:r>
            <a:r>
              <a:rPr lang="zh-CN" sz="6600" b="1" u="none" strike="noStrike">
                <a:solidFill>
                  <a:schemeClr val="dk1"/>
                </a:solidFill>
                <a:effectLst/>
                <a:uFillTx/>
                <a:latin typeface="Arial"/>
                <a:ea typeface="微软雅黑"/>
              </a:rPr>
              <a:t>辑</a:t>
            </a:r>
            <a:r>
              <a:rPr lang="zh-CN" sz="6600" b="1" u="none" strike="noStrike">
                <a:solidFill>
                  <a:schemeClr val="dk1"/>
                </a:solidFill>
                <a:effectLst/>
                <a:uFillTx/>
                <a:latin typeface="Arial"/>
                <a:ea typeface="微软雅黑"/>
              </a:rPr>
              <a:t>母</a:t>
            </a:r>
            <a:r>
              <a:rPr lang="zh-CN" sz="6600" b="1" u="none" strike="noStrike">
                <a:solidFill>
                  <a:schemeClr val="dk1"/>
                </a:solidFill>
                <a:effectLst/>
                <a:uFillTx/>
                <a:latin typeface="Arial"/>
                <a:ea typeface="微软雅黑"/>
              </a:rPr>
              <a:t>版</a:t>
            </a:r>
            <a:r>
              <a:rPr lang="zh-CN" sz="6600" b="1" u="none" strike="noStrike">
                <a:solidFill>
                  <a:schemeClr val="dk1"/>
                </a:solidFill>
                <a:effectLst/>
                <a:uFillTx/>
                <a:latin typeface="Arial"/>
                <a:ea typeface="微软雅黑"/>
              </a:rPr>
              <a:t>标</a:t>
            </a:r>
            <a:r>
              <a:rPr lang="zh-CN" sz="6600" b="1" u="none" strike="noStrike">
                <a:solidFill>
                  <a:schemeClr val="dk1"/>
                </a:solidFill>
                <a:effectLst/>
                <a:uFillTx/>
                <a:latin typeface="Arial"/>
                <a:ea typeface="微软雅黑"/>
              </a:rPr>
              <a:t>题</a:t>
            </a:r>
            <a:endParaRPr lang="en-US" sz="6600" b="0" u="none" strike="noStrike">
              <a:solidFill>
                <a:srgbClr val="000000"/>
              </a:solidFill>
              <a:effectLst/>
              <a:uFillTx/>
              <a:latin typeface="Arial"/>
            </a:endParaRPr>
          </a:p>
        </p:txBody>
      </p:sp>
      <p:sp>
        <p:nvSpPr>
          <p:cNvPr id="306" name="PlaceHolder 2"/>
          <p:cNvSpPr>
            <a:spLocks noGrp="1"/>
          </p:cNvSpPr>
          <p:nvPr>
            <p:ph type="dt" idx="16"/>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07" name="PlaceHolder 3"/>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08" name="PlaceHolder 4"/>
          <p:cNvSpPr>
            <a:spLocks noGrp="1"/>
          </p:cNvSpPr>
          <p:nvPr>
            <p:ph type="sldNum" idx="18"/>
          </p:nvPr>
        </p:nvSpPr>
        <p:spPr>
          <a:xfrm>
            <a:off x="861048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309" name="PlaceHolder 5"/>
          <p:cNvSpPr>
            <a:spLocks noGrp="1"/>
          </p:cNvSpPr>
          <p:nvPr>
            <p:ph type="body"/>
          </p:nvPr>
        </p:nvSpPr>
        <p:spPr>
          <a:xfrm>
            <a:off x="7946280" y="822960"/>
            <a:ext cx="2879280" cy="503280"/>
          </a:xfrm>
          <a:prstGeom prst="rect">
            <a:avLst/>
          </a:prstGeom>
          <a:noFill/>
          <a:ln w="0">
            <a:noFill/>
          </a:ln>
        </p:spPr>
        <p:txBody>
          <a:bodyPr lIns="0" rIns="0" tIns="0" bIns="0" anchor="ctr">
            <a:normAutofit/>
          </a:bodyPr>
          <a:p>
            <a:pPr indent="0" algn="r" defTabSz="914400">
              <a:lnSpc>
                <a:spcPct val="100000"/>
              </a:lnSpc>
              <a:spcBef>
                <a:spcPts val="1001"/>
              </a:spcBef>
              <a:buNone/>
              <a:tabLst>
                <a:tab algn="l" pos="0"/>
              </a:tabLst>
            </a:pPr>
            <a:r>
              <a:rPr lang="zh-CN" sz="1600" b="0" u="none" strike="noStrike">
                <a:solidFill>
                  <a:schemeClr val="dk1"/>
                </a:solidFill>
                <a:effectLst/>
                <a:uFillTx/>
                <a:latin typeface="Arial"/>
                <a:ea typeface="微软雅黑"/>
              </a:rPr>
              <a:t>公司</a:t>
            </a:r>
            <a:endParaRPr lang="en-US" sz="1600" b="0" u="none" strike="noStrike">
              <a:solidFill>
                <a:srgbClr val="000000"/>
              </a:solidFill>
              <a:effectLst/>
              <a:uFillTx/>
              <a:latin typeface="Arial"/>
            </a:endParaRPr>
          </a:p>
        </p:txBody>
      </p:sp>
      <p:sp>
        <p:nvSpPr>
          <p:cNvPr id="310" name="PlaceHolder 6"/>
          <p:cNvSpPr>
            <a:spLocks noGrp="1"/>
          </p:cNvSpPr>
          <p:nvPr>
            <p:ph type="body"/>
          </p:nvPr>
        </p:nvSpPr>
        <p:spPr>
          <a:xfrm>
            <a:off x="7946280" y="5399640"/>
            <a:ext cx="2879280" cy="503280"/>
          </a:xfrm>
          <a:prstGeom prst="rect">
            <a:avLst/>
          </a:prstGeom>
          <a:noFill/>
          <a:ln w="0">
            <a:noFill/>
          </a:ln>
        </p:spPr>
        <p:txBody>
          <a:bodyPr lIns="0" rIns="0" tIns="0" bIns="0" anchor="ctr">
            <a:normAutofit/>
          </a:bodyPr>
          <a:p>
            <a:pPr indent="0" algn="r" defTabSz="914400">
              <a:lnSpc>
                <a:spcPct val="100000"/>
              </a:lnSpc>
              <a:spcBef>
                <a:spcPts val="1001"/>
              </a:spcBef>
              <a:buNone/>
              <a:tabLst>
                <a:tab algn="l" pos="0"/>
              </a:tabLst>
            </a:pPr>
            <a:r>
              <a:rPr lang="zh-CN" sz="2000" b="1" u="none" strike="noStrike">
                <a:solidFill>
                  <a:schemeClr val="dk1">
                    <a:lumMod val="85000"/>
                    <a:lumOff val="15000"/>
                  </a:schemeClr>
                </a:solidFill>
                <a:effectLst/>
                <a:uFillTx/>
                <a:latin typeface="Arial"/>
                <a:ea typeface="微软雅黑"/>
              </a:rPr>
              <a:t>署名</a:t>
            </a:r>
            <a:endParaRPr lang="en-US"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标题和内容">
    <p:bg>
      <p:bgPr>
        <a:solidFill>
          <a:srgbClr val="fbf4ea"/>
        </a:solidFill>
      </p:bgPr>
    </p:bg>
    <p:spTree>
      <p:nvGrpSpPr>
        <p:cNvPr id="1" name=""/>
        <p:cNvGrpSpPr/>
        <p:nvPr/>
      </p:nvGrpSpPr>
      <p:grpSpPr>
        <a:xfrm>
          <a:off x="0" y="0"/>
          <a:ext cx="0" cy="0"/>
          <a:chOff x="0" y="0"/>
          <a:chExt cx="0" cy="0"/>
        </a:xfrm>
      </p:grpSpPr>
      <p:sp>
        <p:nvSpPr>
          <p:cNvPr id="311"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2"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3"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4"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5"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6"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7"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8"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19"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0"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1"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2"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3"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4"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5"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6"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7"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8"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29"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0"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1"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2"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3"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4"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5"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6"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7"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8"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39"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0"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1"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2"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3"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44"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45" name="PlaceHolder 1"/>
          <p:cNvSpPr>
            <a:spLocks noGrp="1"/>
          </p:cNvSpPr>
          <p:nvPr>
            <p:ph type="title"/>
          </p:nvPr>
        </p:nvSpPr>
        <p:spPr>
          <a:xfrm>
            <a:off x="695880" y="360000"/>
            <a:ext cx="10799280" cy="71928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a:t>
            </a:r>
            <a:r>
              <a:rPr lang="zh-CN" sz="3200" b="1" u="none" strike="noStrike">
                <a:solidFill>
                  <a:schemeClr val="dk1">
                    <a:lumMod val="75000"/>
                    <a:lumOff val="25000"/>
                  </a:schemeClr>
                </a:solidFill>
                <a:effectLst/>
                <a:uFillTx/>
                <a:latin typeface="Arial"/>
                <a:ea typeface="微软雅黑"/>
              </a:rPr>
              <a:t>此处</a:t>
            </a:r>
            <a:r>
              <a:rPr lang="zh-CN" sz="3200" b="1" u="none" strike="noStrike">
                <a:solidFill>
                  <a:schemeClr val="dk1">
                    <a:lumMod val="75000"/>
                    <a:lumOff val="25000"/>
                  </a:schemeClr>
                </a:solidFill>
                <a:effectLst/>
                <a:uFillTx/>
                <a:latin typeface="Arial"/>
                <a:ea typeface="微软雅黑"/>
              </a:rPr>
              <a:t>编辑</a:t>
            </a:r>
            <a:r>
              <a:rPr lang="zh-CN" sz="3200" b="1" u="none" strike="noStrike">
                <a:solidFill>
                  <a:schemeClr val="dk1">
                    <a:lumMod val="75000"/>
                    <a:lumOff val="25000"/>
                  </a:schemeClr>
                </a:solidFill>
                <a:effectLst/>
                <a:uFillTx/>
                <a:latin typeface="Arial"/>
                <a:ea typeface="微软雅黑"/>
              </a:rPr>
              <a:t>母版</a:t>
            </a:r>
            <a:r>
              <a:rPr lang="zh-CN" sz="3200" b="1" u="none" strike="noStrike">
                <a:solidFill>
                  <a:schemeClr val="dk1">
                    <a:lumMod val="75000"/>
                    <a:lumOff val="25000"/>
                  </a:schemeClr>
                </a:solidFill>
                <a:effectLst/>
                <a:uFillTx/>
                <a:latin typeface="Arial"/>
                <a:ea typeface="微软雅黑"/>
              </a:rPr>
              <a:t>标题</a:t>
            </a:r>
            <a:r>
              <a:rPr lang="zh-CN" sz="3200" b="1" u="none" strike="noStrike">
                <a:solidFill>
                  <a:schemeClr val="dk1">
                    <a:lumMod val="75000"/>
                    <a:lumOff val="25000"/>
                  </a:schemeClr>
                </a:solidFill>
                <a:effectLst/>
                <a:uFillTx/>
                <a:latin typeface="Arial"/>
                <a:ea typeface="微软雅黑"/>
              </a:rPr>
              <a:t>样式</a:t>
            </a:r>
            <a:endParaRPr lang="en-US" sz="3200" b="0" u="none" strike="noStrike">
              <a:solidFill>
                <a:srgbClr val="000000"/>
              </a:solidFill>
              <a:effectLst/>
              <a:uFillTx/>
              <a:latin typeface="Arial"/>
            </a:endParaRPr>
          </a:p>
        </p:txBody>
      </p:sp>
      <p:sp>
        <p:nvSpPr>
          <p:cNvPr id="346" name="PlaceHolder 2"/>
          <p:cNvSpPr>
            <a:spLocks noGrp="1"/>
          </p:cNvSpPr>
          <p:nvPr>
            <p:ph type="body"/>
          </p:nvPr>
        </p:nvSpPr>
        <p:spPr>
          <a:xfrm>
            <a:off x="695880" y="1301760"/>
            <a:ext cx="10799280" cy="487296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347" name="PlaceHolder 3"/>
          <p:cNvSpPr>
            <a:spLocks noGrp="1"/>
          </p:cNvSpPr>
          <p:nvPr>
            <p:ph type="dt" idx="19"/>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348" name="PlaceHolder 4"/>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49" name="PlaceHolder 5"/>
          <p:cNvSpPr>
            <a:spLocks noGrp="1"/>
          </p:cNvSpPr>
          <p:nvPr>
            <p:ph type="sldNum" idx="21"/>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目录">
    <p:bg>
      <p:bgPr>
        <a:solidFill>
          <a:srgbClr val="fbf4ea"/>
        </a:solidFill>
      </p:bgPr>
    </p:bg>
    <p:spTree>
      <p:nvGrpSpPr>
        <p:cNvPr id="1" name=""/>
        <p:cNvGrpSpPr/>
        <p:nvPr/>
      </p:nvGrpSpPr>
      <p:grpSpPr>
        <a:xfrm>
          <a:off x="0" y="0"/>
          <a:ext cx="0" cy="0"/>
          <a:chOff x="0" y="0"/>
          <a:chExt cx="0" cy="0"/>
        </a:xfrm>
      </p:grpSpPr>
      <p:sp>
        <p:nvSpPr>
          <p:cNvPr id="350" name="任意多边形: 形状 80" hidden="1"/>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1" name="任意多边形: 形状 4" hidden="1"/>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2" name="任意多边形: 形状 5" hidden="1"/>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3" name="任意多边形: 形状 6" hidden="1"/>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4" name="任意多边形: 形状 127" hidden="1"/>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5" name="任意多边形: 形状 124" hidden="1"/>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6" name="任意多边形: 形状 9" hidden="1"/>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7" name="任意多边形: 形状 16" hidden="1"/>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8" name="任意多边形: 形状 17" hidden="1"/>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59" name="任意多边形: 形状 18" hidden="1"/>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0" name="任意多边形: 形状 133" hidden="1"/>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1" name="任意多边形: 形状 130" hidden="1"/>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2" name="任意多边形: 形状 121" hidden="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3" name="任意多边形: 形状 118" hidden="1"/>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4" name="任意多边形: 形状 115" hidden="1"/>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5" name="任意多边形: 形状 112" hidden="1"/>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6" name="任意多边形: 形状 109" hidden="1"/>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7" name="任意多边形: 形状 106" hidden="1"/>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8" name="任意多边形: 形状 100" hidden="1"/>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69" name="任意多边形: 形状 103" hidden="1"/>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0" name="任意多边形: 形状 94" hidden="1"/>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1" name="任意多边形: 形状 97" hidden="1"/>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2" name="任意多边形: 形状 91" hidden="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3" name="任意多边形: 形状 83" hidden="1"/>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4" name="任意多边形: 形状 74" hidden="1"/>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5" name="任意多边形: 形状 77" hidden="1"/>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6" name="任意多边形: 形状 47" hidden="1"/>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7" name="任意多边形: 形状 53" hidden="1"/>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8" name="任意多边形: 形状 50" hidden="1"/>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79" name="任意多边形: 形状 65" hidden="1"/>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0" name="任意多边形: 形状 59" hidden="1"/>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1" name="任意多边形: 形状 68" hidden="1"/>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2" name="任意多边形: 形状 71" hidden="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3"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384" name="任意多边形: 形状 84"/>
          <p:cNvSpPr/>
          <p:nvPr/>
        </p:nvSpPr>
        <p:spPr>
          <a:xfrm rot="11094000">
            <a:off x="81720" y="-56880"/>
            <a:ext cx="1208160" cy="1954440"/>
          </a:xfrm>
          <a:custGeom>
            <a:avLst/>
            <a:gdLst>
              <a:gd name="textAreaLeft" fmla="*/ 0 w 1208160"/>
              <a:gd name="textAreaRight" fmla="*/ 1208880 w 1208160"/>
              <a:gd name="textAreaTop" fmla="*/ 0 h 1954440"/>
              <a:gd name="textAreaBottom" fmla="*/ 1955160 h 1954440"/>
              <a:gd name="GluePoint1X" fmla="*/ 2 w 1904"/>
              <a:gd name="GluePoint1Y" fmla="*/ 3079 h 3079"/>
              <a:gd name="GluePoint2X" fmla="*/ 0 w 1904"/>
              <a:gd name="GluePoint2Y" fmla="*/ 3037 h 3079"/>
              <a:gd name="GluePoint3X" fmla="*/ 1768 w 1904"/>
              <a:gd name="GluePoint3Y" fmla="*/ 65 h 3079"/>
              <a:gd name="GluePoint4X" fmla="*/ 1904 w 1904"/>
              <a:gd name="GluePoint4Y" fmla="*/ 0 h 307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04" h="3079">
                <a:moveTo>
                  <a:pt x="2" y="3079"/>
                </a:moveTo>
                <a:lnTo>
                  <a:pt x="0" y="3037"/>
                </a:lnTo>
                <a:cubicBezTo>
                  <a:pt x="0" y="1754"/>
                  <a:pt x="715" y="638"/>
                  <a:pt x="1768" y="65"/>
                </a:cubicBezTo>
                <a:lnTo>
                  <a:pt x="1904"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5" name="任意多边形: 形状 11"/>
          <p:cNvSpPr/>
          <p:nvPr/>
        </p:nvSpPr>
        <p:spPr>
          <a:xfrm rot="11094000">
            <a:off x="2748240" y="3816000"/>
            <a:ext cx="1773000" cy="1883880"/>
          </a:xfrm>
          <a:custGeom>
            <a:avLst/>
            <a:gdLst>
              <a:gd name="textAreaLeft" fmla="*/ 0 w 1773000"/>
              <a:gd name="textAreaRight" fmla="*/ 177372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6" name="任意多边形: 形状 129"/>
          <p:cNvSpPr/>
          <p:nvPr/>
        </p:nvSpPr>
        <p:spPr>
          <a:xfrm rot="11094000">
            <a:off x="185760" y="948240"/>
            <a:ext cx="4266000" cy="4593600"/>
          </a:xfrm>
          <a:custGeom>
            <a:avLst/>
            <a:gdLst>
              <a:gd name="textAreaLeft" fmla="*/ 0 w 4266000"/>
              <a:gd name="textAreaRight" fmla="*/ 4266720 w 4266000"/>
              <a:gd name="textAreaTop" fmla="*/ 0 h 4593600"/>
              <a:gd name="textAreaBottom" fmla="*/ 4594320 h 4593600"/>
              <a:gd name="GluePoint1X" fmla="*/ 0 w 6719"/>
              <a:gd name="GluePoint1Y" fmla="*/ 7235 h 7235"/>
              <a:gd name="GluePoint2X" fmla="*/ 3 w 6719"/>
              <a:gd name="GluePoint2Y" fmla="*/ 7208 h 7235"/>
              <a:gd name="GluePoint3X" fmla="*/ 6476 w 6719"/>
              <a:gd name="GluePoint3Y" fmla="*/ 53 h 7235"/>
              <a:gd name="GluePoint4X" fmla="*/ 6719 w 6719"/>
              <a:gd name="GluePoint4Y" fmla="*/ 0 h 72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19" h="7235">
                <a:moveTo>
                  <a:pt x="0" y="7235"/>
                </a:moveTo>
                <a:lnTo>
                  <a:pt x="3" y="7208"/>
                </a:lnTo>
                <a:cubicBezTo>
                  <a:pt x="535" y="3726"/>
                  <a:pt x="3116" y="918"/>
                  <a:pt x="6476" y="53"/>
                </a:cubicBezTo>
                <a:lnTo>
                  <a:pt x="671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7" name="任意多边形: 形状 132"/>
          <p:cNvSpPr/>
          <p:nvPr/>
        </p:nvSpPr>
        <p:spPr>
          <a:xfrm rot="11094000">
            <a:off x="190080" y="646920"/>
            <a:ext cx="4104720" cy="4670280"/>
          </a:xfrm>
          <a:custGeom>
            <a:avLst/>
            <a:gdLst>
              <a:gd name="textAreaLeft" fmla="*/ 0 w 4104720"/>
              <a:gd name="textAreaRight" fmla="*/ 4105440 w 4104720"/>
              <a:gd name="textAreaTop" fmla="*/ 0 h 4670280"/>
              <a:gd name="textAreaBottom" fmla="*/ 4671000 h 4670280"/>
              <a:gd name="GluePoint1X" fmla="*/ 0 w 6465"/>
              <a:gd name="GluePoint1Y" fmla="*/ 7356 h 7356"/>
              <a:gd name="GluePoint2X" fmla="*/ 1 w 6465"/>
              <a:gd name="GluePoint2Y" fmla="*/ 7340 h 7356"/>
              <a:gd name="GluePoint3X" fmla="*/ 6025 w 6465"/>
              <a:gd name="GluePoint3Y" fmla="*/ 111 h 7356"/>
              <a:gd name="GluePoint4X" fmla="*/ 6465 w 6465"/>
              <a:gd name="GluePoint4Y" fmla="*/ 0 h 735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465" h="7356">
                <a:moveTo>
                  <a:pt x="0" y="7356"/>
                </a:moveTo>
                <a:cubicBezTo>
                  <a:pt x="0" y="7351"/>
                  <a:pt x="1" y="7345"/>
                  <a:pt x="1" y="7340"/>
                </a:cubicBezTo>
                <a:cubicBezTo>
                  <a:pt x="352" y="3888"/>
                  <a:pt x="2785" y="1053"/>
                  <a:pt x="6025" y="111"/>
                </a:cubicBezTo>
                <a:lnTo>
                  <a:pt x="646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8" name="任意多边形: 形状 126"/>
          <p:cNvSpPr/>
          <p:nvPr/>
        </p:nvSpPr>
        <p:spPr>
          <a:xfrm rot="11094000">
            <a:off x="194040" y="-46800"/>
            <a:ext cx="3563640" cy="4709160"/>
          </a:xfrm>
          <a:custGeom>
            <a:avLst/>
            <a:gdLst>
              <a:gd name="textAreaLeft" fmla="*/ 0 w 3563640"/>
              <a:gd name="textAreaRight" fmla="*/ 3564360 w 3563640"/>
              <a:gd name="textAreaTop" fmla="*/ 0 h 4709160"/>
              <a:gd name="textAreaBottom" fmla="*/ 4709880 h 4709160"/>
              <a:gd name="GluePoint1X" fmla="*/ 5 w 5613"/>
              <a:gd name="GluePoint1Y" fmla="*/ 7417 h 7417"/>
              <a:gd name="GluePoint2X" fmla="*/ 0 w 5613"/>
              <a:gd name="GluePoint2Y" fmla="*/ 7209 h 7417"/>
              <a:gd name="GluePoint3X" fmla="*/ 5542 w 5613"/>
              <a:gd name="GluePoint3Y" fmla="*/ 20 h 7417"/>
              <a:gd name="GluePoint4X" fmla="*/ 5604 w 5613"/>
              <a:gd name="GluePoint4Y" fmla="*/ 0 h 7417"/>
              <a:gd name="GluePoint5X" fmla="*/ 5613 w 5613"/>
              <a:gd name="GluePoint5Y" fmla="*/ 8 h 741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613" h="7417">
                <a:moveTo>
                  <a:pt x="5" y="7417"/>
                </a:moveTo>
                <a:cubicBezTo>
                  <a:pt x="4" y="7348"/>
                  <a:pt x="2" y="7279"/>
                  <a:pt x="0" y="7209"/>
                </a:cubicBezTo>
                <a:cubicBezTo>
                  <a:pt x="0" y="3757"/>
                  <a:pt x="2353" y="856"/>
                  <a:pt x="5542" y="20"/>
                </a:cubicBezTo>
                <a:lnTo>
                  <a:pt x="5604" y="0"/>
                </a:lnTo>
                <a:lnTo>
                  <a:pt x="5613" y="8"/>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89" name="任意多边形: 形状 123"/>
          <p:cNvSpPr/>
          <p:nvPr/>
        </p:nvSpPr>
        <p:spPr>
          <a:xfrm rot="11094000">
            <a:off x="190080" y="-153000"/>
            <a:ext cx="3373200" cy="4599360"/>
          </a:xfrm>
          <a:custGeom>
            <a:avLst/>
            <a:gdLst>
              <a:gd name="textAreaLeft" fmla="*/ 0 w 3373200"/>
              <a:gd name="textAreaRight" fmla="*/ 3373920 w 3373200"/>
              <a:gd name="textAreaTop" fmla="*/ 0 h 4599360"/>
              <a:gd name="textAreaBottom" fmla="*/ 4600080 h 4599360"/>
              <a:gd name="GluePoint1X" fmla="*/ 10 w 5313"/>
              <a:gd name="GluePoint1Y" fmla="*/ 7244 h 7244"/>
              <a:gd name="GluePoint2X" fmla="*/ 0 w 5313"/>
              <a:gd name="GluePoint2Y" fmla="*/ 6882 h 7244"/>
              <a:gd name="GluePoint3X" fmla="*/ 5004 w 5313"/>
              <a:gd name="GluePoint3Y" fmla="*/ 79 h 7244"/>
              <a:gd name="GluePoint4X" fmla="*/ 5305 w 5313"/>
              <a:gd name="GluePoint4Y" fmla="*/ 0 h 7244"/>
              <a:gd name="GluePoint5X" fmla="*/ 5313 w 5313"/>
              <a:gd name="GluePoint5Y" fmla="*/ 0 h 7244"/>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5313" h="7244">
                <a:moveTo>
                  <a:pt x="10" y="7244"/>
                </a:moveTo>
                <a:lnTo>
                  <a:pt x="0" y="6882"/>
                </a:lnTo>
                <a:cubicBezTo>
                  <a:pt x="0" y="3685"/>
                  <a:pt x="2105" y="981"/>
                  <a:pt x="5004" y="79"/>
                </a:cubicBezTo>
                <a:lnTo>
                  <a:pt x="5305" y="0"/>
                </a:lnTo>
                <a:lnTo>
                  <a:pt x="531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0" name="任意多边形: 形状 16"/>
          <p:cNvSpPr/>
          <p:nvPr/>
        </p:nvSpPr>
        <p:spPr>
          <a:xfrm rot="11094000">
            <a:off x="1342080" y="2269080"/>
            <a:ext cx="3429000" cy="3658320"/>
          </a:xfrm>
          <a:custGeom>
            <a:avLst/>
            <a:gdLst>
              <a:gd name="textAreaLeft" fmla="*/ 0 w 3429000"/>
              <a:gd name="textAreaRight" fmla="*/ 3429720 w 3429000"/>
              <a:gd name="textAreaTop" fmla="*/ 0 h 3658320"/>
              <a:gd name="textAreaBottom" fmla="*/ 3659040 h 365832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1" name="任意多边形: 形状 17"/>
          <p:cNvSpPr/>
          <p:nvPr/>
        </p:nvSpPr>
        <p:spPr>
          <a:xfrm rot="11094000">
            <a:off x="1998000" y="2971800"/>
            <a:ext cx="2743920" cy="2937600"/>
          </a:xfrm>
          <a:custGeom>
            <a:avLst/>
            <a:gdLst>
              <a:gd name="textAreaLeft" fmla="*/ 0 w 2743920"/>
              <a:gd name="textAreaRight" fmla="*/ 274464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2" name="任意多边形: 形状 18"/>
          <p:cNvSpPr/>
          <p:nvPr/>
        </p:nvSpPr>
        <p:spPr>
          <a:xfrm rot="11094000">
            <a:off x="871200" y="1766880"/>
            <a:ext cx="3835800" cy="4083480"/>
          </a:xfrm>
          <a:custGeom>
            <a:avLst/>
            <a:gdLst>
              <a:gd name="textAreaLeft" fmla="*/ 0 w 3835800"/>
              <a:gd name="textAreaRight" fmla="*/ 383652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3" name="任意多边形: 形状 19"/>
          <p:cNvSpPr/>
          <p:nvPr/>
        </p:nvSpPr>
        <p:spPr>
          <a:xfrm rot="11094000">
            <a:off x="460440" y="1315080"/>
            <a:ext cx="4133880" cy="4399920"/>
          </a:xfrm>
          <a:custGeom>
            <a:avLst/>
            <a:gdLst>
              <a:gd name="textAreaLeft" fmla="*/ 0 w 4133880"/>
              <a:gd name="textAreaRight" fmla="*/ 413460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4" name="任意多边形: 形状 135"/>
          <p:cNvSpPr/>
          <p:nvPr/>
        </p:nvSpPr>
        <p:spPr>
          <a:xfrm rot="11094000">
            <a:off x="192240" y="394560"/>
            <a:ext cx="3927960" cy="4711680"/>
          </a:xfrm>
          <a:custGeom>
            <a:avLst/>
            <a:gdLst>
              <a:gd name="textAreaLeft" fmla="*/ 0 w 3927960"/>
              <a:gd name="textAreaRight" fmla="*/ 3928680 w 3927960"/>
              <a:gd name="textAreaTop" fmla="*/ 0 h 4711680"/>
              <a:gd name="textAreaBottom" fmla="*/ 4712400 h 4711680"/>
              <a:gd name="GluePoint1X" fmla="*/ 0 w 6187"/>
              <a:gd name="GluePoint1Y" fmla="*/ 7421 h 7421"/>
              <a:gd name="GluePoint2X" fmla="*/ 28 w 6187"/>
              <a:gd name="GluePoint2Y" fmla="*/ 7052 h 7421"/>
              <a:gd name="GluePoint3X" fmla="*/ 6187 w 6187"/>
              <a:gd name="GluePoint3Y" fmla="*/ 0 h 7421"/>
            </a:gdLst>
            <a:ahLst/>
            <a:cxnLst>
              <a:cxn ang="0">
                <a:pos x="GluePoint1X" y="GluePoint1Y"/>
              </a:cxn>
              <a:cxn ang="0">
                <a:pos x="GluePoint2X" y="GluePoint2Y"/>
              </a:cxn>
              <a:cxn ang="0">
                <a:pos x="GluePoint3X" y="GluePoint3Y"/>
              </a:cxn>
            </a:cxnLst>
            <a:rect l="textAreaLeft" t="textAreaTop" r="textAreaRight" b="textAreaBottom"/>
            <a:pathLst>
              <a:path w="6187" h="7421">
                <a:moveTo>
                  <a:pt x="0" y="7421"/>
                </a:moveTo>
                <a:lnTo>
                  <a:pt x="28" y="7052"/>
                </a:lnTo>
                <a:cubicBezTo>
                  <a:pt x="378" y="3603"/>
                  <a:pt x="2890" y="794"/>
                  <a:pt x="6187"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5" name="任意多边形: 形状 138"/>
          <p:cNvSpPr/>
          <p:nvPr/>
        </p:nvSpPr>
        <p:spPr>
          <a:xfrm rot="11094000">
            <a:off x="193320" y="169200"/>
            <a:ext cx="3759120" cy="4723200"/>
          </a:xfrm>
          <a:custGeom>
            <a:avLst/>
            <a:gdLst>
              <a:gd name="textAreaLeft" fmla="*/ 0 w 3759120"/>
              <a:gd name="textAreaRight" fmla="*/ 3759840 w 3759120"/>
              <a:gd name="textAreaTop" fmla="*/ 0 h 4723200"/>
              <a:gd name="textAreaBottom" fmla="*/ 4723920 h 4723200"/>
              <a:gd name="GluePoint1X" fmla="*/ 0 w 5921"/>
              <a:gd name="GluePoint1Y" fmla="*/ 7439 h 7439"/>
              <a:gd name="GluePoint2X" fmla="*/ 7 w 5921"/>
              <a:gd name="GluePoint2Y" fmla="*/ 7157 h 7439"/>
              <a:gd name="GluePoint3X" fmla="*/ 5603 w 5921"/>
              <a:gd name="GluePoint3Y" fmla="*/ 82 h 7439"/>
              <a:gd name="GluePoint4X" fmla="*/ 5921 w 5921"/>
              <a:gd name="GluePoint4Y" fmla="*/ 0 h 74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921" h="7439">
                <a:moveTo>
                  <a:pt x="0" y="7439"/>
                </a:moveTo>
                <a:cubicBezTo>
                  <a:pt x="2" y="7345"/>
                  <a:pt x="5" y="7251"/>
                  <a:pt x="7" y="7157"/>
                </a:cubicBezTo>
                <a:cubicBezTo>
                  <a:pt x="178" y="3790"/>
                  <a:pt x="2487" y="988"/>
                  <a:pt x="5603" y="82"/>
                </a:cubicBezTo>
                <a:lnTo>
                  <a:pt x="59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6" name="任意多边形: 形状 120"/>
          <p:cNvSpPr/>
          <p:nvPr/>
        </p:nvSpPr>
        <p:spPr>
          <a:xfrm rot="11094000">
            <a:off x="181080" y="-145800"/>
            <a:ext cx="3190320" cy="4376880"/>
          </a:xfrm>
          <a:custGeom>
            <a:avLst/>
            <a:gdLst>
              <a:gd name="textAreaLeft" fmla="*/ 0 w 3190320"/>
              <a:gd name="textAreaRight" fmla="*/ 3191040 w 3190320"/>
              <a:gd name="textAreaTop" fmla="*/ 0 h 4376880"/>
              <a:gd name="textAreaBottom" fmla="*/ 4377600 h 4376880"/>
              <a:gd name="GluePoint1X" fmla="*/ 8 w 5025"/>
              <a:gd name="GluePoint1Y" fmla="*/ 6894 h 6894"/>
              <a:gd name="GluePoint2X" fmla="*/ 5 w 5025"/>
              <a:gd name="GluePoint2Y" fmla="*/ 6821 h 6894"/>
              <a:gd name="GluePoint3X" fmla="*/ 0 w 5025"/>
              <a:gd name="GluePoint3Y" fmla="*/ 6558 h 6894"/>
              <a:gd name="GluePoint4X" fmla="*/ 4779 w 5025"/>
              <a:gd name="GluePoint4Y" fmla="*/ 62 h 6894"/>
              <a:gd name="GluePoint5X" fmla="*/ 5024 w 5025"/>
              <a:gd name="GluePoint5Y" fmla="*/ 0 h 6894"/>
              <a:gd name="GluePoint6X" fmla="*/ 5025 w 5025"/>
              <a:gd name="GluePoint6Y" fmla="*/ 3 h 689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025" h="6894">
                <a:moveTo>
                  <a:pt x="8" y="6894"/>
                </a:moveTo>
                <a:lnTo>
                  <a:pt x="5" y="6821"/>
                </a:lnTo>
                <a:cubicBezTo>
                  <a:pt x="2" y="6734"/>
                  <a:pt x="0" y="6646"/>
                  <a:pt x="0" y="6558"/>
                </a:cubicBezTo>
                <a:cubicBezTo>
                  <a:pt x="0" y="3506"/>
                  <a:pt x="2010" y="923"/>
                  <a:pt x="4779" y="62"/>
                </a:cubicBezTo>
                <a:lnTo>
                  <a:pt x="5024" y="0"/>
                </a:lnTo>
                <a:lnTo>
                  <a:pt x="5025" y="3"/>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7" name="任意多边形: 形状 117"/>
          <p:cNvSpPr/>
          <p:nvPr/>
        </p:nvSpPr>
        <p:spPr>
          <a:xfrm rot="11094000">
            <a:off x="172080" y="-137160"/>
            <a:ext cx="3002760" cy="4152960"/>
          </a:xfrm>
          <a:custGeom>
            <a:avLst/>
            <a:gdLst>
              <a:gd name="textAreaLeft" fmla="*/ 0 w 3002760"/>
              <a:gd name="textAreaRight" fmla="*/ 3003480 w 3002760"/>
              <a:gd name="textAreaTop" fmla="*/ 0 h 4152960"/>
              <a:gd name="textAreaBottom" fmla="*/ 4153680 h 4152960"/>
              <a:gd name="GluePoint1X" fmla="*/ 15 w 4730"/>
              <a:gd name="GluePoint1Y" fmla="*/ 6541 h 6541"/>
              <a:gd name="GluePoint2X" fmla="*/ 0 w 4730"/>
              <a:gd name="GluePoint2Y" fmla="*/ 6235 h 6541"/>
              <a:gd name="GluePoint3X" fmla="*/ 4553 w 4730"/>
              <a:gd name="GluePoint3Y" fmla="*/ 46 h 6541"/>
              <a:gd name="GluePoint4X" fmla="*/ 4730 w 4730"/>
              <a:gd name="GluePoint4Y" fmla="*/ 0 h 654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730" h="6541">
                <a:moveTo>
                  <a:pt x="15" y="6541"/>
                </a:moveTo>
                <a:lnTo>
                  <a:pt x="0" y="6235"/>
                </a:lnTo>
                <a:cubicBezTo>
                  <a:pt x="0" y="3327"/>
                  <a:pt x="1915" y="866"/>
                  <a:pt x="4553" y="46"/>
                </a:cubicBezTo>
                <a:lnTo>
                  <a:pt x="4730"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8" name="任意多边形: 形状 114"/>
          <p:cNvSpPr/>
          <p:nvPr/>
        </p:nvSpPr>
        <p:spPr>
          <a:xfrm rot="11094000">
            <a:off x="163080" y="-128520"/>
            <a:ext cx="2818080" cy="3931200"/>
          </a:xfrm>
          <a:custGeom>
            <a:avLst/>
            <a:gdLst>
              <a:gd name="textAreaLeft" fmla="*/ 0 w 2818080"/>
              <a:gd name="textAreaRight" fmla="*/ 2818800 w 2818080"/>
              <a:gd name="textAreaTop" fmla="*/ 0 h 3931200"/>
              <a:gd name="textAreaBottom" fmla="*/ 3931920 h 3931200"/>
              <a:gd name="GluePoint1X" fmla="*/ 14 w 4439"/>
              <a:gd name="GluePoint1Y" fmla="*/ 6192 h 6192"/>
              <a:gd name="GluePoint2X" fmla="*/ 0 w 4439"/>
              <a:gd name="GluePoint2Y" fmla="*/ 5913 h 6192"/>
              <a:gd name="GluePoint3X" fmla="*/ 4329 w 4439"/>
              <a:gd name="GluePoint3Y" fmla="*/ 28 h 6192"/>
              <a:gd name="GluePoint4X" fmla="*/ 4439 w 4439"/>
              <a:gd name="GluePoint4Y" fmla="*/ 0 h 61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439" h="6192">
                <a:moveTo>
                  <a:pt x="14" y="6192"/>
                </a:moveTo>
                <a:lnTo>
                  <a:pt x="0" y="5913"/>
                </a:lnTo>
                <a:cubicBezTo>
                  <a:pt x="0" y="3148"/>
                  <a:pt x="1821" y="809"/>
                  <a:pt x="4329" y="28"/>
                </a:cubicBezTo>
                <a:lnTo>
                  <a:pt x="443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399" name="任意多边形: 形状 111"/>
          <p:cNvSpPr/>
          <p:nvPr/>
        </p:nvSpPr>
        <p:spPr>
          <a:xfrm rot="11094000">
            <a:off x="154800" y="-120960"/>
            <a:ext cx="2647800" cy="3728520"/>
          </a:xfrm>
          <a:custGeom>
            <a:avLst/>
            <a:gdLst>
              <a:gd name="textAreaLeft" fmla="*/ 0 w 2647800"/>
              <a:gd name="textAreaRight" fmla="*/ 2648520 w 2647800"/>
              <a:gd name="textAreaTop" fmla="*/ 0 h 3728520"/>
              <a:gd name="textAreaBottom" fmla="*/ 3729240 h 3728520"/>
              <a:gd name="GluePoint1X" fmla="*/ 13 w 4171"/>
              <a:gd name="GluePoint1Y" fmla="*/ 5873 h 5873"/>
              <a:gd name="GluePoint2X" fmla="*/ 0 w 4171"/>
              <a:gd name="GluePoint2Y" fmla="*/ 5619 h 5873"/>
              <a:gd name="GluePoint3X" fmla="*/ 4123 w 4171"/>
              <a:gd name="GluePoint3Y" fmla="*/ 12 h 5873"/>
              <a:gd name="GluePoint4X" fmla="*/ 4171 w 4171"/>
              <a:gd name="GluePoint4Y" fmla="*/ 0 h 587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71" h="5873">
                <a:moveTo>
                  <a:pt x="13" y="5873"/>
                </a:moveTo>
                <a:lnTo>
                  <a:pt x="0" y="5619"/>
                </a:lnTo>
                <a:cubicBezTo>
                  <a:pt x="0" y="2984"/>
                  <a:pt x="1734" y="756"/>
                  <a:pt x="4123" y="12"/>
                </a:cubicBezTo>
                <a:lnTo>
                  <a:pt x="417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0" name="任意多边形: 形状 108"/>
          <p:cNvSpPr/>
          <p:nvPr/>
        </p:nvSpPr>
        <p:spPr>
          <a:xfrm rot="11094000">
            <a:off x="145080" y="-111600"/>
            <a:ext cx="2455560" cy="3496320"/>
          </a:xfrm>
          <a:custGeom>
            <a:avLst/>
            <a:gdLst>
              <a:gd name="textAreaLeft" fmla="*/ 0 w 2455560"/>
              <a:gd name="textAreaRight" fmla="*/ 2456280 w 2455560"/>
              <a:gd name="textAreaTop" fmla="*/ 0 h 3496320"/>
              <a:gd name="textAreaBottom" fmla="*/ 3497040 h 3496320"/>
              <a:gd name="GluePoint1X" fmla="*/ 11 w 3868"/>
              <a:gd name="GluePoint1Y" fmla="*/ 5507 h 5507"/>
              <a:gd name="GluePoint2X" fmla="*/ 0 w 3868"/>
              <a:gd name="GluePoint2Y" fmla="*/ 5281 h 5507"/>
              <a:gd name="GluePoint3X" fmla="*/ 3837 w 3868"/>
              <a:gd name="GluePoint3Y" fmla="*/ 10 h 5507"/>
              <a:gd name="GluePoint4X" fmla="*/ 3868 w 3868"/>
              <a:gd name="GluePoint4Y" fmla="*/ 0 h 55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868" h="5507">
                <a:moveTo>
                  <a:pt x="11" y="5507"/>
                </a:moveTo>
                <a:lnTo>
                  <a:pt x="0" y="5281"/>
                </a:lnTo>
                <a:cubicBezTo>
                  <a:pt x="0" y="2816"/>
                  <a:pt x="1611" y="727"/>
                  <a:pt x="3837" y="10"/>
                </a:cubicBezTo>
                <a:lnTo>
                  <a:pt x="386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1" name="任意多边形: 形状 105"/>
          <p:cNvSpPr/>
          <p:nvPr/>
        </p:nvSpPr>
        <p:spPr>
          <a:xfrm rot="11094000">
            <a:off x="137160" y="-104400"/>
            <a:ext cx="2282040" cy="3282840"/>
          </a:xfrm>
          <a:custGeom>
            <a:avLst/>
            <a:gdLst>
              <a:gd name="textAreaLeft" fmla="*/ 0 w 2282040"/>
              <a:gd name="textAreaRight" fmla="*/ 2282760 w 2282040"/>
              <a:gd name="textAreaTop" fmla="*/ 0 h 3282840"/>
              <a:gd name="textAreaBottom" fmla="*/ 3283560 h 3282840"/>
              <a:gd name="GluePoint1X" fmla="*/ 10 w 3595"/>
              <a:gd name="GluePoint1Y" fmla="*/ 5171 h 5171"/>
              <a:gd name="GluePoint2X" fmla="*/ 0 w 3595"/>
              <a:gd name="GluePoint2Y" fmla="*/ 4971 h 5171"/>
              <a:gd name="GluePoint3X" fmla="*/ 3198 w 3595"/>
              <a:gd name="GluePoint3Y" fmla="*/ 146 h 5171"/>
              <a:gd name="GluePoint4X" fmla="*/ 3595 w 3595"/>
              <a:gd name="GluePoint4Y" fmla="*/ 0 h 517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95" h="5171">
                <a:moveTo>
                  <a:pt x="10" y="5171"/>
                </a:moveTo>
                <a:lnTo>
                  <a:pt x="0" y="4971"/>
                </a:lnTo>
                <a:cubicBezTo>
                  <a:pt x="0" y="2801"/>
                  <a:pt x="1319" y="940"/>
                  <a:pt x="3198" y="146"/>
                </a:cubicBezTo>
                <a:lnTo>
                  <a:pt x="3595"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2" name="任意多边形: 形状 102"/>
          <p:cNvSpPr/>
          <p:nvPr/>
        </p:nvSpPr>
        <p:spPr>
          <a:xfrm rot="11094000">
            <a:off x="128160" y="-97200"/>
            <a:ext cx="2120760" cy="3085560"/>
          </a:xfrm>
          <a:custGeom>
            <a:avLst/>
            <a:gdLst>
              <a:gd name="textAreaLeft" fmla="*/ 0 w 2120760"/>
              <a:gd name="textAreaRight" fmla="*/ 2121480 w 2120760"/>
              <a:gd name="textAreaTop" fmla="*/ 0 h 3085560"/>
              <a:gd name="textAreaBottom" fmla="*/ 3086280 h 3085560"/>
              <a:gd name="GluePoint1X" fmla="*/ 9 w 3341"/>
              <a:gd name="GluePoint1Y" fmla="*/ 4860 h 4860"/>
              <a:gd name="GluePoint2X" fmla="*/ 0 w 3341"/>
              <a:gd name="GluePoint2Y" fmla="*/ 4683 h 4860"/>
              <a:gd name="GluePoint3X" fmla="*/ 3028 w 3341"/>
              <a:gd name="GluePoint3Y" fmla="*/ 115 h 4860"/>
              <a:gd name="GluePoint4X" fmla="*/ 3341 w 3341"/>
              <a:gd name="GluePoint4Y" fmla="*/ 0 h 486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41" h="4860">
                <a:moveTo>
                  <a:pt x="9" y="4860"/>
                </a:moveTo>
                <a:lnTo>
                  <a:pt x="0" y="4683"/>
                </a:lnTo>
                <a:cubicBezTo>
                  <a:pt x="0" y="2630"/>
                  <a:pt x="1248" y="867"/>
                  <a:pt x="3028" y="115"/>
                </a:cubicBezTo>
                <a:lnTo>
                  <a:pt x="334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3" name="任意多边形: 形状 99"/>
          <p:cNvSpPr/>
          <p:nvPr/>
        </p:nvSpPr>
        <p:spPr>
          <a:xfrm rot="11094000">
            <a:off x="119880" y="-89280"/>
            <a:ext cx="1950480" cy="2877120"/>
          </a:xfrm>
          <a:custGeom>
            <a:avLst/>
            <a:gdLst>
              <a:gd name="textAreaLeft" fmla="*/ 0 w 1950480"/>
              <a:gd name="textAreaRight" fmla="*/ 1951200 w 1950480"/>
              <a:gd name="textAreaTop" fmla="*/ 0 h 2877120"/>
              <a:gd name="textAreaBottom" fmla="*/ 2877840 h 2877120"/>
              <a:gd name="GluePoint1X" fmla="*/ 6 w 3073"/>
              <a:gd name="GluePoint1Y" fmla="*/ 4532 h 4532"/>
              <a:gd name="GluePoint2X" fmla="*/ 0 w 3073"/>
              <a:gd name="GluePoint2Y" fmla="*/ 4380 h 4532"/>
              <a:gd name="GluePoint3X" fmla="*/ 2848 w 3073"/>
              <a:gd name="GluePoint3Y" fmla="*/ 82 h 4532"/>
              <a:gd name="GluePoint4X" fmla="*/ 3073 w 3073"/>
              <a:gd name="GluePoint4Y" fmla="*/ 0 h 453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3" h="4532">
                <a:moveTo>
                  <a:pt x="6" y="4532"/>
                </a:moveTo>
                <a:lnTo>
                  <a:pt x="0" y="4380"/>
                </a:lnTo>
                <a:cubicBezTo>
                  <a:pt x="0" y="2448"/>
                  <a:pt x="1174" y="790"/>
                  <a:pt x="2848" y="82"/>
                </a:cubicBezTo>
                <a:lnTo>
                  <a:pt x="307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4" name="任意多边形: 形状 96"/>
          <p:cNvSpPr/>
          <p:nvPr/>
        </p:nvSpPr>
        <p:spPr>
          <a:xfrm rot="11094000">
            <a:off x="112320" y="-82440"/>
            <a:ext cx="1798200" cy="2689200"/>
          </a:xfrm>
          <a:custGeom>
            <a:avLst/>
            <a:gdLst>
              <a:gd name="textAreaLeft" fmla="*/ 0 w 1798200"/>
              <a:gd name="textAreaRight" fmla="*/ 1798920 w 1798200"/>
              <a:gd name="textAreaTop" fmla="*/ 0 h 2689200"/>
              <a:gd name="textAreaBottom" fmla="*/ 2689920 h 2689200"/>
              <a:gd name="GluePoint1X" fmla="*/ 10 w 2833"/>
              <a:gd name="GluePoint1Y" fmla="*/ 4236 h 4236"/>
              <a:gd name="GluePoint2X" fmla="*/ 0 w 2833"/>
              <a:gd name="GluePoint2Y" fmla="*/ 4107 h 4236"/>
              <a:gd name="GluePoint3X" fmla="*/ 2687 w 2833"/>
              <a:gd name="GluePoint3Y" fmla="*/ 53 h 4236"/>
              <a:gd name="GluePoint4X" fmla="*/ 2833 w 2833"/>
              <a:gd name="GluePoint4Y" fmla="*/ 0 h 423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33" h="4236">
                <a:moveTo>
                  <a:pt x="10" y="4236"/>
                </a:moveTo>
                <a:lnTo>
                  <a:pt x="0" y="4107"/>
                </a:lnTo>
                <a:cubicBezTo>
                  <a:pt x="0" y="2285"/>
                  <a:pt x="1108" y="721"/>
                  <a:pt x="2687" y="53"/>
                </a:cubicBezTo>
                <a:lnTo>
                  <a:pt x="2833"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5" name="任意多边形: 形状 93"/>
          <p:cNvSpPr/>
          <p:nvPr/>
        </p:nvSpPr>
        <p:spPr>
          <a:xfrm rot="11094000">
            <a:off x="104760" y="-76320"/>
            <a:ext cx="1656000" cy="2515320"/>
          </a:xfrm>
          <a:custGeom>
            <a:avLst/>
            <a:gdLst>
              <a:gd name="textAreaLeft" fmla="*/ 0 w 1656000"/>
              <a:gd name="textAreaRight" fmla="*/ 1656720 w 1656000"/>
              <a:gd name="textAreaTop" fmla="*/ 0 h 2515320"/>
              <a:gd name="textAreaBottom" fmla="*/ 2516040 h 2515320"/>
              <a:gd name="GluePoint1X" fmla="*/ 8 w 2609"/>
              <a:gd name="GluePoint1Y" fmla="*/ 3962 h 3962"/>
              <a:gd name="GluePoint2X" fmla="*/ 0 w 2609"/>
              <a:gd name="GluePoint2Y" fmla="*/ 3854 h 3962"/>
              <a:gd name="GluePoint3X" fmla="*/ 2537 w 2609"/>
              <a:gd name="GluePoint3Y" fmla="*/ 26 h 3962"/>
              <a:gd name="GluePoint4X" fmla="*/ 2609 w 2609"/>
              <a:gd name="GluePoint4Y" fmla="*/ 0 h 39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09" h="3962">
                <a:moveTo>
                  <a:pt x="8" y="3962"/>
                </a:moveTo>
                <a:lnTo>
                  <a:pt x="0" y="3854"/>
                </a:lnTo>
                <a:cubicBezTo>
                  <a:pt x="0" y="2133"/>
                  <a:pt x="1046" y="657"/>
                  <a:pt x="2537" y="26"/>
                </a:cubicBezTo>
                <a:lnTo>
                  <a:pt x="260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6" name="任意多边形: 形状 90"/>
          <p:cNvSpPr/>
          <p:nvPr/>
        </p:nvSpPr>
        <p:spPr>
          <a:xfrm rot="11094000">
            <a:off x="97560" y="-70200"/>
            <a:ext cx="1511280" cy="2337840"/>
          </a:xfrm>
          <a:custGeom>
            <a:avLst/>
            <a:gdLst>
              <a:gd name="textAreaLeft" fmla="*/ 0 w 1511280"/>
              <a:gd name="textAreaRight" fmla="*/ 1512000 w 1511280"/>
              <a:gd name="textAreaTop" fmla="*/ 0 h 2337840"/>
              <a:gd name="textAreaBottom" fmla="*/ 2338560 h 2337840"/>
              <a:gd name="GluePoint1X" fmla="*/ 7 w 2381"/>
              <a:gd name="GluePoint1Y" fmla="*/ 3683 h 3683"/>
              <a:gd name="GluePoint2X" fmla="*/ 0 w 2381"/>
              <a:gd name="GluePoint2Y" fmla="*/ 3596 h 3683"/>
              <a:gd name="GluePoint3X" fmla="*/ 2319 w 2381"/>
              <a:gd name="GluePoint3Y" fmla="*/ 27 h 3683"/>
              <a:gd name="GluePoint4X" fmla="*/ 2381 w 2381"/>
              <a:gd name="GluePoint4Y" fmla="*/ 0 h 368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81" h="3683">
                <a:moveTo>
                  <a:pt x="7" y="3683"/>
                </a:moveTo>
                <a:lnTo>
                  <a:pt x="0" y="3596"/>
                </a:lnTo>
                <a:cubicBezTo>
                  <a:pt x="0" y="2004"/>
                  <a:pt x="953" y="635"/>
                  <a:pt x="2319" y="27"/>
                </a:cubicBezTo>
                <a:lnTo>
                  <a:pt x="238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7" name="任意多边形: 形状 87"/>
          <p:cNvSpPr/>
          <p:nvPr/>
        </p:nvSpPr>
        <p:spPr>
          <a:xfrm rot="11094000">
            <a:off x="88560" y="-63000"/>
            <a:ext cx="1355760" cy="2140560"/>
          </a:xfrm>
          <a:custGeom>
            <a:avLst/>
            <a:gdLst>
              <a:gd name="textAreaLeft" fmla="*/ 0 w 1355760"/>
              <a:gd name="textAreaRight" fmla="*/ 1356480 w 1355760"/>
              <a:gd name="textAreaTop" fmla="*/ 0 h 2140560"/>
              <a:gd name="textAreaBottom" fmla="*/ 2141280 h 2140560"/>
              <a:gd name="GluePoint1X" fmla="*/ 5 w 2136"/>
              <a:gd name="GluePoint1Y" fmla="*/ 3372 h 3372"/>
              <a:gd name="GluePoint2X" fmla="*/ 0 w 2136"/>
              <a:gd name="GluePoint2Y" fmla="*/ 3308 h 3372"/>
              <a:gd name="GluePoint3X" fmla="*/ 1902 w 2136"/>
              <a:gd name="GluePoint3Y" fmla="*/ 113 h 3372"/>
              <a:gd name="GluePoint4X" fmla="*/ 2136 w 2136"/>
              <a:gd name="GluePoint4Y" fmla="*/ 0 h 337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6" h="3372">
                <a:moveTo>
                  <a:pt x="5" y="3372"/>
                </a:moveTo>
                <a:lnTo>
                  <a:pt x="0" y="3308"/>
                </a:lnTo>
                <a:cubicBezTo>
                  <a:pt x="0" y="1928"/>
                  <a:pt x="769" y="728"/>
                  <a:pt x="1902" y="113"/>
                </a:cubicBezTo>
                <a:lnTo>
                  <a:pt x="2136"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8" name="任意多边形: 形状 81"/>
          <p:cNvSpPr/>
          <p:nvPr/>
        </p:nvSpPr>
        <p:spPr>
          <a:xfrm rot="11094000">
            <a:off x="73440" y="-50040"/>
            <a:ext cx="1064880" cy="1773000"/>
          </a:xfrm>
          <a:custGeom>
            <a:avLst/>
            <a:gdLst>
              <a:gd name="textAreaLeft" fmla="*/ 0 w 1064880"/>
              <a:gd name="textAreaRight" fmla="*/ 1065600 w 1064880"/>
              <a:gd name="textAreaTop" fmla="*/ 0 h 1773000"/>
              <a:gd name="textAreaBottom" fmla="*/ 1773720 h 1773000"/>
              <a:gd name="GluePoint1X" fmla="*/ 2 w 1678"/>
              <a:gd name="GluePoint1Y" fmla="*/ 2793 h 2793"/>
              <a:gd name="GluePoint2X" fmla="*/ 0 w 1678"/>
              <a:gd name="GluePoint2Y" fmla="*/ 2772 h 2793"/>
              <a:gd name="GluePoint3X" fmla="*/ 1638 w 1678"/>
              <a:gd name="GluePoint3Y" fmla="*/ 19 h 2793"/>
              <a:gd name="GluePoint4X" fmla="*/ 1678 w 1678"/>
              <a:gd name="GluePoint4Y" fmla="*/ 0 h 2793"/>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78" h="2793">
                <a:moveTo>
                  <a:pt x="2" y="2793"/>
                </a:moveTo>
                <a:lnTo>
                  <a:pt x="0" y="2772"/>
                </a:lnTo>
                <a:cubicBezTo>
                  <a:pt x="0" y="1584"/>
                  <a:pt x="662" y="549"/>
                  <a:pt x="1638" y="19"/>
                </a:cubicBezTo>
                <a:lnTo>
                  <a:pt x="167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09" name="任意多边形: 形状 78"/>
          <p:cNvSpPr/>
          <p:nvPr/>
        </p:nvSpPr>
        <p:spPr>
          <a:xfrm rot="11094000">
            <a:off x="65880" y="-43560"/>
            <a:ext cx="925920" cy="1591920"/>
          </a:xfrm>
          <a:custGeom>
            <a:avLst/>
            <a:gdLst>
              <a:gd name="textAreaLeft" fmla="*/ 0 w 925920"/>
              <a:gd name="textAreaRight" fmla="*/ 926640 w 925920"/>
              <a:gd name="textAreaTop" fmla="*/ 0 h 1591920"/>
              <a:gd name="textAreaBottom" fmla="*/ 1592640 h 1591920"/>
              <a:gd name="GluePoint1X" fmla="*/ 0 w 1459"/>
              <a:gd name="GluePoint1Y" fmla="*/ 2508 h 2508"/>
              <a:gd name="GluePoint2X" fmla="*/ 0 w 1459"/>
              <a:gd name="GluePoint2Y" fmla="*/ 2461 h 2508"/>
              <a:gd name="GluePoint3X" fmla="*/ 1273 w 1459"/>
              <a:gd name="GluePoint3Y" fmla="*/ 113 h 2508"/>
              <a:gd name="GluePoint4X" fmla="*/ 1459 w 1459"/>
              <a:gd name="GluePoint4Y" fmla="*/ 0 h 250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459" h="2508">
                <a:moveTo>
                  <a:pt x="0" y="2508"/>
                </a:moveTo>
                <a:lnTo>
                  <a:pt x="0" y="2461"/>
                </a:lnTo>
                <a:cubicBezTo>
                  <a:pt x="16" y="1484"/>
                  <a:pt x="517" y="624"/>
                  <a:pt x="1273" y="113"/>
                </a:cubicBezTo>
                <a:lnTo>
                  <a:pt x="1459"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0" name="任意多边形: 形状 48"/>
          <p:cNvSpPr/>
          <p:nvPr/>
        </p:nvSpPr>
        <p:spPr>
          <a:xfrm rot="11094000">
            <a:off x="24120" y="-9720"/>
            <a:ext cx="250200" cy="630000"/>
          </a:xfrm>
          <a:custGeom>
            <a:avLst/>
            <a:gdLst>
              <a:gd name="textAreaLeft" fmla="*/ 0 w 250200"/>
              <a:gd name="textAreaRight" fmla="*/ 250920 w 250200"/>
              <a:gd name="textAreaTop" fmla="*/ 0 h 630000"/>
              <a:gd name="textAreaBottom" fmla="*/ 630720 h 630000"/>
              <a:gd name="GluePoint1X" fmla="*/ 0 w 395"/>
              <a:gd name="GluePoint1Y" fmla="*/ 993 h 993"/>
              <a:gd name="GluePoint2X" fmla="*/ 27 w 395"/>
              <a:gd name="GluePoint2Y" fmla="*/ 756 h 993"/>
              <a:gd name="GluePoint3X" fmla="*/ 395 w 395"/>
              <a:gd name="GluePoint3Y" fmla="*/ 0 h 993"/>
            </a:gdLst>
            <a:ahLst/>
            <a:cxnLst>
              <a:cxn ang="0">
                <a:pos x="GluePoint1X" y="GluePoint1Y"/>
              </a:cxn>
              <a:cxn ang="0">
                <a:pos x="GluePoint2X" y="GluePoint2Y"/>
              </a:cxn>
              <a:cxn ang="0">
                <a:pos x="GluePoint3X" y="GluePoint3Y"/>
              </a:cxn>
            </a:cxnLst>
            <a:rect l="textAreaLeft" t="textAreaTop" r="textAreaRight" b="textAreaBottom"/>
            <a:pathLst>
              <a:path w="395" h="993">
                <a:moveTo>
                  <a:pt x="0" y="993"/>
                </a:moveTo>
                <a:cubicBezTo>
                  <a:pt x="-1" y="892"/>
                  <a:pt x="18" y="835"/>
                  <a:pt x="27" y="756"/>
                </a:cubicBezTo>
                <a:cubicBezTo>
                  <a:pt x="86" y="465"/>
                  <a:pt x="207" y="217"/>
                  <a:pt x="395"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1" name="任意多边形: 形状 45"/>
          <p:cNvSpPr/>
          <p:nvPr/>
        </p:nvSpPr>
        <p:spPr>
          <a:xfrm rot="11094000">
            <a:off x="13680" y="-5760"/>
            <a:ext cx="113760" cy="343440"/>
          </a:xfrm>
          <a:custGeom>
            <a:avLst/>
            <a:gdLst>
              <a:gd name="textAreaLeft" fmla="*/ 0 w 113760"/>
              <a:gd name="textAreaRight" fmla="*/ 114480 w 113760"/>
              <a:gd name="textAreaTop" fmla="*/ 0 h 343440"/>
              <a:gd name="textAreaBottom" fmla="*/ 344160 h 343440"/>
              <a:gd name="GluePoint1X" fmla="*/ 0 w 180"/>
              <a:gd name="GluePoint1Y" fmla="*/ 542 h 542"/>
              <a:gd name="GluePoint2X" fmla="*/ 17 w 180"/>
              <a:gd name="GluePoint2Y" fmla="*/ 374 h 542"/>
              <a:gd name="GluePoint3X" fmla="*/ 89 w 180"/>
              <a:gd name="GluePoint3Y" fmla="*/ 134 h 542"/>
              <a:gd name="GluePoint4X" fmla="*/ 180 w 180"/>
              <a:gd name="GluePoint4Y" fmla="*/ 0 h 54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0" h="542">
                <a:moveTo>
                  <a:pt x="0" y="542"/>
                </a:moveTo>
                <a:lnTo>
                  <a:pt x="17" y="374"/>
                </a:lnTo>
                <a:cubicBezTo>
                  <a:pt x="34" y="291"/>
                  <a:pt x="58" y="211"/>
                  <a:pt x="89" y="134"/>
                </a:cubicBezTo>
                <a:cubicBezTo>
                  <a:pt x="119" y="89"/>
                  <a:pt x="138" y="38"/>
                  <a:pt x="180" y="0"/>
                </a:cubicBez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2" name="任意多边形: 形状 54"/>
          <p:cNvSpPr/>
          <p:nvPr/>
        </p:nvSpPr>
        <p:spPr>
          <a:xfrm rot="11094000">
            <a:off x="43920" y="-25560"/>
            <a:ext cx="511560" cy="1034280"/>
          </a:xfrm>
          <a:custGeom>
            <a:avLst/>
            <a:gdLst>
              <a:gd name="textAreaLeft" fmla="*/ 0 w 511560"/>
              <a:gd name="textAreaRight" fmla="*/ 512280 w 511560"/>
              <a:gd name="textAreaTop" fmla="*/ 0 h 1034280"/>
              <a:gd name="textAreaBottom" fmla="*/ 1035000 h 1034280"/>
              <a:gd name="GluePoint1X" fmla="*/ 0 w 807"/>
              <a:gd name="GluePoint1Y" fmla="*/ 1630 h 1630"/>
              <a:gd name="GluePoint2X" fmla="*/ 38 w 807"/>
              <a:gd name="GluePoint2Y" fmla="*/ 1255 h 1630"/>
              <a:gd name="GluePoint3X" fmla="*/ 784 w 807"/>
              <a:gd name="GluePoint3Y" fmla="*/ 15 h 1630"/>
              <a:gd name="GluePoint4X" fmla="*/ 807 w 807"/>
              <a:gd name="GluePoint4Y" fmla="*/ 0 h 163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07" h="1630">
                <a:moveTo>
                  <a:pt x="0" y="1630"/>
                </a:moveTo>
                <a:lnTo>
                  <a:pt x="38" y="1255"/>
                </a:lnTo>
                <a:cubicBezTo>
                  <a:pt x="139" y="760"/>
                  <a:pt x="409" y="325"/>
                  <a:pt x="784" y="15"/>
                </a:cubicBezTo>
                <a:lnTo>
                  <a:pt x="80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3" name="任意多边形: 形状 51"/>
          <p:cNvSpPr/>
          <p:nvPr/>
        </p:nvSpPr>
        <p:spPr>
          <a:xfrm rot="11094000">
            <a:off x="35280" y="-16200"/>
            <a:ext cx="372600" cy="829080"/>
          </a:xfrm>
          <a:custGeom>
            <a:avLst/>
            <a:gdLst>
              <a:gd name="textAreaLeft" fmla="*/ 0 w 372600"/>
              <a:gd name="textAreaRight" fmla="*/ 373320 w 372600"/>
              <a:gd name="textAreaTop" fmla="*/ 0 h 829080"/>
              <a:gd name="textAreaBottom" fmla="*/ 829800 h 829080"/>
              <a:gd name="GluePoint1X" fmla="*/ 0 w 588"/>
              <a:gd name="GluePoint1Y" fmla="*/ 1307 h 1307"/>
              <a:gd name="GluePoint2X" fmla="*/ 31 w 588"/>
              <a:gd name="GluePoint2Y" fmla="*/ 999 h 1307"/>
              <a:gd name="GluePoint3X" fmla="*/ 246 w 588"/>
              <a:gd name="GluePoint3Y" fmla="*/ 372 h 1307"/>
              <a:gd name="GluePoint4X" fmla="*/ 588 w 588"/>
              <a:gd name="GluePoint4Y" fmla="*/ 0 h 13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88" h="1307">
                <a:moveTo>
                  <a:pt x="0" y="1307"/>
                </a:moveTo>
                <a:lnTo>
                  <a:pt x="31" y="999"/>
                </a:lnTo>
                <a:cubicBezTo>
                  <a:pt x="94" y="673"/>
                  <a:pt x="246" y="372"/>
                  <a:pt x="459" y="126"/>
                </a:cubicBezTo>
                <a:lnTo>
                  <a:pt x="588"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4" name="任意多边形: 形状 75"/>
          <p:cNvSpPr/>
          <p:nvPr/>
        </p:nvSpPr>
        <p:spPr>
          <a:xfrm rot="11094000">
            <a:off x="58320" y="-37440"/>
            <a:ext cx="784800" cy="1405080"/>
          </a:xfrm>
          <a:custGeom>
            <a:avLst/>
            <a:gdLst>
              <a:gd name="textAreaLeft" fmla="*/ 0 w 784800"/>
              <a:gd name="textAreaRight" fmla="*/ 785520 w 784800"/>
              <a:gd name="textAreaTop" fmla="*/ 0 h 1405080"/>
              <a:gd name="textAreaBottom" fmla="*/ 1405800 h 1405080"/>
              <a:gd name="GluePoint1X" fmla="*/ 0 w 1237"/>
              <a:gd name="GluePoint1Y" fmla="*/ 2214 h 2214"/>
              <a:gd name="GluePoint2X" fmla="*/ 0 w 1237"/>
              <a:gd name="GluePoint2Y" fmla="*/ 2192 h 2214"/>
              <a:gd name="GluePoint3X" fmla="*/ 1165 w 1237"/>
              <a:gd name="GluePoint3Y" fmla="*/ 44 h 2214"/>
              <a:gd name="GluePoint4X" fmla="*/ 1237 w 1237"/>
              <a:gd name="GluePoint4Y" fmla="*/ 0 h 221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37" h="2214">
                <a:moveTo>
                  <a:pt x="0" y="2214"/>
                </a:moveTo>
                <a:lnTo>
                  <a:pt x="0" y="2192"/>
                </a:lnTo>
                <a:cubicBezTo>
                  <a:pt x="14" y="1298"/>
                  <a:pt x="473" y="511"/>
                  <a:pt x="1165" y="44"/>
                </a:cubicBezTo>
                <a:lnTo>
                  <a:pt x="1237"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5" name="任意多边形: 形状 57"/>
          <p:cNvSpPr/>
          <p:nvPr/>
        </p:nvSpPr>
        <p:spPr>
          <a:xfrm rot="11094000">
            <a:off x="50760" y="-31320"/>
            <a:ext cx="647640" cy="1218600"/>
          </a:xfrm>
          <a:custGeom>
            <a:avLst/>
            <a:gdLst>
              <a:gd name="textAreaLeft" fmla="*/ 0 w 647640"/>
              <a:gd name="textAreaRight" fmla="*/ 648360 w 647640"/>
              <a:gd name="textAreaTop" fmla="*/ 0 h 1218600"/>
              <a:gd name="textAreaBottom" fmla="*/ 1219320 h 1218600"/>
              <a:gd name="GluePoint1X" fmla="*/ 0 w 1021"/>
              <a:gd name="GluePoint1Y" fmla="*/ 1920 h 1920"/>
              <a:gd name="GluePoint2X" fmla="*/ 45 w 1021"/>
              <a:gd name="GluePoint2Y" fmla="*/ 1476 h 1920"/>
              <a:gd name="GluePoint3X" fmla="*/ 872 w 1021"/>
              <a:gd name="GluePoint3Y" fmla="*/ 103 h 1920"/>
              <a:gd name="GluePoint4X" fmla="*/ 1021 w 1021"/>
              <a:gd name="GluePoint4Y" fmla="*/ 0 h 192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021" h="1920">
                <a:moveTo>
                  <a:pt x="0" y="1920"/>
                </a:moveTo>
                <a:lnTo>
                  <a:pt x="45" y="1476"/>
                </a:lnTo>
                <a:cubicBezTo>
                  <a:pt x="157" y="928"/>
                  <a:pt x="456" y="447"/>
                  <a:pt x="872" y="103"/>
                </a:cubicBezTo>
                <a:lnTo>
                  <a:pt x="1021" y="0"/>
                </a:lnTo>
              </a:path>
            </a:pathLst>
          </a:custGeom>
          <a:noFill/>
          <a:ln>
            <a:solidFill>
              <a:schemeClr val="accent1">
                <a:alpha val="3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16" name="PlaceHolder 1"/>
          <p:cNvSpPr>
            <a:spLocks noGrp="1"/>
          </p:cNvSpPr>
          <p:nvPr>
            <p:ph type="title"/>
          </p:nvPr>
        </p:nvSpPr>
        <p:spPr>
          <a:xfrm>
            <a:off x="2178000" y="1445400"/>
            <a:ext cx="1145520" cy="1814400"/>
          </a:xfrm>
          <a:prstGeom prst="rect">
            <a:avLst/>
          </a:prstGeom>
          <a:noFill/>
          <a:ln w="0">
            <a:noFill/>
          </a:ln>
        </p:spPr>
        <p:txBody>
          <a:bodyPr lIns="0" rIns="0" tIns="0" bIns="0" anchor="b" vert="eaVert">
            <a:normAutofit/>
          </a:bodyPr>
          <a:p>
            <a:pPr indent="0" defTabSz="914400">
              <a:lnSpc>
                <a:spcPct val="100000"/>
              </a:lnSpc>
              <a:buNone/>
              <a:tabLst>
                <a:tab algn="l" pos="0"/>
              </a:tabLst>
            </a:pPr>
            <a:r>
              <a:rPr lang="zh-CN" sz="6600" b="1" u="none" strike="noStrike">
                <a:solidFill>
                  <a:schemeClr val="dk1"/>
                </a:solidFill>
                <a:effectLst/>
                <a:uFillTx/>
                <a:latin typeface="Arial"/>
                <a:ea typeface="微软雅黑"/>
              </a:rPr>
              <a:t>标</a:t>
            </a:r>
            <a:r>
              <a:rPr lang="zh-CN" sz="6600" b="1" u="none" strike="noStrike">
                <a:solidFill>
                  <a:schemeClr val="dk1"/>
                </a:solidFill>
                <a:effectLst/>
                <a:uFillTx/>
                <a:latin typeface="Arial"/>
                <a:ea typeface="微软雅黑"/>
              </a:rPr>
              <a:t>题</a:t>
            </a:r>
            <a:endParaRPr lang="en-US" sz="6600" b="0" u="none" strike="noStrike">
              <a:solidFill>
                <a:srgbClr val="000000"/>
              </a:solidFill>
              <a:effectLst/>
              <a:uFillTx/>
              <a:latin typeface="Arial"/>
            </a:endParaRPr>
          </a:p>
        </p:txBody>
      </p:sp>
      <p:sp>
        <p:nvSpPr>
          <p:cNvPr id="417" name="PlaceHolder 2"/>
          <p:cNvSpPr>
            <a:spLocks noGrp="1"/>
          </p:cNvSpPr>
          <p:nvPr>
            <p:ph type="dt" idx="22"/>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18" name="PlaceHolder 3"/>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19" name="PlaceHolder 4"/>
          <p:cNvSpPr>
            <a:spLocks noGrp="1"/>
          </p:cNvSpPr>
          <p:nvPr>
            <p:ph type="sldNum" idx="24"/>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420" name="PlaceHolder 5"/>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30000"/>
              </a:lnSpc>
              <a:spcBef>
                <a:spcPts val="1417"/>
              </a:spcBef>
              <a:buClr>
                <a:srgbClr val="000000"/>
              </a:buClr>
              <a:buSzPct val="45000"/>
              <a:buFont typeface="Wingdings" charset="2"/>
              <a:buChar char=""/>
            </a:pPr>
            <a:r>
              <a:rPr lang="en-US" sz="2400" b="0" u="none" strike="noStrike">
                <a:solidFill>
                  <a:schemeClr val="dk1"/>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nSpc>
                <a:spcPct val="130000"/>
              </a:lnSpc>
              <a:spcBef>
                <a:spcPts val="1134"/>
              </a:spcBef>
              <a:buClr>
                <a:srgbClr val="000000"/>
              </a:buClr>
              <a:buSzPct val="75000"/>
              <a:buFont typeface="Symbol" charset="2"/>
              <a:buChar char=""/>
            </a:pPr>
            <a:r>
              <a:rPr lang="en-US" sz="1800" b="0" u="none" strike="noStrike">
                <a:solidFill>
                  <a:schemeClr val="dk1">
                    <a:lumMod val="65000"/>
                    <a:lumOff val="35000"/>
                  </a:schemeClr>
                </a:solidFill>
                <a:effectLst/>
                <a:uFillTx/>
                <a:latin typeface="Arial"/>
              </a:rPr>
              <a:t>Second Outline Level</a:t>
            </a:r>
            <a:endParaRPr lang="en-US" sz="1800" b="0" u="none" strike="noStrike">
              <a:solidFill>
                <a:srgbClr val="000000"/>
              </a:solidFill>
              <a:effectLst/>
              <a:uFillTx/>
              <a:latin typeface="Arial"/>
            </a:endParaRPr>
          </a:p>
          <a:p>
            <a:pPr marL="1296000" lvl="2" indent="-288000">
              <a:lnSpc>
                <a:spcPct val="130000"/>
              </a:lnSpc>
              <a:spcBef>
                <a:spcPts val="850"/>
              </a:spcBef>
              <a:buClr>
                <a:srgbClr val="000000"/>
              </a:buClr>
              <a:buSzPct val="45000"/>
              <a:buFont typeface="Wingdings" charset="2"/>
              <a:buChar char=""/>
            </a:pPr>
            <a:r>
              <a:rPr lang="en-US" sz="1600" b="0" u="none" strike="noStrike">
                <a:solidFill>
                  <a:schemeClr val="dk1">
                    <a:lumMod val="65000"/>
                    <a:lumOff val="35000"/>
                  </a:schemeClr>
                </a:solidFill>
                <a:effectLst/>
                <a:uFillTx/>
                <a:latin typeface="Arial"/>
              </a:rPr>
              <a:t>Third Outline Level</a:t>
            </a:r>
            <a:endParaRPr lang="en-US" sz="1600" b="0" u="none" strike="noStrike">
              <a:solidFill>
                <a:srgbClr val="000000"/>
              </a:solidFill>
              <a:effectLst/>
              <a:uFillTx/>
              <a:latin typeface="Arial"/>
            </a:endParaRPr>
          </a:p>
          <a:p>
            <a:pPr marL="1728000" lvl="3" indent="-216000">
              <a:lnSpc>
                <a:spcPct val="130000"/>
              </a:lnSpc>
              <a:spcBef>
                <a:spcPts val="567"/>
              </a:spcBef>
              <a:buClr>
                <a:srgbClr val="000000"/>
              </a:buClr>
              <a:buSzPct val="75000"/>
              <a:buFont typeface="Symbol" charset="2"/>
              <a:buChar char=""/>
            </a:pPr>
            <a:r>
              <a:rPr lang="en-US" sz="1400" b="0" u="none" strike="noStrike">
                <a:solidFill>
                  <a:schemeClr val="dk1">
                    <a:lumMod val="65000"/>
                    <a:lumOff val="35000"/>
                  </a:schemeClr>
                </a:solidFill>
                <a:effectLst/>
                <a:uFillTx/>
                <a:latin typeface="Arial"/>
              </a:rPr>
              <a:t>Fourth Outline Level</a:t>
            </a:r>
            <a:endParaRPr lang="en-US" sz="1400" b="0" u="none" strike="noStrike">
              <a:solidFill>
                <a:srgbClr val="000000"/>
              </a:solidFill>
              <a:effectLst/>
              <a:uFillTx/>
              <a:latin typeface="Arial"/>
            </a:endParaRPr>
          </a:p>
          <a:p>
            <a:pPr marL="2160000" lvl="4"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30000"/>
              </a:lnSpc>
              <a:spcBef>
                <a:spcPts val="283"/>
              </a:spcBef>
              <a:buClr>
                <a:srgbClr val="000000"/>
              </a:buClr>
              <a:buSzPct val="45000"/>
              <a:buFont typeface="Wingdings" charset="2"/>
              <a:buChar char=""/>
            </a:pPr>
            <a:r>
              <a:rPr lang="en-US" sz="2000" b="0" u="none" strike="noStrike">
                <a:solidFill>
                  <a:schemeClr val="dk1">
                    <a:lumMod val="65000"/>
                    <a:lumOff val="35000"/>
                  </a:schemeClr>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节标题">
    <p:bg>
      <p:bgPr>
        <a:solidFill>
          <a:srgbClr val="fbf4ea"/>
        </a:solidFill>
      </p:bgPr>
    </p:bg>
    <p:spTree>
      <p:nvGrpSpPr>
        <p:cNvPr id="1" name=""/>
        <p:cNvGrpSpPr/>
        <p:nvPr/>
      </p:nvGrpSpPr>
      <p:grpSpPr>
        <a:xfrm>
          <a:off x="0" y="0"/>
          <a:ext cx="0" cy="0"/>
          <a:chOff x="0" y="0"/>
          <a:chExt cx="0" cy="0"/>
        </a:xfrm>
      </p:grpSpPr>
      <p:sp>
        <p:nvSpPr>
          <p:cNvPr id="421" name="任意多边形: 形状 80" hidden="1"/>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2" name="任意多边形: 形状 4" hidden="1"/>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3" name="任意多边形: 形状 5" hidden="1"/>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4" name="任意多边形: 形状 6" hidden="1"/>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5" name="任意多边形: 形状 127" hidden="1"/>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6" name="任意多边形: 形状 124" hidden="1"/>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7" name="任意多边形: 形状 9" hidden="1"/>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8" name="任意多边形: 形状 16" hidden="1"/>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29" name="任意多边形: 形状 17" hidden="1"/>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0" name="任意多边形: 形状 18" hidden="1"/>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1" name="任意多边形: 形状 133" hidden="1"/>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2" name="任意多边形: 形状 130" hidden="1"/>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3" name="任意多边形: 形状 121" hidden="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4" name="任意多边形: 形状 118" hidden="1"/>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5" name="任意多边形: 形状 115" hidden="1"/>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6" name="任意多边形: 形状 112" hidden="1"/>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7" name="任意多边形: 形状 109" hidden="1"/>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8" name="任意多边形: 形状 106" hidden="1"/>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39" name="任意多边形: 形状 100" hidden="1"/>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0" name="任意多边形: 形状 103" hidden="1"/>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1" name="任意多边形: 形状 94" hidden="1"/>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2" name="任意多边形: 形状 97" hidden="1"/>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3" name="任意多边形: 形状 91" hidden="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4" name="任意多边形: 形状 83" hidden="1"/>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5" name="任意多边形: 形状 74" hidden="1"/>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6" name="任意多边形: 形状 77" hidden="1"/>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7" name="任意多边形: 形状 47" hidden="1"/>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8" name="任意多边形: 形状 53" hidden="1"/>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49" name="任意多边形: 形状 50" hidden="1"/>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0" name="任意多边形: 形状 65" hidden="1"/>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1" name="任意多边形: 形状 59" hidden="1"/>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2" name="任意多边形: 形状 68" hidden="1"/>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3" name="任意多边形: 形状 71" hidden="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54"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455" name="PlaceHolder 1"/>
          <p:cNvSpPr>
            <a:spLocks noGrp="1"/>
          </p:cNvSpPr>
          <p:nvPr>
            <p:ph type="title"/>
          </p:nvPr>
        </p:nvSpPr>
        <p:spPr>
          <a:xfrm>
            <a:off x="1191960" y="3217680"/>
            <a:ext cx="4293000" cy="2219760"/>
          </a:xfrm>
          <a:prstGeom prst="rect">
            <a:avLst/>
          </a:prstGeom>
          <a:noFill/>
          <a:ln w="0">
            <a:noFill/>
          </a:ln>
        </p:spPr>
        <p:txBody>
          <a:bodyPr lIns="0" rIns="0" tIns="0" bIns="0" anchor="t">
            <a:normAutofit/>
          </a:bodyPr>
          <a:p>
            <a:pPr indent="0" defTabSz="914400">
              <a:lnSpc>
                <a:spcPct val="100000"/>
              </a:lnSpc>
              <a:buNone/>
              <a:tabLst>
                <a:tab algn="l" pos="0"/>
              </a:tabLst>
            </a:pPr>
            <a:r>
              <a:rPr lang="zh-CN" sz="4800" b="1" u="none" strike="noStrike">
                <a:solidFill>
                  <a:schemeClr val="dk1">
                    <a:lumMod val="85000"/>
                    <a:lumOff val="15000"/>
                  </a:schemeClr>
                </a:solidFill>
                <a:effectLst/>
                <a:uFillTx/>
                <a:latin typeface="Arial"/>
                <a:ea typeface="微软雅黑"/>
              </a:rPr>
              <a:t>单</a:t>
            </a:r>
            <a:r>
              <a:rPr lang="zh-CN" sz="4800" b="1" u="none" strike="noStrike">
                <a:solidFill>
                  <a:schemeClr val="dk1">
                    <a:lumMod val="85000"/>
                    <a:lumOff val="15000"/>
                  </a:schemeClr>
                </a:solidFill>
                <a:effectLst/>
                <a:uFillTx/>
                <a:latin typeface="Arial"/>
                <a:ea typeface="微软雅黑"/>
              </a:rPr>
              <a:t>击</a:t>
            </a:r>
            <a:r>
              <a:rPr lang="zh-CN" sz="4800" b="1" u="none" strike="noStrike">
                <a:solidFill>
                  <a:schemeClr val="dk1">
                    <a:lumMod val="85000"/>
                    <a:lumOff val="15000"/>
                  </a:schemeClr>
                </a:solidFill>
                <a:effectLst/>
                <a:uFillTx/>
                <a:latin typeface="Arial"/>
                <a:ea typeface="微软雅黑"/>
              </a:rPr>
              <a:t>此</a:t>
            </a:r>
            <a:r>
              <a:rPr lang="zh-CN" sz="4800" b="1" u="none" strike="noStrike">
                <a:solidFill>
                  <a:schemeClr val="dk1">
                    <a:lumMod val="85000"/>
                    <a:lumOff val="15000"/>
                  </a:schemeClr>
                </a:solidFill>
                <a:effectLst/>
                <a:uFillTx/>
                <a:latin typeface="Arial"/>
                <a:ea typeface="微软雅黑"/>
              </a:rPr>
              <a:t>处</a:t>
            </a:r>
            <a:r>
              <a:rPr lang="zh-CN" sz="4800" b="1" u="none" strike="noStrike">
                <a:solidFill>
                  <a:schemeClr val="dk1">
                    <a:lumMod val="85000"/>
                    <a:lumOff val="15000"/>
                  </a:schemeClr>
                </a:solidFill>
                <a:effectLst/>
                <a:uFillTx/>
                <a:latin typeface="Arial"/>
                <a:ea typeface="微软雅黑"/>
              </a:rPr>
              <a:t>编</a:t>
            </a:r>
            <a:r>
              <a:rPr lang="zh-CN" sz="4800" b="1" u="none" strike="noStrike">
                <a:solidFill>
                  <a:schemeClr val="dk1">
                    <a:lumMod val="85000"/>
                    <a:lumOff val="15000"/>
                  </a:schemeClr>
                </a:solidFill>
                <a:effectLst/>
                <a:uFillTx/>
                <a:latin typeface="Arial"/>
                <a:ea typeface="微软雅黑"/>
              </a:rPr>
              <a:t>辑</a:t>
            </a:r>
            <a:r>
              <a:rPr lang="zh-CN" sz="4800" b="1" u="none" strike="noStrike">
                <a:solidFill>
                  <a:schemeClr val="dk1">
                    <a:lumMod val="85000"/>
                    <a:lumOff val="15000"/>
                  </a:schemeClr>
                </a:solidFill>
                <a:effectLst/>
                <a:uFillTx/>
                <a:latin typeface="Arial"/>
                <a:ea typeface="微软雅黑"/>
              </a:rPr>
              <a:t>母</a:t>
            </a:r>
            <a:r>
              <a:rPr lang="zh-CN" sz="4800" b="1" u="none" strike="noStrike">
                <a:solidFill>
                  <a:schemeClr val="dk1">
                    <a:lumMod val="85000"/>
                    <a:lumOff val="15000"/>
                  </a:schemeClr>
                </a:solidFill>
                <a:effectLst/>
                <a:uFillTx/>
                <a:latin typeface="Arial"/>
                <a:ea typeface="微软雅黑"/>
              </a:rPr>
              <a:t>版</a:t>
            </a:r>
            <a:r>
              <a:rPr lang="zh-CN" sz="4800" b="1" u="none" strike="noStrike">
                <a:solidFill>
                  <a:schemeClr val="dk1">
                    <a:lumMod val="85000"/>
                    <a:lumOff val="15000"/>
                  </a:schemeClr>
                </a:solidFill>
                <a:effectLst/>
                <a:uFillTx/>
                <a:latin typeface="Arial"/>
                <a:ea typeface="微软雅黑"/>
              </a:rPr>
              <a:t>标</a:t>
            </a:r>
            <a:r>
              <a:rPr lang="zh-CN" sz="4800" b="1" u="none" strike="noStrike">
                <a:solidFill>
                  <a:schemeClr val="dk1">
                    <a:lumMod val="85000"/>
                    <a:lumOff val="15000"/>
                  </a:schemeClr>
                </a:solidFill>
                <a:effectLst/>
                <a:uFillTx/>
                <a:latin typeface="Arial"/>
                <a:ea typeface="微软雅黑"/>
              </a:rPr>
              <a:t>题</a:t>
            </a:r>
            <a:endParaRPr lang="en-US" sz="4800" b="0" u="none" strike="noStrike">
              <a:solidFill>
                <a:srgbClr val="000000"/>
              </a:solidFill>
              <a:effectLst/>
              <a:uFillTx/>
              <a:latin typeface="Arial"/>
            </a:endParaRPr>
          </a:p>
        </p:txBody>
      </p:sp>
      <p:sp>
        <p:nvSpPr>
          <p:cNvPr id="456" name="PlaceHolder 2"/>
          <p:cNvSpPr>
            <a:spLocks noGrp="1"/>
          </p:cNvSpPr>
          <p:nvPr>
            <p:ph type="body"/>
          </p:nvPr>
        </p:nvSpPr>
        <p:spPr>
          <a:xfrm>
            <a:off x="1190520" y="1855080"/>
            <a:ext cx="4263840" cy="1223280"/>
          </a:xfrm>
          <a:prstGeom prst="rect">
            <a:avLst/>
          </a:prstGeom>
          <a:noFill/>
          <a:ln w="0">
            <a:noFill/>
          </a:ln>
        </p:spPr>
        <p:txBody>
          <a:bodyPr lIns="0" rIns="0" tIns="0" bIns="0" anchor="ctr">
            <a:normAutofit/>
          </a:bodyPr>
          <a:p>
            <a:pPr indent="0" defTabSz="914400">
              <a:lnSpc>
                <a:spcPct val="130000"/>
              </a:lnSpc>
              <a:spcBef>
                <a:spcPts val="1001"/>
              </a:spcBef>
              <a:buNone/>
              <a:tabLst>
                <a:tab algn="l" pos="0"/>
              </a:tabLst>
            </a:pPr>
            <a:r>
              <a:rPr lang="zh-CN" sz="5400" b="1" u="none" strike="noStrike">
                <a:solidFill>
                  <a:schemeClr val="accent1"/>
                </a:solidFill>
                <a:effectLst/>
                <a:uFillTx/>
                <a:latin typeface="Arial"/>
                <a:ea typeface="微软雅黑"/>
              </a:rPr>
              <a:t>节编号</a:t>
            </a:r>
            <a:endParaRPr lang="en-US" sz="5400" b="0" u="none" strike="noStrike">
              <a:solidFill>
                <a:srgbClr val="000000"/>
              </a:solidFill>
              <a:effectLst/>
              <a:uFillTx/>
              <a:latin typeface="Arial"/>
            </a:endParaRPr>
          </a:p>
        </p:txBody>
      </p:sp>
      <p:sp>
        <p:nvSpPr>
          <p:cNvPr id="457" name="PlaceHolder 3"/>
          <p:cNvSpPr>
            <a:spLocks noGrp="1"/>
          </p:cNvSpPr>
          <p:nvPr>
            <p:ph type="dt" idx="25"/>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458" name="PlaceHolder 4"/>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59" name="PlaceHolder 5"/>
          <p:cNvSpPr>
            <a:spLocks noGrp="1"/>
          </p:cNvSpPr>
          <p:nvPr>
            <p:ph type="sldNum" idx="27"/>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460" name="任意多边形: 形状 11"/>
          <p:cNvSpPr/>
          <p:nvPr/>
        </p:nvSpPr>
        <p:spPr>
          <a:xfrm rot="6722400">
            <a:off x="6744600" y="3182760"/>
            <a:ext cx="1956240" cy="2041920"/>
          </a:xfrm>
          <a:custGeom>
            <a:avLst/>
            <a:gdLst>
              <a:gd name="textAreaLeft" fmla="*/ 0 w 1956240"/>
              <a:gd name="textAreaRight" fmla="*/ 1956960 w 1956240"/>
              <a:gd name="textAreaTop" fmla="*/ 0 h 2041920"/>
              <a:gd name="textAreaBottom" fmla="*/ 2042640 h 2041920"/>
              <a:gd name="GluePoint1X" fmla="*/ 2073494 w 2164934"/>
              <a:gd name="GluePoint1Y" fmla="*/ 155857 h 2169653"/>
              <a:gd name="GluePoint2X" fmla="*/ 2067084 w 2164934"/>
              <a:gd name="GluePoint2Y" fmla="*/ 197855 h 2169653"/>
              <a:gd name="GluePoint3X" fmla="*/ 2006035 w 2164934"/>
              <a:gd name="GluePoint3Y" fmla="*/ 175511 h 2169653"/>
              <a:gd name="GluePoint4X" fmla="*/ 1571400 w 2164934"/>
              <a:gd name="GluePoint4Y" fmla="*/ 109800 h 2169653"/>
              <a:gd name="GluePoint5X" fmla="*/ 109800 w 2164934"/>
              <a:gd name="GluePoint5Y" fmla="*/ 1571400 h 2169653"/>
              <a:gd name="GluePoint6X" fmla="*/ 224660 w 2164934"/>
              <a:gd name="GluePoint6Y" fmla="*/ 2140321 h 216965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957284" h="2042763">
                <a:moveTo>
                  <a:pt x="1957284" y="88055"/>
                </a:moveTo>
                <a:lnTo>
                  <a:pt x="1896235" y="65711"/>
                </a:lnTo>
                <a:cubicBezTo>
                  <a:pt x="1758934" y="23005"/>
                  <a:pt x="1612954" y="0"/>
                  <a:pt x="1461600" y="0"/>
                </a:cubicBezTo>
                <a:cubicBezTo>
                  <a:pt x="654381" y="0"/>
                  <a:pt x="0" y="654381"/>
                  <a:pt x="0" y="1461600"/>
                </a:cubicBezTo>
                <a:cubicBezTo>
                  <a:pt x="0" y="1663405"/>
                  <a:pt x="40899" y="1855657"/>
                  <a:pt x="114860" y="2030521"/>
                </a:cubicBezTo>
                <a:lnTo>
                  <a:pt x="120757" y="204276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1" name="任意多边形: 形状 12"/>
          <p:cNvSpPr/>
          <p:nvPr/>
        </p:nvSpPr>
        <p:spPr>
          <a:xfrm rot="6722400">
            <a:off x="7099560" y="4226400"/>
            <a:ext cx="362520" cy="380880"/>
          </a:xfrm>
          <a:custGeom>
            <a:avLst/>
            <a:gdLst>
              <a:gd name="textAreaLeft" fmla="*/ 0 w 362520"/>
              <a:gd name="textAreaRight" fmla="*/ 363240 w 362520"/>
              <a:gd name="textAreaTop" fmla="*/ 0 h 380880"/>
              <a:gd name="textAreaBottom" fmla="*/ 381600 h 380880"/>
              <a:gd name="GluePoint1X" fmla="*/ 150121 w 363138"/>
              <a:gd name="GluePoint1Y" fmla="*/ 256885 h 381923"/>
              <a:gd name="GluePoint2X" fmla="*/ 12546 w 363138"/>
              <a:gd name="GluePoint2Y" fmla="*/ 381923 h 381923"/>
              <a:gd name="GluePoint3X" fmla="*/ 6107 w 363138"/>
              <a:gd name="GluePoint3Y" fmla="*/ 361181 h 381923"/>
              <a:gd name="GluePoint4X" fmla="*/ 0 w 363138"/>
              <a:gd name="GluePoint4Y" fmla="*/ 300600 h 381923"/>
              <a:gd name="GluePoint5X" fmla="*/ 300600 w 363138"/>
              <a:gd name="GluePoint5Y" fmla="*/ 0 h 381923"/>
              <a:gd name="GluePoint6X" fmla="*/ 361181 w 363138"/>
              <a:gd name="GluePoint6Y" fmla="*/ 6107 h 3819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363138" h="381923">
                <a:moveTo>
                  <a:pt x="12546" y="381923"/>
                </a:moveTo>
                <a:lnTo>
                  <a:pt x="6107" y="361181"/>
                </a:lnTo>
                <a:cubicBezTo>
                  <a:pt x="2103" y="341613"/>
                  <a:pt x="0" y="321352"/>
                  <a:pt x="0" y="300600"/>
                </a:cubicBezTo>
                <a:cubicBezTo>
                  <a:pt x="0" y="134583"/>
                  <a:pt x="134583" y="0"/>
                  <a:pt x="300600" y="0"/>
                </a:cubicBezTo>
                <a:cubicBezTo>
                  <a:pt x="321352" y="0"/>
                  <a:pt x="341613" y="2103"/>
                  <a:pt x="361181" y="6107"/>
                </a:cubicBezTo>
                <a:lnTo>
                  <a:pt x="363138" y="671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2" name="任意多边形: 形状 13"/>
          <p:cNvSpPr/>
          <p:nvPr/>
        </p:nvSpPr>
        <p:spPr>
          <a:xfrm rot="6722400">
            <a:off x="10613880" y="1965240"/>
            <a:ext cx="1207080" cy="1282680"/>
          </a:xfrm>
          <a:custGeom>
            <a:avLst/>
            <a:gdLst>
              <a:gd name="textAreaLeft" fmla="*/ 0 w 1207080"/>
              <a:gd name="textAreaRight" fmla="*/ 1207800 w 1207080"/>
              <a:gd name="textAreaTop" fmla="*/ 0 h 1282680"/>
              <a:gd name="textAreaBottom" fmla="*/ 1283400 h 12826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3" name="任意多边形: 形状 14"/>
          <p:cNvSpPr/>
          <p:nvPr/>
        </p:nvSpPr>
        <p:spPr>
          <a:xfrm rot="6722400">
            <a:off x="8493840" y="1609200"/>
            <a:ext cx="2944440" cy="3138120"/>
          </a:xfrm>
          <a:custGeom>
            <a:avLst/>
            <a:gdLst>
              <a:gd name="textAreaLeft" fmla="*/ 0 w 2944440"/>
              <a:gd name="textAreaRight" fmla="*/ 2945160 w 2944440"/>
              <a:gd name="textAreaTop" fmla="*/ 0 h 3138120"/>
              <a:gd name="textAreaBottom" fmla="*/ 3138840 h 31381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4" name="任意多边形: 形状 15"/>
          <p:cNvSpPr/>
          <p:nvPr/>
        </p:nvSpPr>
        <p:spPr>
          <a:xfrm rot="6722400">
            <a:off x="8246160" y="1659240"/>
            <a:ext cx="3029400" cy="3227760"/>
          </a:xfrm>
          <a:custGeom>
            <a:avLst/>
            <a:gdLst>
              <a:gd name="textAreaLeft" fmla="*/ 0 w 3029400"/>
              <a:gd name="textAreaRight" fmla="*/ 3030120 w 3029400"/>
              <a:gd name="textAreaTop" fmla="*/ 0 h 3227760"/>
              <a:gd name="textAreaBottom" fmla="*/ 3228480 h 3227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5" name="任意多边形: 形状 16"/>
          <p:cNvSpPr/>
          <p:nvPr/>
        </p:nvSpPr>
        <p:spPr>
          <a:xfrm rot="6722400">
            <a:off x="7655040" y="1880280"/>
            <a:ext cx="3098880" cy="3299400"/>
          </a:xfrm>
          <a:custGeom>
            <a:avLst/>
            <a:gdLst>
              <a:gd name="textAreaLeft" fmla="*/ 0 w 3098880"/>
              <a:gd name="textAreaRight" fmla="*/ 3099600 w 3098880"/>
              <a:gd name="textAreaTop" fmla="*/ 0 h 3299400"/>
              <a:gd name="textAreaBottom" fmla="*/ 3300120 h 3299400"/>
              <a:gd name="GluePoint1X" fmla="*/ 46480 w 3122322"/>
              <a:gd name="GluePoint1Y" fmla="*/ 3335488 h 3426928"/>
              <a:gd name="GluePoint2X" fmla="*/ 16144 w 3122322"/>
              <a:gd name="GluePoint2Y" fmla="*/ 3312803 h 3426928"/>
              <a:gd name="GluePoint3X" fmla="*/ 2277 w 3122322"/>
              <a:gd name="GluePoint3Y" fmla="*/ 3300200 h 3426928"/>
              <a:gd name="GluePoint4X" fmla="*/ 0 w 3122322"/>
              <a:gd name="GluePoint4Y" fmla="*/ 3210137 h 342692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99797" h="3300200">
                <a:moveTo>
                  <a:pt x="2277" y="3300200"/>
                </a:moveTo>
                <a:lnTo>
                  <a:pt x="0" y="3210137"/>
                </a:lnTo>
                <a:cubicBezTo>
                  <a:pt x="0" y="1491099"/>
                  <a:pt x="1350007" y="87372"/>
                  <a:pt x="3047659" y="1318"/>
                </a:cubicBezTo>
                <a:lnTo>
                  <a:pt x="3099797"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6" name="任意多边形: 形状 17"/>
          <p:cNvSpPr/>
          <p:nvPr/>
        </p:nvSpPr>
        <p:spPr>
          <a:xfrm rot="6722400">
            <a:off x="7507080" y="1964160"/>
            <a:ext cx="3082680" cy="3274560"/>
          </a:xfrm>
          <a:custGeom>
            <a:avLst/>
            <a:gdLst>
              <a:gd name="textAreaLeft" fmla="*/ 0 w 3082680"/>
              <a:gd name="textAreaRight" fmla="*/ 3083400 w 3082680"/>
              <a:gd name="textAreaTop" fmla="*/ 0 h 3274560"/>
              <a:gd name="textAreaBottom" fmla="*/ 3275280 h 3274560"/>
              <a:gd name="GluePoint1X" fmla="*/ 2944527 w 3109594"/>
              <a:gd name="GluePoint1Y" fmla="*/ 0 h 3332821"/>
              <a:gd name="GluePoint2X" fmla="*/ 3101828 w 3109594"/>
              <a:gd name="GluePoint2Y" fmla="*/ 47441 h 3332821"/>
              <a:gd name="GluePoint3X" fmla="*/ 3109594 w 3109594"/>
              <a:gd name="GluePoint3Y" fmla="*/ 57826 h 3332821"/>
              <a:gd name="GluePoint4X" fmla="*/ 3105926 w 3109594"/>
              <a:gd name="GluePoint4Y" fmla="*/ 57733 h 3332821"/>
              <a:gd name="GluePoint5X" fmla="*/ 26126 w 3109594"/>
              <a:gd name="GluePoint5Y" fmla="*/ 3137533 h 333282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83468" h="3275088">
                <a:moveTo>
                  <a:pt x="3083468" y="93"/>
                </a:moveTo>
                <a:lnTo>
                  <a:pt x="3079800" y="0"/>
                </a:lnTo>
                <a:cubicBezTo>
                  <a:pt x="1378873" y="0"/>
                  <a:pt x="0" y="1378873"/>
                  <a:pt x="0" y="3079800"/>
                </a:cubicBezTo>
                <a:cubicBezTo>
                  <a:pt x="0" y="3132954"/>
                  <a:pt x="1346" y="3185794"/>
                  <a:pt x="4007" y="3238286"/>
                </a:cubicBezTo>
                <a:lnTo>
                  <a:pt x="6805" y="327508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7" name="任意多边形: 形状 18"/>
          <p:cNvSpPr/>
          <p:nvPr/>
        </p:nvSpPr>
        <p:spPr>
          <a:xfrm rot="6722400">
            <a:off x="9504000" y="1605960"/>
            <a:ext cx="2334960" cy="2491200"/>
          </a:xfrm>
          <a:custGeom>
            <a:avLst/>
            <a:gdLst>
              <a:gd name="textAreaLeft" fmla="*/ 0 w 2334960"/>
              <a:gd name="textAreaRight" fmla="*/ 2335680 w 2334960"/>
              <a:gd name="textAreaTop" fmla="*/ 0 h 2491200"/>
              <a:gd name="textAreaBottom" fmla="*/ 2491920 h 249120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8" name="任意多边形: 形状 19"/>
          <p:cNvSpPr/>
          <p:nvPr/>
        </p:nvSpPr>
        <p:spPr>
          <a:xfrm rot="6722400">
            <a:off x="10023120" y="1715760"/>
            <a:ext cx="1868040" cy="2000160"/>
          </a:xfrm>
          <a:custGeom>
            <a:avLst/>
            <a:gdLst>
              <a:gd name="textAreaLeft" fmla="*/ 0 w 1868040"/>
              <a:gd name="textAreaRight" fmla="*/ 1868760 w 1868040"/>
              <a:gd name="textAreaTop" fmla="*/ 0 h 2000160"/>
              <a:gd name="textAreaBottom" fmla="*/ 2000880 h 200016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69" name="任意多边形: 形状 20"/>
          <p:cNvSpPr/>
          <p:nvPr/>
        </p:nvSpPr>
        <p:spPr>
          <a:xfrm rot="6722400">
            <a:off x="9123840" y="1576440"/>
            <a:ext cx="2612160" cy="2780640"/>
          </a:xfrm>
          <a:custGeom>
            <a:avLst/>
            <a:gdLst>
              <a:gd name="textAreaLeft" fmla="*/ 0 w 2612160"/>
              <a:gd name="textAreaRight" fmla="*/ 2612880 w 2612160"/>
              <a:gd name="textAreaTop" fmla="*/ 0 h 2780640"/>
              <a:gd name="textAreaBottom" fmla="*/ 2781360 h 278064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0" name="任意多边形: 形状 21"/>
          <p:cNvSpPr/>
          <p:nvPr/>
        </p:nvSpPr>
        <p:spPr>
          <a:xfrm rot="6722400">
            <a:off x="8779680" y="1580400"/>
            <a:ext cx="2814840" cy="2995920"/>
          </a:xfrm>
          <a:custGeom>
            <a:avLst/>
            <a:gdLst>
              <a:gd name="textAreaLeft" fmla="*/ 0 w 2814840"/>
              <a:gd name="textAreaRight" fmla="*/ 2815560 w 2814840"/>
              <a:gd name="textAreaTop" fmla="*/ 0 h 2995920"/>
              <a:gd name="textAreaBottom" fmla="*/ 2996640 h 2995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1" name="任意多边形: 形状 22"/>
          <p:cNvSpPr/>
          <p:nvPr/>
        </p:nvSpPr>
        <p:spPr>
          <a:xfrm rot="6722400">
            <a:off x="8034840" y="1719720"/>
            <a:ext cx="3077640" cy="3279600"/>
          </a:xfrm>
          <a:custGeom>
            <a:avLst/>
            <a:gdLst>
              <a:gd name="textAreaLeft" fmla="*/ 0 w 3077640"/>
              <a:gd name="textAreaRight" fmla="*/ 3078360 w 3077640"/>
              <a:gd name="textAreaTop" fmla="*/ 0 h 3279600"/>
              <a:gd name="textAreaBottom" fmla="*/ 3280320 h 3279600"/>
              <a:gd name="GluePoint1X" fmla="*/ 47956 w 3093543"/>
              <a:gd name="GluePoint1Y" fmla="*/ 3217681 h 3312952"/>
              <a:gd name="GluePoint2X" fmla="*/ 35616 w 3093543"/>
              <a:gd name="GluePoint2Y" fmla="*/ 3283413 h 3312952"/>
              <a:gd name="GluePoint3X" fmla="*/ 29861 w 3093543"/>
              <a:gd name="GluePoint3Y" fmla="*/ 3312952 h 3312952"/>
              <a:gd name="GluePoint4X" fmla="*/ 0 w 3093543"/>
              <a:gd name="GluePoint4Y" fmla="*/ 3280097 h 33129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78620" h="3280097">
                <a:moveTo>
                  <a:pt x="0" y="3280097"/>
                </a:moveTo>
                <a:lnTo>
                  <a:pt x="12149" y="3120339"/>
                </a:lnTo>
                <a:cubicBezTo>
                  <a:pt x="173672" y="1529845"/>
                  <a:pt x="1398725" y="253757"/>
                  <a:pt x="2964939" y="14445"/>
                </a:cubicBezTo>
                <a:lnTo>
                  <a:pt x="3078620" y="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2" name="任意多边形: 形状 23"/>
          <p:cNvSpPr/>
          <p:nvPr/>
        </p:nvSpPr>
        <p:spPr>
          <a:xfrm rot="6722400">
            <a:off x="7844040" y="1792080"/>
            <a:ext cx="3099240" cy="3303360"/>
          </a:xfrm>
          <a:custGeom>
            <a:avLst/>
            <a:gdLst>
              <a:gd name="textAreaLeft" fmla="*/ 0 w 3099240"/>
              <a:gd name="textAreaRight" fmla="*/ 3099960 w 3099240"/>
              <a:gd name="textAreaTop" fmla="*/ 0 h 3303360"/>
              <a:gd name="textAreaBottom" fmla="*/ 3304080 h 3303360"/>
              <a:gd name="GluePoint1X" fmla="*/ 3092741 w 3184181"/>
              <a:gd name="GluePoint1Y" fmla="*/ 8858 h 3367870"/>
              <a:gd name="GluePoint2X" fmla="*/ 3109679 w 3184181"/>
              <a:gd name="GluePoint2Y" fmla="*/ 21524 h 3367870"/>
              <a:gd name="GluePoint3X" fmla="*/ 3156821 w 3184181"/>
              <a:gd name="GluePoint3Y" fmla="*/ 64369 h 3367870"/>
              <a:gd name="GluePoint4X" fmla="*/ 3077063 w 3184181"/>
              <a:gd name="GluePoint4Y" fmla="*/ 70434 h 33678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00310" h="3303501">
                <a:moveTo>
                  <a:pt x="3100310" y="0"/>
                </a:moveTo>
                <a:lnTo>
                  <a:pt x="3020552" y="6065"/>
                </a:lnTo>
                <a:cubicBezTo>
                  <a:pt x="1379804" y="172692"/>
                  <a:pt x="87421" y="1517722"/>
                  <a:pt x="3086" y="3181473"/>
                </a:cubicBezTo>
                <a:cubicBezTo>
                  <a:pt x="2057" y="3222149"/>
                  <a:pt x="1029" y="3262825"/>
                  <a:pt x="0" y="3303501"/>
                </a:cubicBez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3" name="任意多边形: 形状 24"/>
          <p:cNvSpPr/>
          <p:nvPr/>
        </p:nvSpPr>
        <p:spPr>
          <a:xfrm rot="6722400">
            <a:off x="7369200" y="2054520"/>
            <a:ext cx="3049920" cy="3232080"/>
          </a:xfrm>
          <a:custGeom>
            <a:avLst/>
            <a:gdLst>
              <a:gd name="textAreaLeft" fmla="*/ 0 w 3049920"/>
              <a:gd name="textAreaRight" fmla="*/ 3050640 w 3049920"/>
              <a:gd name="textAreaTop" fmla="*/ 0 h 3232080"/>
              <a:gd name="textAreaBottom" fmla="*/ 3232800 h 3232080"/>
              <a:gd name="GluePoint1X" fmla="*/ 2941200 w 3076263"/>
              <a:gd name="GluePoint1Y" fmla="*/ 0 h 3242409"/>
              <a:gd name="GluePoint2X" fmla="*/ 3050508 w 3076263"/>
              <a:gd name="GluePoint2Y" fmla="*/ 2764 h 3242409"/>
              <a:gd name="GluePoint3X" fmla="*/ 3067664 w 3076263"/>
              <a:gd name="GluePoint3Y" fmla="*/ 25707 h 3242409"/>
              <a:gd name="GluePoint4X" fmla="*/ 3076263 w 3076263"/>
              <a:gd name="GluePoint4Y" fmla="*/ 39861 h 3242409"/>
              <a:gd name="GluePoint5X" fmla="*/ 3022689 w 3076263"/>
              <a:gd name="GluePoint5Y" fmla="*/ 37228 h 324240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50508" h="3232460">
                <a:moveTo>
                  <a:pt x="14465" y="3232460"/>
                </a:moveTo>
                <a:lnTo>
                  <a:pt x="3827" y="3092554"/>
                </a:lnTo>
                <a:cubicBezTo>
                  <a:pt x="1286" y="3042424"/>
                  <a:pt x="0" y="2991962"/>
                  <a:pt x="0" y="2941200"/>
                </a:cubicBezTo>
                <a:cubicBezTo>
                  <a:pt x="0" y="1316820"/>
                  <a:pt x="1316820" y="0"/>
                  <a:pt x="2941200" y="0"/>
                </a:cubicBezTo>
                <a:lnTo>
                  <a:pt x="3050508" y="276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4" name="任意多边形: 形状 25"/>
          <p:cNvSpPr/>
          <p:nvPr/>
        </p:nvSpPr>
        <p:spPr>
          <a:xfrm rot="6722400">
            <a:off x="7244640" y="2147760"/>
            <a:ext cx="3002760" cy="3178080"/>
          </a:xfrm>
          <a:custGeom>
            <a:avLst/>
            <a:gdLst>
              <a:gd name="textAreaLeft" fmla="*/ 0 w 3002760"/>
              <a:gd name="textAreaRight" fmla="*/ 3003480 w 3002760"/>
              <a:gd name="textAreaTop" fmla="*/ 0 h 3178080"/>
              <a:gd name="textAreaBottom" fmla="*/ 3178800 h 3178080"/>
              <a:gd name="GluePoint1X" fmla="*/ 2926606 w 3074685"/>
              <a:gd name="GluePoint1Y" fmla="*/ 0 h 3236039"/>
              <a:gd name="GluePoint2X" fmla="*/ 3020554 w 3074685"/>
              <a:gd name="GluePoint2Y" fmla="*/ 11955 h 3236039"/>
              <a:gd name="GluePoint3X" fmla="*/ 3045053 w 3074685"/>
              <a:gd name="GluePoint3Y" fmla="*/ 19013 h 3236039"/>
              <a:gd name="GluePoint4X" fmla="*/ 3074685 w 3074685"/>
              <a:gd name="GluePoint4Y" fmla="*/ 67789 h 3236039"/>
              <a:gd name="GluePoint5X" fmla="*/ 2873079 w 3074685"/>
              <a:gd name="GluePoint5Y" fmla="*/ 57609 h 3236039"/>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3003593" h="3178430">
                <a:moveTo>
                  <a:pt x="3003593" y="10180"/>
                </a:moveTo>
                <a:lnTo>
                  <a:pt x="2801987" y="0"/>
                </a:lnTo>
                <a:cubicBezTo>
                  <a:pt x="1254492" y="0"/>
                  <a:pt x="0" y="1254492"/>
                  <a:pt x="0" y="2801987"/>
                </a:cubicBezTo>
                <a:cubicBezTo>
                  <a:pt x="0" y="2898706"/>
                  <a:pt x="4900" y="2994280"/>
                  <a:pt x="14466" y="3088474"/>
                </a:cubicBezTo>
                <a:lnTo>
                  <a:pt x="28195" y="317843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5" name="任意多边形: 形状 26"/>
          <p:cNvSpPr/>
          <p:nvPr/>
        </p:nvSpPr>
        <p:spPr>
          <a:xfrm rot="6722400">
            <a:off x="7138800" y="2241000"/>
            <a:ext cx="2941200" cy="3110760"/>
          </a:xfrm>
          <a:custGeom>
            <a:avLst/>
            <a:gdLst>
              <a:gd name="textAreaLeft" fmla="*/ 0 w 2941200"/>
              <a:gd name="textAreaRight" fmla="*/ 2941920 w 2941200"/>
              <a:gd name="textAreaTop" fmla="*/ 0 h 3110760"/>
              <a:gd name="textAreaBottom" fmla="*/ 3111480 h 3110760"/>
              <a:gd name="GluePoint1X" fmla="*/ 101588 w 2958929"/>
              <a:gd name="GluePoint1Y" fmla="*/ 3133638 h 3225078"/>
              <a:gd name="GluePoint2X" fmla="*/ 40443 w 2958929"/>
              <a:gd name="GluePoint2Y" fmla="*/ 3111259 h 3225078"/>
              <a:gd name="GluePoint3X" fmla="*/ 13754 w 2958929"/>
              <a:gd name="GluePoint3Y" fmla="*/ 2936379 h 3225078"/>
              <a:gd name="GluePoint4X" fmla="*/ 0 w 2958929"/>
              <a:gd name="GluePoint4Y" fmla="*/ 2664000 h 3225078"/>
              <a:gd name="GluePoint5X" fmla="*/ 2664000 w 2958929"/>
              <a:gd name="GluePoint5Y" fmla="*/ 0 h 3225078"/>
              <a:gd name="GluePoint6X" fmla="*/ 2936379 w 2958929"/>
              <a:gd name="GluePoint6Y" fmla="*/ 13754 h 32250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942190" h="3111259">
                <a:moveTo>
                  <a:pt x="40443" y="3111259"/>
                </a:moveTo>
                <a:lnTo>
                  <a:pt x="13754" y="2936379"/>
                </a:lnTo>
                <a:cubicBezTo>
                  <a:pt x="4659" y="2846823"/>
                  <a:pt x="0" y="2755956"/>
                  <a:pt x="0" y="2664000"/>
                </a:cubicBezTo>
                <a:cubicBezTo>
                  <a:pt x="0" y="1192713"/>
                  <a:pt x="1192713" y="0"/>
                  <a:pt x="2664000" y="0"/>
                </a:cubicBezTo>
                <a:cubicBezTo>
                  <a:pt x="2755955" y="0"/>
                  <a:pt x="2846823" y="4659"/>
                  <a:pt x="2936379" y="13754"/>
                </a:cubicBezTo>
                <a:lnTo>
                  <a:pt x="2942190" y="146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6" name="任意多边形: 形状 27"/>
          <p:cNvSpPr/>
          <p:nvPr/>
        </p:nvSpPr>
        <p:spPr>
          <a:xfrm rot="6722400">
            <a:off x="7052760" y="2333520"/>
            <a:ext cx="2879640" cy="3034080"/>
          </a:xfrm>
          <a:custGeom>
            <a:avLst/>
            <a:gdLst>
              <a:gd name="textAreaLeft" fmla="*/ 0 w 2879640"/>
              <a:gd name="textAreaRight" fmla="*/ 2880360 w 2879640"/>
              <a:gd name="textAreaTop" fmla="*/ 0 h 3034080"/>
              <a:gd name="textAreaBottom" fmla="*/ 3034800 h 3034080"/>
              <a:gd name="GluePoint1X" fmla="*/ 2843447 w 2934887"/>
              <a:gd name="GluePoint1Y" fmla="*/ 5692 h 3088840"/>
              <a:gd name="GluePoint2X" fmla="*/ 2879001 w 2934887"/>
              <a:gd name="GluePoint2Y" fmla="*/ 8125 h 3088840"/>
              <a:gd name="GluePoint3X" fmla="*/ 2904947 w 2934887"/>
              <a:gd name="GluePoint3Y" fmla="*/ 61985 h 3088840"/>
              <a:gd name="GluePoint4X" fmla="*/ 2911520 w 2934887"/>
              <a:gd name="GluePoint4Y" fmla="*/ 79943 h 3088840"/>
              <a:gd name="GluePoint5X" fmla="*/ 2828871 w 2934887"/>
              <a:gd name="GluePoint5Y" fmla="*/ 67329 h 3088840"/>
              <a:gd name="GluePoint6X" fmla="*/ 2569375 w 2934887"/>
              <a:gd name="GluePoint6Y" fmla="*/ 54226 h 30888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880145" h="3034614">
                <a:moveTo>
                  <a:pt x="2880145" y="25717"/>
                </a:moveTo>
                <a:lnTo>
                  <a:pt x="2797496" y="13103"/>
                </a:lnTo>
                <a:cubicBezTo>
                  <a:pt x="2712176" y="4439"/>
                  <a:pt x="2625606" y="0"/>
                  <a:pt x="2538000" y="0"/>
                </a:cubicBezTo>
                <a:cubicBezTo>
                  <a:pt x="1136301" y="0"/>
                  <a:pt x="0" y="1136301"/>
                  <a:pt x="0" y="2538000"/>
                </a:cubicBezTo>
                <a:cubicBezTo>
                  <a:pt x="0" y="2625606"/>
                  <a:pt x="4438" y="2712176"/>
                  <a:pt x="13103" y="2797496"/>
                </a:cubicBezTo>
                <a:lnTo>
                  <a:pt x="49291" y="303461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7" name="任意多边形: 形状 28"/>
          <p:cNvSpPr/>
          <p:nvPr/>
        </p:nvSpPr>
        <p:spPr>
          <a:xfrm rot="6722400">
            <a:off x="6969600" y="2439720"/>
            <a:ext cx="2792160" cy="2937600"/>
          </a:xfrm>
          <a:custGeom>
            <a:avLst/>
            <a:gdLst>
              <a:gd name="textAreaLeft" fmla="*/ 0 w 2792160"/>
              <a:gd name="textAreaRight" fmla="*/ 2792880 w 2792160"/>
              <a:gd name="textAreaTop" fmla="*/ 0 h 2937600"/>
              <a:gd name="textAreaBottom" fmla="*/ 2938320 h 2937600"/>
              <a:gd name="GluePoint1X" fmla="*/ 2356426 w 2821652"/>
              <a:gd name="GluePoint1Y" fmla="*/ 37517 h 2948079"/>
              <a:gd name="GluePoint2X" fmla="*/ 1803976 w 2821652"/>
              <a:gd name="GluePoint2Y" fmla="*/ 142292 h 2948079"/>
              <a:gd name="GluePoint3X" fmla="*/ 1165801 w 2821652"/>
              <a:gd name="GluePoint3Y" fmla="*/ 408992 h 2948079"/>
              <a:gd name="GluePoint4X" fmla="*/ 475239 w 2821652"/>
              <a:gd name="GluePoint4Y" fmla="*/ 1061455 h 2948079"/>
              <a:gd name="GluePoint5X" fmla="*/ 118051 w 2821652"/>
              <a:gd name="GluePoint5Y" fmla="*/ 1799642 h 2948079"/>
              <a:gd name="GluePoint6X" fmla="*/ 51376 w 2821652"/>
              <a:gd name="GluePoint6Y" fmla="*/ 2490205 h 2948079"/>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92551" h="2938086">
                <a:moveTo>
                  <a:pt x="64479" y="2938086"/>
                </a:moveTo>
                <a:lnTo>
                  <a:pt x="48638" y="2876475"/>
                </a:lnTo>
                <a:cubicBezTo>
                  <a:pt x="16747" y="2720631"/>
                  <a:pt x="0" y="2559271"/>
                  <a:pt x="0" y="2394000"/>
                </a:cubicBezTo>
                <a:cubicBezTo>
                  <a:pt x="0" y="1071830"/>
                  <a:pt x="1071830" y="0"/>
                  <a:pt x="2394000" y="0"/>
                </a:cubicBezTo>
                <a:cubicBezTo>
                  <a:pt x="2476636" y="0"/>
                  <a:pt x="2558293" y="4187"/>
                  <a:pt x="2638773" y="12360"/>
                </a:cubicBezTo>
                <a:lnTo>
                  <a:pt x="2792551" y="3582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8" name="任意多边形: 形状 29"/>
          <p:cNvSpPr/>
          <p:nvPr/>
        </p:nvSpPr>
        <p:spPr>
          <a:xfrm rot="6722400">
            <a:off x="6907320" y="2534760"/>
            <a:ext cx="2701080" cy="2842200"/>
          </a:xfrm>
          <a:custGeom>
            <a:avLst/>
            <a:gdLst>
              <a:gd name="textAreaLeft" fmla="*/ 0 w 2701080"/>
              <a:gd name="textAreaRight" fmla="*/ 2701800 w 2701080"/>
              <a:gd name="textAreaTop" fmla="*/ 0 h 2842200"/>
              <a:gd name="textAreaBottom" fmla="*/ 2842920 h 2842200"/>
              <a:gd name="GluePoint1X" fmla="*/ 1950361 w 2739972"/>
              <a:gd name="GluePoint1Y" fmla="*/ 20793 h 2884022"/>
              <a:gd name="GluePoint2X" fmla="*/ 2267068 w 2739972"/>
              <a:gd name="GluePoint2Y" fmla="*/ 1743 h 2884022"/>
              <a:gd name="GluePoint3X" fmla="*/ 2526624 w 2739972"/>
              <a:gd name="GluePoint3Y" fmla="*/ 20793 h 2884022"/>
              <a:gd name="GluePoint4X" fmla="*/ 2693539 w 2739972"/>
              <a:gd name="GluePoint4Y" fmla="*/ 44345 h 2884022"/>
              <a:gd name="GluePoint5X" fmla="*/ 2731706 w 2739972"/>
              <a:gd name="GluePoint5Y" fmla="*/ 52449 h 2884022"/>
              <a:gd name="GluePoint6X" fmla="*/ 2739972 w 2739972"/>
              <a:gd name="GluePoint6Y" fmla="*/ 84597 h 288402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702112" h="2842584">
                <a:moveTo>
                  <a:pt x="2702112" y="43159"/>
                </a:moveTo>
                <a:lnTo>
                  <a:pt x="2495922" y="11691"/>
                </a:lnTo>
                <a:cubicBezTo>
                  <a:pt x="2419799" y="3960"/>
                  <a:pt x="2342562" y="0"/>
                  <a:pt x="2264400" y="0"/>
                </a:cubicBezTo>
                <a:cubicBezTo>
                  <a:pt x="1013806" y="0"/>
                  <a:pt x="0" y="1013806"/>
                  <a:pt x="0" y="2264400"/>
                </a:cubicBezTo>
                <a:cubicBezTo>
                  <a:pt x="0" y="2420724"/>
                  <a:pt x="15841" y="2573349"/>
                  <a:pt x="46005" y="2720756"/>
                </a:cubicBezTo>
                <a:lnTo>
                  <a:pt x="77330" y="2842584"/>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79" name="任意多边形: 形状 30"/>
          <p:cNvSpPr/>
          <p:nvPr/>
        </p:nvSpPr>
        <p:spPr>
          <a:xfrm rot="6722400">
            <a:off x="6858720" y="2629440"/>
            <a:ext cx="2612880" cy="2741040"/>
          </a:xfrm>
          <a:custGeom>
            <a:avLst/>
            <a:gdLst>
              <a:gd name="textAreaLeft" fmla="*/ 0 w 2612880"/>
              <a:gd name="textAreaRight" fmla="*/ 2613600 w 2612880"/>
              <a:gd name="textAreaTop" fmla="*/ 0 h 2741040"/>
              <a:gd name="textAreaBottom" fmla="*/ 2741760 h 2741040"/>
              <a:gd name="GluePoint1X" fmla="*/ 2627567 w 2719007"/>
              <a:gd name="GluePoint1Y" fmla="*/ 143842 h 2747074"/>
              <a:gd name="GluePoint2X" fmla="*/ 2539714 w 2719007"/>
              <a:gd name="GluePoint2Y" fmla="*/ 125555 h 2747074"/>
              <a:gd name="GluePoint3X" fmla="*/ 2430102 w 2719007"/>
              <a:gd name="GluePoint3Y" fmla="*/ 111119 h 2747074"/>
              <a:gd name="GluePoint4X" fmla="*/ 2417343 w 2719007"/>
              <a:gd name="GluePoint4Y" fmla="*/ 109795 h 2747074"/>
              <a:gd name="GluePoint5X" fmla="*/ 2314257 w 2719007"/>
              <a:gd name="GluePoint5Y" fmla="*/ 85632 h 2747074"/>
              <a:gd name="GluePoint6X" fmla="*/ 2001551 w 2719007"/>
              <a:gd name="GluePoint6Y" fmla="*/ 49355 h 274707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613744" h="2741829">
                <a:moveTo>
                  <a:pt x="86203" y="2741829"/>
                </a:moveTo>
                <a:lnTo>
                  <a:pt x="43556" y="2575971"/>
                </a:lnTo>
                <a:cubicBezTo>
                  <a:pt x="14998" y="2436408"/>
                  <a:pt x="0" y="2291906"/>
                  <a:pt x="0" y="2143900"/>
                </a:cubicBezTo>
                <a:cubicBezTo>
                  <a:pt x="0" y="959857"/>
                  <a:pt x="959857" y="0"/>
                  <a:pt x="2143900" y="0"/>
                </a:cubicBezTo>
                <a:cubicBezTo>
                  <a:pt x="2291905" y="0"/>
                  <a:pt x="2436408" y="14998"/>
                  <a:pt x="2575971" y="43556"/>
                </a:cubicBezTo>
                <a:lnTo>
                  <a:pt x="2613744" y="53268"/>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0" name="任意多边形: 形状 31"/>
          <p:cNvSpPr/>
          <p:nvPr/>
        </p:nvSpPr>
        <p:spPr>
          <a:xfrm rot="6722400">
            <a:off x="6817680" y="2727720"/>
            <a:ext cx="2507040" cy="2628360"/>
          </a:xfrm>
          <a:custGeom>
            <a:avLst/>
            <a:gdLst>
              <a:gd name="textAreaLeft" fmla="*/ 0 w 2507040"/>
              <a:gd name="textAreaRight" fmla="*/ 2507760 w 2507040"/>
              <a:gd name="textAreaTop" fmla="*/ 0 h 2628360"/>
              <a:gd name="textAreaBottom" fmla="*/ 2629080 h 2628360"/>
              <a:gd name="GluePoint1X" fmla="*/ 1948787 w 2572265"/>
              <a:gd name="GluePoint1Y" fmla="*/ 1363 h 2669917"/>
              <a:gd name="GluePoint2X" fmla="*/ 2231561 w 2572265"/>
              <a:gd name="GluePoint2Y" fmla="*/ 10888 h 2669917"/>
              <a:gd name="GluePoint3X" fmla="*/ 2355054 w 2572265"/>
              <a:gd name="GluePoint3Y" fmla="*/ 23703 h 2669917"/>
              <a:gd name="GluePoint4X" fmla="*/ 2361338 w 2572265"/>
              <a:gd name="GluePoint4Y" fmla="*/ 25176 h 2669917"/>
              <a:gd name="GluePoint5X" fmla="*/ 2553624 w 2572265"/>
              <a:gd name="GluePoint5Y" fmla="*/ 76670 h 2669917"/>
              <a:gd name="GluePoint6X" fmla="*/ 2568786 w 2572265"/>
              <a:gd name="GluePoint6Y" fmla="*/ 80732 h 2669917"/>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507554" h="2629009">
                <a:moveTo>
                  <a:pt x="2507554" y="62621"/>
                </a:moveTo>
                <a:lnTo>
                  <a:pt x="2423376" y="40976"/>
                </a:lnTo>
                <a:cubicBezTo>
                  <a:pt x="2292080" y="14109"/>
                  <a:pt x="2156138" y="0"/>
                  <a:pt x="2016900" y="0"/>
                </a:cubicBezTo>
                <a:cubicBezTo>
                  <a:pt x="902997" y="0"/>
                  <a:pt x="0" y="902997"/>
                  <a:pt x="0" y="2016900"/>
                </a:cubicBezTo>
                <a:cubicBezTo>
                  <a:pt x="0" y="2225757"/>
                  <a:pt x="31746" y="2427199"/>
                  <a:pt x="90676" y="2616664"/>
                </a:cubicBezTo>
                <a:lnTo>
                  <a:pt x="95194" y="2629009"/>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1" name="任意多边形: 形状 32"/>
          <p:cNvSpPr/>
          <p:nvPr/>
        </p:nvSpPr>
        <p:spPr>
          <a:xfrm rot="6722400">
            <a:off x="6788880" y="2818440"/>
            <a:ext cx="2406600" cy="2520360"/>
          </a:xfrm>
          <a:custGeom>
            <a:avLst/>
            <a:gdLst>
              <a:gd name="textAreaLeft" fmla="*/ 0 w 2406600"/>
              <a:gd name="textAreaRight" fmla="*/ 2407320 w 2406600"/>
              <a:gd name="textAreaTop" fmla="*/ 0 h 2520360"/>
              <a:gd name="textAreaBottom" fmla="*/ 2521080 h 2520360"/>
              <a:gd name="GluePoint1X" fmla="*/ 188304 w 2408159"/>
              <a:gd name="GluePoint1Y" fmla="*/ 1165193 h 2522818"/>
              <a:gd name="GluePoint2X" fmla="*/ 153701 w 2408159"/>
              <a:gd name="GluePoint2Y" fmla="*/ 1273317 h 2522818"/>
              <a:gd name="GluePoint3X" fmla="*/ 33051 w 2408159"/>
              <a:gd name="GluePoint3Y" fmla="*/ 1844817 h 2522818"/>
              <a:gd name="GluePoint4X" fmla="*/ 121951 w 2408159"/>
              <a:gd name="GluePoint4Y" fmla="*/ 2457592 h 2522818"/>
              <a:gd name="GluePoint5X" fmla="*/ 133501 w 2408159"/>
              <a:gd name="GluePoint5Y" fmla="*/ 2500839 h 2522818"/>
              <a:gd name="GluePoint6X" fmla="*/ 141486 w 2408159"/>
              <a:gd name="GluePoint6Y" fmla="*/ 2522818 h 252281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407041" h="2520965">
                <a:moveTo>
                  <a:pt x="104785" y="2520965"/>
                </a:moveTo>
                <a:lnTo>
                  <a:pt x="85537" y="2468375"/>
                </a:lnTo>
                <a:cubicBezTo>
                  <a:pt x="29947" y="2289647"/>
                  <a:pt x="0" y="2099621"/>
                  <a:pt x="0" y="1902600"/>
                </a:cubicBezTo>
                <a:cubicBezTo>
                  <a:pt x="0" y="851823"/>
                  <a:pt x="851823" y="0"/>
                  <a:pt x="1902600" y="0"/>
                </a:cubicBezTo>
                <a:cubicBezTo>
                  <a:pt x="2033947" y="0"/>
                  <a:pt x="2162186" y="13310"/>
                  <a:pt x="2286040" y="38654"/>
                </a:cubicBezTo>
                <a:lnTo>
                  <a:pt x="2407041" y="6976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2" name="任意多边形: 形状 33"/>
          <p:cNvSpPr/>
          <p:nvPr/>
        </p:nvSpPr>
        <p:spPr>
          <a:xfrm rot="6722400">
            <a:off x="6768720" y="2904480"/>
            <a:ext cx="2305440" cy="2413080"/>
          </a:xfrm>
          <a:custGeom>
            <a:avLst/>
            <a:gdLst>
              <a:gd name="textAreaLeft" fmla="*/ 0 w 2305440"/>
              <a:gd name="textAreaRight" fmla="*/ 2306160 w 2305440"/>
              <a:gd name="textAreaTop" fmla="*/ 0 h 2413080"/>
              <a:gd name="textAreaBottom" fmla="*/ 2413800 h 2413080"/>
              <a:gd name="GluePoint1X" fmla="*/ 1819555 w 2357652"/>
              <a:gd name="GluePoint1Y" fmla="*/ 820 h 2459550"/>
              <a:gd name="GluePoint2X" fmla="*/ 2319618 w 2357652"/>
              <a:gd name="GluePoint2Y" fmla="*/ 69877 h 2459550"/>
              <a:gd name="GluePoint3X" fmla="*/ 2355557 w 2357652"/>
              <a:gd name="GluePoint3Y" fmla="*/ 77297 h 2459550"/>
              <a:gd name="GluePoint4X" fmla="*/ 2357652 w 2357652"/>
              <a:gd name="GluePoint4Y" fmla="*/ 118777 h 2459550"/>
              <a:gd name="GluePoint5X" fmla="*/ 2209631 w 2357652"/>
              <a:gd name="GluePoint5Y" fmla="*/ 80717 h 2459550"/>
              <a:gd name="GluePoint6X" fmla="*/ 1847604 w 2357652"/>
              <a:gd name="GluePoint6Y" fmla="*/ 44222 h 245955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306398" h="2413436">
                <a:moveTo>
                  <a:pt x="2306398" y="74555"/>
                </a:moveTo>
                <a:lnTo>
                  <a:pt x="2158377" y="36495"/>
                </a:lnTo>
                <a:cubicBezTo>
                  <a:pt x="2041439" y="12566"/>
                  <a:pt x="1920362" y="0"/>
                  <a:pt x="1796350" y="0"/>
                </a:cubicBezTo>
                <a:cubicBezTo>
                  <a:pt x="804253" y="0"/>
                  <a:pt x="0" y="804253"/>
                  <a:pt x="0" y="1796350"/>
                </a:cubicBezTo>
                <a:cubicBezTo>
                  <a:pt x="0" y="1982368"/>
                  <a:pt x="28275" y="2161783"/>
                  <a:pt x="80760" y="2330530"/>
                </a:cubicBezTo>
                <a:lnTo>
                  <a:pt x="111104" y="241343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3" name="任意多边形: 形状 34"/>
          <p:cNvSpPr/>
          <p:nvPr/>
        </p:nvSpPr>
        <p:spPr>
          <a:xfrm rot="6722400">
            <a:off x="6754320" y="2993040"/>
            <a:ext cx="2199600" cy="2299320"/>
          </a:xfrm>
          <a:custGeom>
            <a:avLst/>
            <a:gdLst>
              <a:gd name="textAreaLeft" fmla="*/ 0 w 2199600"/>
              <a:gd name="textAreaRight" fmla="*/ 2200320 w 2199600"/>
              <a:gd name="textAreaTop" fmla="*/ 0 h 2299320"/>
              <a:gd name="textAreaBottom" fmla="*/ 2300040 h 2299320"/>
              <a:gd name="GluePoint1X" fmla="*/ 100037 w 2200258"/>
              <a:gd name="GluePoint1Y" fmla="*/ 1249865 h 2299792"/>
              <a:gd name="GluePoint2X" fmla="*/ 81582 w 2200258"/>
              <a:gd name="GluePoint2Y" fmla="*/ 1320261 h 2299792"/>
              <a:gd name="GluePoint3X" fmla="*/ 48245 w 2200258"/>
              <a:gd name="GluePoint3Y" fmla="*/ 1817942 h 2299792"/>
              <a:gd name="GluePoint4X" fmla="*/ 141209 w 2200258"/>
              <a:gd name="GluePoint4Y" fmla="*/ 2266485 h 2299792"/>
              <a:gd name="GluePoint5X" fmla="*/ 150091 w 2200258"/>
              <a:gd name="GluePoint5Y" fmla="*/ 2298066 h 2299792"/>
              <a:gd name="GluePoint6X" fmla="*/ 115916 w 2200258"/>
              <a:gd name="GluePoint6Y" fmla="*/ 2299792 h 229979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200258" h="2299792">
                <a:moveTo>
                  <a:pt x="115916" y="2299792"/>
                </a:moveTo>
                <a:lnTo>
                  <a:pt x="75907" y="2190479"/>
                </a:lnTo>
                <a:cubicBezTo>
                  <a:pt x="26575" y="2031872"/>
                  <a:pt x="0" y="1863240"/>
                  <a:pt x="0" y="1688400"/>
                </a:cubicBezTo>
                <a:cubicBezTo>
                  <a:pt x="0" y="755922"/>
                  <a:pt x="755922" y="0"/>
                  <a:pt x="1688400" y="0"/>
                </a:cubicBezTo>
                <a:cubicBezTo>
                  <a:pt x="1863240" y="0"/>
                  <a:pt x="2031872" y="26575"/>
                  <a:pt x="2190479" y="75907"/>
                </a:cubicBezTo>
                <a:lnTo>
                  <a:pt x="2200258" y="7948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4" name="任意多边形: 形状 35"/>
          <p:cNvSpPr/>
          <p:nvPr/>
        </p:nvSpPr>
        <p:spPr>
          <a:xfrm rot="6722400">
            <a:off x="6746760" y="3090600"/>
            <a:ext cx="2076480" cy="2169000"/>
          </a:xfrm>
          <a:custGeom>
            <a:avLst/>
            <a:gdLst>
              <a:gd name="textAreaLeft" fmla="*/ 0 w 2076480"/>
              <a:gd name="textAreaRight" fmla="*/ 2077200 w 2076480"/>
              <a:gd name="textAreaTop" fmla="*/ 0 h 2169000"/>
              <a:gd name="textAreaBottom" fmla="*/ 2169720 h 2169000"/>
              <a:gd name="GluePoint1X" fmla="*/ 2079319 w 2170759"/>
              <a:gd name="GluePoint1Y" fmla="*/ 80042 h 2235262"/>
              <a:gd name="GluePoint2X" fmla="*/ 2118665 w 2170759"/>
              <a:gd name="GluePoint2Y" fmla="*/ 92278 h 2235262"/>
              <a:gd name="GluePoint3X" fmla="*/ 2129549 w 2170759"/>
              <a:gd name="GluePoint3Y" fmla="*/ 97649 h 2235262"/>
              <a:gd name="GluePoint4X" fmla="*/ 2127280 w 2170759"/>
              <a:gd name="GluePoint4Y" fmla="*/ 142583 h 2235262"/>
              <a:gd name="GluePoint5X" fmla="*/ 2088879 w 2170759"/>
              <a:gd name="GluePoint5Y" fmla="*/ 128528 h 2235262"/>
              <a:gd name="GluePoint6X" fmla="*/ 1621593 w 2170759"/>
              <a:gd name="GluePoint6Y" fmla="*/ 57881 h 223526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2077087" h="2169653">
                <a:moveTo>
                  <a:pt x="2077087" y="84702"/>
                </a:moveTo>
                <a:lnTo>
                  <a:pt x="2038686" y="70647"/>
                </a:lnTo>
                <a:cubicBezTo>
                  <a:pt x="1891071" y="24734"/>
                  <a:pt x="1734124" y="0"/>
                  <a:pt x="1571400" y="0"/>
                </a:cubicBezTo>
                <a:cubicBezTo>
                  <a:pt x="703540" y="0"/>
                  <a:pt x="0" y="703540"/>
                  <a:pt x="0" y="1571400"/>
                </a:cubicBezTo>
                <a:cubicBezTo>
                  <a:pt x="0" y="1734124"/>
                  <a:pt x="24734" y="1891071"/>
                  <a:pt x="70647" y="2038686"/>
                </a:cubicBezTo>
                <a:lnTo>
                  <a:pt x="118581" y="216965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5" name="任意多边形: 形状 36"/>
          <p:cNvSpPr/>
          <p:nvPr/>
        </p:nvSpPr>
        <p:spPr>
          <a:xfrm rot="6722400">
            <a:off x="6751080" y="3274920"/>
            <a:ext cx="1832040" cy="1910520"/>
          </a:xfrm>
          <a:custGeom>
            <a:avLst/>
            <a:gdLst>
              <a:gd name="textAreaLeft" fmla="*/ 0 w 1832040"/>
              <a:gd name="textAreaRight" fmla="*/ 1832760 w 1832040"/>
              <a:gd name="textAreaTop" fmla="*/ 0 h 1910520"/>
              <a:gd name="textAreaBottom" fmla="*/ 1911240 h 1910520"/>
              <a:gd name="GluePoint1X" fmla="*/ 1755255 w 1846695"/>
              <a:gd name="GluePoint1Y" fmla="*/ 122052 h 1911428"/>
              <a:gd name="GluePoint2X" fmla="*/ 1663689 w 1846695"/>
              <a:gd name="GluePoint2Y" fmla="*/ 94872 h 1911428"/>
              <a:gd name="GluePoint3X" fmla="*/ 1581049 w 1846695"/>
              <a:gd name="GluePoint3Y" fmla="*/ 81875 h 1911428"/>
              <a:gd name="GluePoint4X" fmla="*/ 1557351 w 1846695"/>
              <a:gd name="GluePoint4Y" fmla="*/ 73553 h 1911428"/>
              <a:gd name="GluePoint5X" fmla="*/ 1435089 w 1846695"/>
              <a:gd name="GluePoint5Y" fmla="*/ 42485 h 1911428"/>
              <a:gd name="GluePoint6X" fmla="*/ 1353494 w 1846695"/>
              <a:gd name="GluePoint6Y" fmla="*/ 33964 h 191142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832676" h="1911428">
                <a:moveTo>
                  <a:pt x="121280" y="1911428"/>
                </a:moveTo>
                <a:lnTo>
                  <a:pt x="106373" y="1880482"/>
                </a:lnTo>
                <a:cubicBezTo>
                  <a:pt x="37877" y="1718540"/>
                  <a:pt x="0" y="1540493"/>
                  <a:pt x="0" y="1353600"/>
                </a:cubicBezTo>
                <a:cubicBezTo>
                  <a:pt x="0" y="606027"/>
                  <a:pt x="606027" y="0"/>
                  <a:pt x="1353600" y="0"/>
                </a:cubicBezTo>
                <a:cubicBezTo>
                  <a:pt x="1493770" y="0"/>
                  <a:pt x="1628964" y="21306"/>
                  <a:pt x="1756119" y="60855"/>
                </a:cubicBezTo>
                <a:lnTo>
                  <a:pt x="1832676" y="88875"/>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6" name="任意多边形: 形状 37"/>
          <p:cNvSpPr/>
          <p:nvPr/>
        </p:nvSpPr>
        <p:spPr>
          <a:xfrm rot="6722400">
            <a:off x="6761160" y="3364920"/>
            <a:ext cx="1708560" cy="1779840"/>
          </a:xfrm>
          <a:custGeom>
            <a:avLst/>
            <a:gdLst>
              <a:gd name="textAreaLeft" fmla="*/ 0 w 1708560"/>
              <a:gd name="textAreaRight" fmla="*/ 1709280 w 1708560"/>
              <a:gd name="textAreaTop" fmla="*/ 0 h 1779840"/>
              <a:gd name="textAreaBottom" fmla="*/ 1780560 h 1779840"/>
              <a:gd name="GluePoint1X" fmla="*/ 1515801 w 1754515"/>
              <a:gd name="GluePoint1Y" fmla="*/ 16713 h 1828732"/>
              <a:gd name="GluePoint2X" fmla="*/ 1640113 w 1754515"/>
              <a:gd name="GluePoint2Y" fmla="*/ 60369 h 1828732"/>
              <a:gd name="GluePoint3X" fmla="*/ 1710518 w 1754515"/>
              <a:gd name="GluePoint3Y" fmla="*/ 87154 h 1828732"/>
              <a:gd name="GluePoint4X" fmla="*/ 1754515 w 1754515"/>
              <a:gd name="GluePoint4Y" fmla="*/ 104162 h 1828732"/>
              <a:gd name="GluePoint5X" fmla="*/ 1748429 w 1754515"/>
              <a:gd name="GluePoint5Y" fmla="*/ 127829 h 1828732"/>
              <a:gd name="GluePoint6X" fmla="*/ 1659826 w 1754515"/>
              <a:gd name="GluePoint6Y" fmla="*/ 95400 h 182873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709277" h="1780541">
                <a:moveTo>
                  <a:pt x="1709277" y="88591"/>
                </a:moveTo>
                <a:lnTo>
                  <a:pt x="1620674" y="56162"/>
                </a:lnTo>
                <a:cubicBezTo>
                  <a:pt x="1503325" y="19662"/>
                  <a:pt x="1378559" y="0"/>
                  <a:pt x="1249200" y="0"/>
                </a:cubicBezTo>
                <a:cubicBezTo>
                  <a:pt x="559286" y="0"/>
                  <a:pt x="0" y="559286"/>
                  <a:pt x="0" y="1249200"/>
                </a:cubicBezTo>
                <a:cubicBezTo>
                  <a:pt x="0" y="1421679"/>
                  <a:pt x="34955" y="1585993"/>
                  <a:pt x="98168" y="1735445"/>
                </a:cubicBezTo>
                <a:lnTo>
                  <a:pt x="119892" y="178054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7" name="任意多边形: 形状 38"/>
          <p:cNvSpPr/>
          <p:nvPr/>
        </p:nvSpPr>
        <p:spPr>
          <a:xfrm rot="6722400">
            <a:off x="6983280" y="4024800"/>
            <a:ext cx="699120" cy="729360"/>
          </a:xfrm>
          <a:custGeom>
            <a:avLst/>
            <a:gdLst>
              <a:gd name="textAreaLeft" fmla="*/ 0 w 699120"/>
              <a:gd name="textAreaRight" fmla="*/ 699840 w 699120"/>
              <a:gd name="textAreaTop" fmla="*/ 0 h 729360"/>
              <a:gd name="textAreaBottom" fmla="*/ 730080 h 729360"/>
              <a:gd name="GluePoint1X" fmla="*/ 190297 w 699728"/>
              <a:gd name="GluePoint1Y" fmla="*/ 174057 h 730385"/>
              <a:gd name="GluePoint2X" fmla="*/ 66472 w 699728"/>
              <a:gd name="GluePoint2Y" fmla="*/ 366938 h 730385"/>
              <a:gd name="GluePoint3X" fmla="*/ 61710 w 699728"/>
              <a:gd name="GluePoint3Y" fmla="*/ 659832 h 730385"/>
              <a:gd name="GluePoint4X" fmla="*/ 74893 w 699728"/>
              <a:gd name="GluePoint4Y" fmla="*/ 711398 h 730385"/>
              <a:gd name="GluePoint5X" fmla="*/ 49502 w 699728"/>
              <a:gd name="GluePoint5Y" fmla="*/ 730385 h 730385"/>
              <a:gd name="GluePoint6X" fmla="*/ 40363 w 699728"/>
              <a:gd name="GluePoint6Y" fmla="*/ 713547 h 73038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699728" h="730385">
                <a:moveTo>
                  <a:pt x="49502" y="730385"/>
                </a:moveTo>
                <a:lnTo>
                  <a:pt x="40363" y="713547"/>
                </a:lnTo>
                <a:cubicBezTo>
                  <a:pt x="14372" y="652098"/>
                  <a:pt x="0" y="584539"/>
                  <a:pt x="0" y="513622"/>
                </a:cubicBezTo>
                <a:cubicBezTo>
                  <a:pt x="0" y="229956"/>
                  <a:pt x="229956" y="0"/>
                  <a:pt x="513622" y="0"/>
                </a:cubicBezTo>
                <a:cubicBezTo>
                  <a:pt x="549080" y="0"/>
                  <a:pt x="583699" y="3593"/>
                  <a:pt x="617135" y="10435"/>
                </a:cubicBezTo>
                <a:lnTo>
                  <a:pt x="699728" y="36073"/>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8" name="任意多边形: 形状 39"/>
          <p:cNvSpPr/>
          <p:nvPr/>
        </p:nvSpPr>
        <p:spPr>
          <a:xfrm rot="6722400">
            <a:off x="7042320" y="4136400"/>
            <a:ext cx="518040" cy="540360"/>
          </a:xfrm>
          <a:custGeom>
            <a:avLst/>
            <a:gdLst>
              <a:gd name="textAreaLeft" fmla="*/ 0 w 518040"/>
              <a:gd name="textAreaRight" fmla="*/ 518760 w 518040"/>
              <a:gd name="textAreaTop" fmla="*/ 0 h 540360"/>
              <a:gd name="textAreaBottom" fmla="*/ 541080 h 540360"/>
              <a:gd name="GluePoint1X" fmla="*/ 363883 w 585918"/>
              <a:gd name="GluePoint1Y" fmla="*/ 5616 h 615834"/>
              <a:gd name="GluePoint2X" fmla="*/ 566289 w 585918"/>
              <a:gd name="GluePoint2Y" fmla="*/ 15141 h 615834"/>
              <a:gd name="GluePoint3X" fmla="*/ 585918 w 585918"/>
              <a:gd name="GluePoint3Y" fmla="*/ 22849 h 615834"/>
              <a:gd name="GluePoint4X" fmla="*/ 562439 w 585918"/>
              <a:gd name="GluePoint4Y" fmla="*/ 61084 h 615834"/>
              <a:gd name="GluePoint5X" fmla="*/ 519365 w 585918"/>
              <a:gd name="GluePoint5Y" fmla="*/ 47713 h 615834"/>
              <a:gd name="GluePoint6X" fmla="*/ 439557 w 585918"/>
              <a:gd name="GluePoint6Y" fmla="*/ 39668 h 61583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518882" h="540737">
                <a:moveTo>
                  <a:pt x="518882" y="21416"/>
                </a:moveTo>
                <a:lnTo>
                  <a:pt x="475808" y="8045"/>
                </a:lnTo>
                <a:cubicBezTo>
                  <a:pt x="450029" y="2770"/>
                  <a:pt x="423338" y="0"/>
                  <a:pt x="396000" y="0"/>
                </a:cubicBezTo>
                <a:cubicBezTo>
                  <a:pt x="177295" y="0"/>
                  <a:pt x="0" y="177295"/>
                  <a:pt x="0" y="396000"/>
                </a:cubicBezTo>
                <a:cubicBezTo>
                  <a:pt x="0" y="423338"/>
                  <a:pt x="2770" y="450029"/>
                  <a:pt x="8045" y="475808"/>
                </a:cubicBezTo>
                <a:lnTo>
                  <a:pt x="28201" y="54073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89" name="任意多边形: 形状 40"/>
          <p:cNvSpPr/>
          <p:nvPr/>
        </p:nvSpPr>
        <p:spPr>
          <a:xfrm rot="6722400">
            <a:off x="6888600" y="3819600"/>
            <a:ext cx="1030680" cy="1072440"/>
          </a:xfrm>
          <a:custGeom>
            <a:avLst/>
            <a:gdLst>
              <a:gd name="textAreaLeft" fmla="*/ 0 w 1030680"/>
              <a:gd name="textAreaRight" fmla="*/ 1031400 w 1030680"/>
              <a:gd name="textAreaTop" fmla="*/ 0 h 1072440"/>
              <a:gd name="textAreaBottom" fmla="*/ 1073160 h 1072440"/>
              <a:gd name="GluePoint1X" fmla="*/ 678995 w 1031244"/>
              <a:gd name="GluePoint1Y" fmla="*/ 36486 h 1073200"/>
              <a:gd name="GluePoint2X" fmla="*/ 336095 w 1031244"/>
              <a:gd name="GluePoint2Y" fmla="*/ 160311 h 1073200"/>
              <a:gd name="GluePoint3X" fmla="*/ 109876 w 1031244"/>
              <a:gd name="GluePoint3Y" fmla="*/ 417486 h 1073200"/>
              <a:gd name="GluePoint4X" fmla="*/ 47964 w 1031244"/>
              <a:gd name="GluePoint4Y" fmla="*/ 810392 h 1073200"/>
              <a:gd name="GluePoint5X" fmla="*/ 87254 w 1031244"/>
              <a:gd name="GluePoint5Y" fmla="*/ 981991 h 1073200"/>
              <a:gd name="GluePoint6X" fmla="*/ 116073 w 1031244"/>
              <a:gd name="GluePoint6Y" fmla="*/ 1053724 h 10732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031244" h="1073200">
                <a:moveTo>
                  <a:pt x="84015" y="1073200"/>
                </a:moveTo>
                <a:lnTo>
                  <a:pt x="57996" y="1025263"/>
                </a:lnTo>
                <a:cubicBezTo>
                  <a:pt x="20651" y="936970"/>
                  <a:pt x="0" y="839897"/>
                  <a:pt x="0" y="738000"/>
                </a:cubicBezTo>
                <a:cubicBezTo>
                  <a:pt x="0" y="330414"/>
                  <a:pt x="330414" y="0"/>
                  <a:pt x="738000" y="0"/>
                </a:cubicBezTo>
                <a:cubicBezTo>
                  <a:pt x="839897" y="0"/>
                  <a:pt x="936970" y="20651"/>
                  <a:pt x="1025263" y="57996"/>
                </a:cubicBezTo>
                <a:lnTo>
                  <a:pt x="1031244" y="6124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0" name="任意多边形: 形状 41"/>
          <p:cNvSpPr/>
          <p:nvPr/>
        </p:nvSpPr>
        <p:spPr>
          <a:xfrm rot="6722400">
            <a:off x="6930360" y="3920040"/>
            <a:ext cx="874440" cy="907200"/>
          </a:xfrm>
          <a:custGeom>
            <a:avLst/>
            <a:gdLst>
              <a:gd name="textAreaLeft" fmla="*/ 0 w 874440"/>
              <a:gd name="textAreaRight" fmla="*/ 875160 w 874440"/>
              <a:gd name="textAreaTop" fmla="*/ 0 h 907200"/>
              <a:gd name="textAreaBottom" fmla="*/ 907920 h 907200"/>
              <a:gd name="GluePoint1X" fmla="*/ 642985 w 930961"/>
              <a:gd name="GluePoint1Y" fmla="*/ 0 h 970323"/>
              <a:gd name="GluePoint2X" fmla="*/ 898039 w 930961"/>
              <a:gd name="GluePoint2Y" fmla="*/ 37393 h 970323"/>
              <a:gd name="GluePoint3X" fmla="*/ 930961 w 930961"/>
              <a:gd name="GluePoint3Y" fmla="*/ 52911 h 970323"/>
              <a:gd name="GluePoint4X" fmla="*/ 912706 w 930961"/>
              <a:gd name="GluePoint4Y" fmla="*/ 90807 h 970323"/>
              <a:gd name="GluePoint5X" fmla="*/ 911437 w 930961"/>
              <a:gd name="GluePoint5Y" fmla="*/ 90118 h 970323"/>
              <a:gd name="GluePoint6X" fmla="*/ 666533 w 930961"/>
              <a:gd name="GluePoint6Y" fmla="*/ 40674 h 97032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875351" h="908062">
                <a:moveTo>
                  <a:pt x="875351" y="50133"/>
                </a:moveTo>
                <a:lnTo>
                  <a:pt x="874082" y="49444"/>
                </a:lnTo>
                <a:cubicBezTo>
                  <a:pt x="798808" y="17606"/>
                  <a:pt x="716049" y="0"/>
                  <a:pt x="629178" y="0"/>
                </a:cubicBezTo>
                <a:cubicBezTo>
                  <a:pt x="281693" y="0"/>
                  <a:pt x="0" y="281693"/>
                  <a:pt x="0" y="629178"/>
                </a:cubicBezTo>
                <a:cubicBezTo>
                  <a:pt x="0" y="716049"/>
                  <a:pt x="17606" y="798809"/>
                  <a:pt x="49444" y="874082"/>
                </a:cubicBezTo>
                <a:lnTo>
                  <a:pt x="67888" y="908062"/>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1" name="任意多边形: 形状 42"/>
          <p:cNvSpPr/>
          <p:nvPr/>
        </p:nvSpPr>
        <p:spPr>
          <a:xfrm rot="6722400">
            <a:off x="6823800" y="3636720"/>
            <a:ext cx="1310400" cy="1364400"/>
          </a:xfrm>
          <a:custGeom>
            <a:avLst/>
            <a:gdLst>
              <a:gd name="textAreaLeft" fmla="*/ 0 w 1310400"/>
              <a:gd name="textAreaRight" fmla="*/ 1311120 w 1310400"/>
              <a:gd name="textAreaTop" fmla="*/ 0 h 1364400"/>
              <a:gd name="textAreaBottom" fmla="*/ 1365120 h 1364400"/>
              <a:gd name="GluePoint1X" fmla="*/ 1276869 w 1368309"/>
              <a:gd name="GluePoint1Y" fmla="*/ 101883 h 1365195"/>
              <a:gd name="GluePoint2X" fmla="*/ 947191 w 1368309"/>
              <a:gd name="GluePoint2Y" fmla="*/ 28457 h 1365195"/>
              <a:gd name="GluePoint3X" fmla="*/ 575716 w 1368309"/>
              <a:gd name="GluePoint3Y" fmla="*/ 126088 h 1365195"/>
              <a:gd name="GluePoint4X" fmla="*/ 232816 w 1368309"/>
              <a:gd name="GluePoint4Y" fmla="*/ 380882 h 1365195"/>
              <a:gd name="GluePoint5X" fmla="*/ 30410 w 1368309"/>
              <a:gd name="GluePoint5Y" fmla="*/ 826176 h 1365195"/>
              <a:gd name="GluePoint6X" fmla="*/ 108991 w 1368309"/>
              <a:gd name="GluePoint6Y" fmla="*/ 1297663 h 136519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311055" h="1365195">
                <a:moveTo>
                  <a:pt x="102721" y="1365195"/>
                </a:moveTo>
                <a:lnTo>
                  <a:pt x="73832" y="1305225"/>
                </a:lnTo>
                <a:cubicBezTo>
                  <a:pt x="26290" y="1192822"/>
                  <a:pt x="0" y="1069242"/>
                  <a:pt x="0" y="939521"/>
                </a:cubicBezTo>
                <a:cubicBezTo>
                  <a:pt x="0" y="420638"/>
                  <a:pt x="420638" y="0"/>
                  <a:pt x="939521" y="0"/>
                </a:cubicBezTo>
                <a:cubicBezTo>
                  <a:pt x="1069242" y="0"/>
                  <a:pt x="1192822" y="26290"/>
                  <a:pt x="1305225" y="73832"/>
                </a:cubicBezTo>
                <a:lnTo>
                  <a:pt x="1311055" y="76640"/>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2" name="任意多边形: 形状 43"/>
          <p:cNvSpPr/>
          <p:nvPr/>
        </p:nvSpPr>
        <p:spPr>
          <a:xfrm rot="6722400">
            <a:off x="6854040" y="3732120"/>
            <a:ext cx="1172160" cy="1216440"/>
          </a:xfrm>
          <a:custGeom>
            <a:avLst/>
            <a:gdLst>
              <a:gd name="textAreaLeft" fmla="*/ 0 w 1172160"/>
              <a:gd name="textAreaRight" fmla="*/ 1172880 w 1172160"/>
              <a:gd name="textAreaTop" fmla="*/ 0 h 1216440"/>
              <a:gd name="textAreaBottom" fmla="*/ 1217160 h 1216440"/>
              <a:gd name="GluePoint1X" fmla="*/ 323902 w 1240058"/>
              <a:gd name="GluePoint1Y" fmla="*/ 196321 h 1273978"/>
              <a:gd name="GluePoint2X" fmla="*/ 685852 w 1240058"/>
              <a:gd name="GluePoint2Y" fmla="*/ 20109 h 1273978"/>
              <a:gd name="GluePoint3X" fmla="*/ 877245 w 1240058"/>
              <a:gd name="GluePoint3Y" fmla="*/ 17 h 1273978"/>
              <a:gd name="GluePoint4X" fmla="*/ 1059708 w 1240058"/>
              <a:gd name="GluePoint4Y" fmla="*/ 12965 h 1273978"/>
              <a:gd name="GluePoint5X" fmla="*/ 1226842 w 1240058"/>
              <a:gd name="GluePoint5Y" fmla="*/ 58060 h 1273978"/>
              <a:gd name="GluePoint6X" fmla="*/ 1240058 w 1240058"/>
              <a:gd name="GluePoint6Y" fmla="*/ 62984 h 12739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172967" h="1216931">
                <a:moveTo>
                  <a:pt x="1172967" y="71295"/>
                </a:moveTo>
                <a:lnTo>
                  <a:pt x="1162798" y="65776"/>
                </a:lnTo>
                <a:cubicBezTo>
                  <a:pt x="1062661" y="23421"/>
                  <a:pt x="952565" y="0"/>
                  <a:pt x="837000" y="0"/>
                </a:cubicBezTo>
                <a:cubicBezTo>
                  <a:pt x="374738" y="0"/>
                  <a:pt x="0" y="374738"/>
                  <a:pt x="0" y="837000"/>
                </a:cubicBezTo>
                <a:cubicBezTo>
                  <a:pt x="0" y="952566"/>
                  <a:pt x="23421" y="1062661"/>
                  <a:pt x="65776" y="1162798"/>
                </a:cubicBezTo>
                <a:lnTo>
                  <a:pt x="95158" y="121693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3" name="任意多边形: 形状 44"/>
          <p:cNvSpPr/>
          <p:nvPr/>
        </p:nvSpPr>
        <p:spPr>
          <a:xfrm rot="6722400">
            <a:off x="6778080" y="3457440"/>
            <a:ext cx="1576080" cy="1641240"/>
          </a:xfrm>
          <a:custGeom>
            <a:avLst/>
            <a:gdLst>
              <a:gd name="textAreaLeft" fmla="*/ 0 w 1576080"/>
              <a:gd name="textAreaRight" fmla="*/ 1576800 w 1576080"/>
              <a:gd name="textAreaTop" fmla="*/ 0 h 1641240"/>
              <a:gd name="textAreaBottom" fmla="*/ 1641960 h 1641240"/>
              <a:gd name="GluePoint1X" fmla="*/ 1350967 w 1576525"/>
              <a:gd name="GluePoint1Y" fmla="*/ 62188 h 1642284"/>
              <a:gd name="GluePoint2X" fmla="*/ 960442 w 1576525"/>
              <a:gd name="GluePoint2Y" fmla="*/ 45519 h 1642284"/>
              <a:gd name="GluePoint3X" fmla="*/ 619923 w 1576525"/>
              <a:gd name="GluePoint3Y" fmla="*/ 169344 h 1642284"/>
              <a:gd name="GluePoint4X" fmla="*/ 253210 w 1576525"/>
              <a:gd name="GluePoint4Y" fmla="*/ 495575 h 1642284"/>
              <a:gd name="GluePoint5X" fmla="*/ 46042 w 1576525"/>
              <a:gd name="GluePoint5Y" fmla="*/ 1000400 h 1642284"/>
              <a:gd name="GluePoint6X" fmla="*/ 107954 w 1576525"/>
              <a:gd name="GluePoint6Y" fmla="*/ 1479032 h 164228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576525" h="1642284">
                <a:moveTo>
                  <a:pt x="116018" y="1642284"/>
                </a:moveTo>
                <a:lnTo>
                  <a:pt x="89823" y="1587907"/>
                </a:lnTo>
                <a:cubicBezTo>
                  <a:pt x="31984" y="1451161"/>
                  <a:pt x="0" y="1300815"/>
                  <a:pt x="0" y="1143000"/>
                </a:cubicBezTo>
                <a:cubicBezTo>
                  <a:pt x="0" y="511739"/>
                  <a:pt x="511739" y="0"/>
                  <a:pt x="1143000" y="0"/>
                </a:cubicBezTo>
                <a:cubicBezTo>
                  <a:pt x="1261361" y="0"/>
                  <a:pt x="1375521" y="17991"/>
                  <a:pt x="1482893" y="51387"/>
                </a:cubicBezTo>
                <a:lnTo>
                  <a:pt x="1576525" y="85657"/>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4" name="任意多边形: 形状 45"/>
          <p:cNvSpPr/>
          <p:nvPr/>
        </p:nvSpPr>
        <p:spPr>
          <a:xfrm rot="6722400">
            <a:off x="6797160" y="3547440"/>
            <a:ext cx="1447200" cy="1504800"/>
          </a:xfrm>
          <a:custGeom>
            <a:avLst/>
            <a:gdLst>
              <a:gd name="textAreaLeft" fmla="*/ 0 w 1447200"/>
              <a:gd name="textAreaRight" fmla="*/ 1447920 w 1447200"/>
              <a:gd name="textAreaTop" fmla="*/ 0 h 1504800"/>
              <a:gd name="textAreaBottom" fmla="*/ 1505520 h 1504800"/>
              <a:gd name="GluePoint1X" fmla="*/ 1460352 w 1551792"/>
              <a:gd name="GluePoint1Y" fmla="*/ 58170 h 1551602"/>
              <a:gd name="GluePoint2X" fmla="*/ 1490440 w 1551792"/>
              <a:gd name="GluePoint2Y" fmla="*/ 73155 h 1551602"/>
              <a:gd name="GluePoint3X" fmla="*/ 1483677 w 1551792"/>
              <a:gd name="GluePoint3Y" fmla="*/ 99456 h 1551602"/>
              <a:gd name="GluePoint4X" fmla="*/ 1478442 w 1551792"/>
              <a:gd name="GluePoint4Y" fmla="*/ 113758 h 1551602"/>
              <a:gd name="GluePoint5X" fmla="*/ 1477107 w 1551792"/>
              <a:gd name="GluePoint5Y" fmla="*/ 113115 h 1551602"/>
              <a:gd name="GluePoint6X" fmla="*/ 1071840 w 1551792"/>
              <a:gd name="GluePoint6Y" fmla="*/ 31295 h 155160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Lst>
            <a:rect l="textAreaLeft" t="textAreaTop" r="textAreaRight" b="textAreaBottom"/>
            <a:pathLst>
              <a:path w="1447763" h="1505306">
                <a:moveTo>
                  <a:pt x="1447763" y="82463"/>
                </a:moveTo>
                <a:lnTo>
                  <a:pt x="1446428" y="81820"/>
                </a:lnTo>
                <a:cubicBezTo>
                  <a:pt x="1321865" y="29134"/>
                  <a:pt x="1184915" y="0"/>
                  <a:pt x="1041161" y="0"/>
                </a:cubicBezTo>
                <a:cubicBezTo>
                  <a:pt x="466144" y="0"/>
                  <a:pt x="0" y="466144"/>
                  <a:pt x="0" y="1041161"/>
                </a:cubicBezTo>
                <a:cubicBezTo>
                  <a:pt x="0" y="1184915"/>
                  <a:pt x="29134" y="1321865"/>
                  <a:pt x="81820" y="1446428"/>
                </a:cubicBezTo>
                <a:lnTo>
                  <a:pt x="110183" y="1505306"/>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5" name="任意多边形: 形状 10"/>
          <p:cNvSpPr/>
          <p:nvPr/>
        </p:nvSpPr>
        <p:spPr>
          <a:xfrm rot="6722400">
            <a:off x="7137360" y="4329000"/>
            <a:ext cx="203760" cy="213120"/>
          </a:xfrm>
          <a:custGeom>
            <a:avLst/>
            <a:gdLst>
              <a:gd name="textAreaLeft" fmla="*/ 0 w 203760"/>
              <a:gd name="textAreaRight" fmla="*/ 204480 w 203760"/>
              <a:gd name="textAreaTop" fmla="*/ 0 h 213120"/>
              <a:gd name="textAreaBottom" fmla="*/ 213840 h 213120"/>
              <a:gd name="GluePoint1X" fmla="*/ 56522 w 204370"/>
              <a:gd name="GluePoint1Y" fmla="*/ 163020 h 254460"/>
              <a:gd name="GluePoint2X" fmla="*/ 706 w 204370"/>
              <a:gd name="GluePoint2Y" fmla="*/ 213748 h 254460"/>
              <a:gd name="GluePoint3X" fmla="*/ 0 w 204370"/>
              <a:gd name="GluePoint3Y" fmla="*/ 206735 h 254460"/>
              <a:gd name="GluePoint4X" fmla="*/ 165282 w 204370"/>
              <a:gd name="GluePoint4Y" fmla="*/ 3941 h 254460"/>
              <a:gd name="GluePoint5X" fmla="*/ 204370 w 204370"/>
              <a:gd name="GluePoint5Y" fmla="*/ 0 h 254460"/>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204370" h="213748">
                <a:moveTo>
                  <a:pt x="706" y="213748"/>
                </a:moveTo>
                <a:cubicBezTo>
                  <a:pt x="471" y="211410"/>
                  <a:pt x="235" y="209073"/>
                  <a:pt x="0" y="206735"/>
                </a:cubicBezTo>
                <a:cubicBezTo>
                  <a:pt x="0" y="106703"/>
                  <a:pt x="70956" y="23243"/>
                  <a:pt x="165282" y="3941"/>
                </a:cubicBezTo>
                <a:lnTo>
                  <a:pt x="204370" y="0"/>
                </a:lnTo>
                <a:lnTo>
                  <a:pt x="202904" y="1961"/>
                </a:lnTo>
              </a:path>
            </a:pathLst>
          </a:custGeom>
          <a:noFill/>
          <a:ln>
            <a:solidFill>
              <a:schemeClr val="accent1">
                <a:alpha val="7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6" name="椭圆 46"/>
          <p:cNvSpPr/>
          <p:nvPr/>
        </p:nvSpPr>
        <p:spPr>
          <a:xfrm>
            <a:off x="6840360" y="1164600"/>
            <a:ext cx="1627560" cy="1627560"/>
          </a:xfrm>
          <a:prstGeom prst="ellipse">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两栏内容">
    <p:bg>
      <p:bgPr>
        <a:solidFill>
          <a:srgbClr val="fbf4ea"/>
        </a:solidFill>
      </p:bgPr>
    </p:bg>
    <p:spTree>
      <p:nvGrpSpPr>
        <p:cNvPr id="1" name=""/>
        <p:cNvGrpSpPr/>
        <p:nvPr/>
      </p:nvGrpSpPr>
      <p:grpSpPr>
        <a:xfrm>
          <a:off x="0" y="0"/>
          <a:ext cx="0" cy="0"/>
          <a:chOff x="0" y="0"/>
          <a:chExt cx="0" cy="0"/>
        </a:xfrm>
      </p:grpSpPr>
      <p:sp>
        <p:nvSpPr>
          <p:cNvPr id="497"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8"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499"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0"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1"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2"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3"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4"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5"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6"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7"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8"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09"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0"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1"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2"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3"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4"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5"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6"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7"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8"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19"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0"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1"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2"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3"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4"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5"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6"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7"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8"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29"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0"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31" name="PlaceHolder 1"/>
          <p:cNvSpPr>
            <a:spLocks noGrp="1"/>
          </p:cNvSpPr>
          <p:nvPr>
            <p:ph type="title"/>
          </p:nvPr>
        </p:nvSpPr>
        <p:spPr>
          <a:xfrm>
            <a:off x="695880" y="360000"/>
            <a:ext cx="10799280" cy="719280"/>
          </a:xfrm>
          <a:prstGeom prst="rect">
            <a:avLst/>
          </a:prstGeom>
          <a:noFill/>
          <a:ln w="0">
            <a:noFill/>
          </a:ln>
        </p:spPr>
        <p:txBody>
          <a:bodyPr lIns="0" rIns="0" tIns="0" bIns="0" anchor="b">
            <a:norm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
        <p:nvSpPr>
          <p:cNvPr id="532" name="PlaceHolder 2"/>
          <p:cNvSpPr>
            <a:spLocks noGrp="1"/>
          </p:cNvSpPr>
          <p:nvPr>
            <p:ph type="body"/>
          </p:nvPr>
        </p:nvSpPr>
        <p:spPr>
          <a:xfrm>
            <a:off x="695880" y="1301760"/>
            <a:ext cx="5322960" cy="487512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533" name="PlaceHolder 3"/>
          <p:cNvSpPr>
            <a:spLocks noGrp="1"/>
          </p:cNvSpPr>
          <p:nvPr>
            <p:ph type="body"/>
          </p:nvPr>
        </p:nvSpPr>
        <p:spPr>
          <a:xfrm>
            <a:off x="6172200" y="1301760"/>
            <a:ext cx="5322960" cy="487512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400" b="0" u="none" strike="noStrike">
                <a:solidFill>
                  <a:schemeClr val="dk1"/>
                </a:solidFill>
                <a:effectLst/>
                <a:uFillTx/>
                <a:latin typeface="Arial"/>
                <a:ea typeface="微软雅黑"/>
              </a:rPr>
              <a:t>单击此处编辑母版文本样式</a:t>
            </a:r>
            <a:endParaRPr lang="en-US" sz="24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534" name="PlaceHolder 4"/>
          <p:cNvSpPr>
            <a:spLocks noGrp="1"/>
          </p:cNvSpPr>
          <p:nvPr>
            <p:ph type="dt" idx="28"/>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35" name="PlaceHolder 5"/>
          <p:cNvSpPr>
            <a:spLocks noGrp="1"/>
          </p:cNvSpPr>
          <p:nvPr>
            <p:ph type="ftr" idx="2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6" name="PlaceHolder 6"/>
          <p:cNvSpPr>
            <a:spLocks noGrp="1"/>
          </p:cNvSpPr>
          <p:nvPr>
            <p:ph type="sldNum" idx="30"/>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比较">
    <p:bg>
      <p:bgPr>
        <a:solidFill>
          <a:srgbClr val="fbf4ea"/>
        </a:solidFill>
      </p:bgPr>
    </p:bg>
    <p:spTree>
      <p:nvGrpSpPr>
        <p:cNvPr id="1" name=""/>
        <p:cNvGrpSpPr/>
        <p:nvPr/>
      </p:nvGrpSpPr>
      <p:grpSpPr>
        <a:xfrm>
          <a:off x="0" y="0"/>
          <a:ext cx="0" cy="0"/>
          <a:chOff x="0" y="0"/>
          <a:chExt cx="0" cy="0"/>
        </a:xfrm>
      </p:grpSpPr>
      <p:sp>
        <p:nvSpPr>
          <p:cNvPr id="537" name="任意多边形: 形状 80"/>
          <p:cNvSpPr/>
          <p:nvPr/>
        </p:nvSpPr>
        <p:spPr>
          <a:xfrm flipH="1" rot="10506000">
            <a:off x="10572120" y="-61200"/>
            <a:ext cx="1544400" cy="1835280"/>
          </a:xfrm>
          <a:custGeom>
            <a:avLst/>
            <a:gdLst>
              <a:gd name="textAreaLeft" fmla="*/ -360 w 1544400"/>
              <a:gd name="textAreaRight" fmla="*/ 1544760 w 1544400"/>
              <a:gd name="textAreaTop" fmla="*/ 0 h 1835280"/>
              <a:gd name="textAreaBottom" fmla="*/ 1836000 h 1835280"/>
              <a:gd name="GluePoint1X" fmla="*/ 2792134 w 2792134"/>
              <a:gd name="GluePoint1Y" fmla="*/ 114232 h 1836002"/>
              <a:gd name="GluePoint2X" fmla="*/ 2783173 w 2792134"/>
              <a:gd name="GluePoint2Y" fmla="*/ 9795 h 1836002"/>
              <a:gd name="GluePoint3X" fmla="*/ 2792134 w 2792134"/>
              <a:gd name="GluePoint3Y" fmla="*/ 114232 h 1836002"/>
              <a:gd name="GluePoint4X" fmla="*/ 0 w 2792134"/>
              <a:gd name="GluePoint4Y" fmla="*/ 1836002 h 183600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544734" h="1836002">
                <a:moveTo>
                  <a:pt x="1544734" y="0"/>
                </a:moveTo>
                <a:lnTo>
                  <a:pt x="1397073" y="39891"/>
                </a:lnTo>
                <a:cubicBezTo>
                  <a:pt x="706781" y="292672"/>
                  <a:pt x="182520" y="889930"/>
                  <a:pt x="32427" y="1623501"/>
                </a:cubicBezTo>
                <a:lnTo>
                  <a:pt x="0" y="183600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8" name="任意多边形: 形状 4"/>
          <p:cNvSpPr/>
          <p:nvPr/>
        </p:nvSpPr>
        <p:spPr>
          <a:xfrm flipH="1" rot="10506000">
            <a:off x="7315560" y="3580200"/>
            <a:ext cx="1773000" cy="1883880"/>
          </a:xfrm>
          <a:custGeom>
            <a:avLst/>
            <a:gdLst>
              <a:gd name="textAreaLeft" fmla="*/ 360 w 1773000"/>
              <a:gd name="textAreaRight" fmla="*/ 1774080 w 1773000"/>
              <a:gd name="textAreaTop" fmla="*/ 0 h 1883880"/>
              <a:gd name="textAreaBottom" fmla="*/ 1884600 h 1883880"/>
              <a:gd name="GluePoint1X" fmla="*/ 1042541 w 1207728"/>
              <a:gd name="GluePoint1Y" fmla="*/ 79574 h 1283476"/>
              <a:gd name="GluePoint2X" fmla="*/ 1207728 w 1207728"/>
              <a:gd name="GluePoint2Y" fmla="*/ 0 h 1283476"/>
              <a:gd name="GluePoint3X" fmla="*/ 1136917 w 1207728"/>
              <a:gd name="GluePoint3Y" fmla="*/ 50355 h 1283476"/>
              <a:gd name="GluePoint4X" fmla="*/ 79165 w 1207728"/>
              <a:gd name="GluePoint4Y" fmla="*/ 1159992 h 128347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07728" h="1283476">
                <a:moveTo>
                  <a:pt x="1207728" y="0"/>
                </a:moveTo>
                <a:lnTo>
                  <a:pt x="1136917" y="50355"/>
                </a:lnTo>
                <a:cubicBezTo>
                  <a:pt x="725367" y="358134"/>
                  <a:pt x="367298" y="733498"/>
                  <a:pt x="79165" y="1159992"/>
                </a:cubicBezTo>
                <a:lnTo>
                  <a:pt x="0" y="128347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39" name="任意多边形: 形状 5"/>
          <p:cNvSpPr/>
          <p:nvPr/>
        </p:nvSpPr>
        <p:spPr>
          <a:xfrm flipH="1" rot="10506000">
            <a:off x="7382160" y="709920"/>
            <a:ext cx="4324320" cy="4608720"/>
          </a:xfrm>
          <a:custGeom>
            <a:avLst/>
            <a:gdLst>
              <a:gd name="textAreaLeft" fmla="*/ -360 w 4324320"/>
              <a:gd name="textAreaRight" fmla="*/ 4324680 w 4324320"/>
              <a:gd name="textAreaTop" fmla="*/ 0 h 4608720"/>
              <a:gd name="textAreaBottom" fmla="*/ 4609440 h 4608720"/>
              <a:gd name="GluePoint1X" fmla="*/ 328916 w 3017844"/>
              <a:gd name="GluePoint1Y" fmla="*/ 2179446 h 3183247"/>
              <a:gd name="GluePoint2X" fmla="*/ 30466 w 3017844"/>
              <a:gd name="GluePoint2Y" fmla="*/ 3170046 h 3183247"/>
              <a:gd name="GluePoint3X" fmla="*/ 27504 w 3017844"/>
              <a:gd name="GluePoint3Y" fmla="*/ 3183247 h 3183247"/>
              <a:gd name="GluePoint4X" fmla="*/ 0 w 3017844"/>
              <a:gd name="GluePoint4Y" fmla="*/ 3138693 h 3183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45236" h="3138693">
                <a:moveTo>
                  <a:pt x="0" y="3138693"/>
                </a:moveTo>
                <a:lnTo>
                  <a:pt x="1500" y="3126894"/>
                </a:lnTo>
                <a:cubicBezTo>
                  <a:pt x="231547" y="1621315"/>
                  <a:pt x="1347493" y="407251"/>
                  <a:pt x="2800676" y="33364"/>
                </a:cubicBezTo>
                <a:lnTo>
                  <a:pt x="2945236"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0" name="任意多边形: 形状 6"/>
          <p:cNvSpPr/>
          <p:nvPr/>
        </p:nvSpPr>
        <p:spPr>
          <a:xfrm flipH="1" rot="10506000">
            <a:off x="7542720" y="396720"/>
            <a:ext cx="4448880" cy="4739760"/>
          </a:xfrm>
          <a:custGeom>
            <a:avLst/>
            <a:gdLst>
              <a:gd name="textAreaLeft" fmla="*/ -360 w 4448880"/>
              <a:gd name="textAreaRight" fmla="*/ 4449240 w 4448880"/>
              <a:gd name="textAreaTop" fmla="*/ 0 h 4739760"/>
              <a:gd name="textAreaBottom" fmla="*/ 4740120 h 4739760"/>
              <a:gd name="GluePoint1X" fmla="*/ 2962086 w 3092451"/>
              <a:gd name="GluePoint1Y" fmla="*/ 9776 h 3270607"/>
              <a:gd name="GluePoint2X" fmla="*/ 3012498 w 3092451"/>
              <a:gd name="GluePoint2Y" fmla="*/ 0 h 3270607"/>
              <a:gd name="GluePoint3X" fmla="*/ 3092451 w 3092451"/>
              <a:gd name="GluePoint3Y" fmla="*/ 42327 h 3270607"/>
              <a:gd name="GluePoint4X" fmla="*/ 2952423 w 3092451"/>
              <a:gd name="GluePoint4Y" fmla="*/ 67333 h 327060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030313" h="3228280">
                <a:moveTo>
                  <a:pt x="3030313" y="0"/>
                </a:moveTo>
                <a:lnTo>
                  <a:pt x="2890285" y="25006"/>
                </a:lnTo>
                <a:cubicBezTo>
                  <a:pt x="1348940" y="340411"/>
                  <a:pt x="162205" y="1629308"/>
                  <a:pt x="536" y="3221241"/>
                </a:cubicBezTo>
                <a:cubicBezTo>
                  <a:pt x="357" y="3223587"/>
                  <a:pt x="179" y="3225934"/>
                  <a:pt x="0" y="3228280"/>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1" name="任意多边形: 形状 127"/>
          <p:cNvSpPr/>
          <p:nvPr/>
        </p:nvSpPr>
        <p:spPr>
          <a:xfrm flipH="1" rot="10506000">
            <a:off x="8096040" y="-166320"/>
            <a:ext cx="3904560" cy="4645080"/>
          </a:xfrm>
          <a:custGeom>
            <a:avLst/>
            <a:gdLst>
              <a:gd name="textAreaLeft" fmla="*/ -360 w 3904560"/>
              <a:gd name="textAreaRight" fmla="*/ 3904920 w 3904560"/>
              <a:gd name="textAreaTop" fmla="*/ 0 h 4645080"/>
              <a:gd name="textAreaBottom" fmla="*/ 4645800 h 4645080"/>
              <a:gd name="GluePoint1X" fmla="*/ 3954163 w 4045603"/>
              <a:gd name="GluePoint1Y" fmla="*/ 567055 h 4646186"/>
              <a:gd name="GluePoint2X" fmla="*/ 3905507 w 4045603"/>
              <a:gd name="GluePoint2Y" fmla="*/ 0 h 4646186"/>
              <a:gd name="GluePoint3X" fmla="*/ 3567107 w 4045603"/>
              <a:gd name="GluePoint3Y" fmla="*/ 67546 h 4646186"/>
              <a:gd name="GluePoint4X" fmla="*/ 0 w 4045603"/>
              <a:gd name="GluePoint4Y" fmla="*/ 4644643 h 464618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905507" h="4646186">
                <a:moveTo>
                  <a:pt x="3905507" y="0"/>
                </a:moveTo>
                <a:lnTo>
                  <a:pt x="3567107" y="67546"/>
                </a:lnTo>
                <a:cubicBezTo>
                  <a:pt x="1517708" y="581295"/>
                  <a:pt x="0" y="2435707"/>
                  <a:pt x="0" y="4644643"/>
                </a:cubicBezTo>
                <a:cubicBezTo>
                  <a:pt x="13" y="4645157"/>
                  <a:pt x="26" y="4645672"/>
                  <a:pt x="39" y="4646186"/>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2" name="任意多边形: 形状 124"/>
          <p:cNvSpPr/>
          <p:nvPr/>
        </p:nvSpPr>
        <p:spPr>
          <a:xfrm flipH="1" rot="10506000">
            <a:off x="8283960" y="-159840"/>
            <a:ext cx="3724920" cy="4434840"/>
          </a:xfrm>
          <a:custGeom>
            <a:avLst/>
            <a:gdLst>
              <a:gd name="textAreaLeft" fmla="*/ 360 w 3724920"/>
              <a:gd name="textAreaRight" fmla="*/ 3726000 w 3724920"/>
              <a:gd name="textAreaTop" fmla="*/ 0 h 4434840"/>
              <a:gd name="textAreaBottom" fmla="*/ 4435560 h 4434840"/>
              <a:gd name="GluePoint1X" fmla="*/ 3787180 w 3878620"/>
              <a:gd name="GluePoint1Y" fmla="*/ 715349 h 4435247"/>
              <a:gd name="GluePoint2X" fmla="*/ 3725799 w 3878620"/>
              <a:gd name="GluePoint2Y" fmla="*/ 0 h 4435247"/>
              <a:gd name="GluePoint3X" fmla="*/ 3665439 w 3878620"/>
              <a:gd name="GluePoint3Y" fmla="*/ 8632 h 4435247"/>
              <a:gd name="GluePoint4X" fmla="*/ 22575 w 3878620"/>
              <a:gd name="GluePoint4Y" fmla="*/ 3988117 h 443524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25799" h="4435247">
                <a:moveTo>
                  <a:pt x="3725799" y="0"/>
                </a:moveTo>
                <a:lnTo>
                  <a:pt x="3665439" y="8632"/>
                </a:lnTo>
                <a:cubicBezTo>
                  <a:pt x="1725033" y="380466"/>
                  <a:pt x="225214" y="1992527"/>
                  <a:pt x="22575" y="3988117"/>
                </a:cubicBezTo>
                <a:lnTo>
                  <a:pt x="0" y="443524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3" name="任意多边形: 形状 9"/>
          <p:cNvSpPr/>
          <p:nvPr/>
        </p:nvSpPr>
        <p:spPr>
          <a:xfrm flipH="1" rot="10506000">
            <a:off x="7066440" y="2033640"/>
            <a:ext cx="3429000" cy="3657960"/>
          </a:xfrm>
          <a:custGeom>
            <a:avLst/>
            <a:gdLst>
              <a:gd name="textAreaLeft" fmla="*/ 360 w 3429000"/>
              <a:gd name="textAreaRight" fmla="*/ 3430080 w 3429000"/>
              <a:gd name="textAreaTop" fmla="*/ 0 h 3657960"/>
              <a:gd name="textAreaBottom" fmla="*/ 3658320 h 3657960"/>
              <a:gd name="GluePoint1X" fmla="*/ 2114901 w 2335534"/>
              <a:gd name="GluePoint1Y" fmla="*/ 14872 h 2491287"/>
              <a:gd name="GluePoint2X" fmla="*/ 2335534 w 2335534"/>
              <a:gd name="GluePoint2Y" fmla="*/ 0 h 2491287"/>
              <a:gd name="GluePoint3X" fmla="*/ 2166244 w 2335534"/>
              <a:gd name="GluePoint3Y" fmla="*/ 76534 h 2491287"/>
              <a:gd name="GluePoint4X" fmla="*/ 14436 w 2335534"/>
              <a:gd name="GluePoint4Y" fmla="*/ 2448623 h 249128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335534" h="2491287">
                <a:moveTo>
                  <a:pt x="2335534" y="0"/>
                </a:moveTo>
                <a:lnTo>
                  <a:pt x="2166244" y="76534"/>
                </a:lnTo>
                <a:cubicBezTo>
                  <a:pt x="1174276" y="554513"/>
                  <a:pt x="396178" y="1406038"/>
                  <a:pt x="14436" y="2448623"/>
                </a:cubicBezTo>
                <a:lnTo>
                  <a:pt x="0" y="249128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4" name="任意多边形: 形状 16"/>
          <p:cNvSpPr/>
          <p:nvPr/>
        </p:nvSpPr>
        <p:spPr>
          <a:xfrm flipH="1" rot="10506000">
            <a:off x="7094880" y="2736000"/>
            <a:ext cx="2743920" cy="2937600"/>
          </a:xfrm>
          <a:custGeom>
            <a:avLst/>
            <a:gdLst>
              <a:gd name="textAreaLeft" fmla="*/ -360 w 2743920"/>
              <a:gd name="textAreaRight" fmla="*/ 2744280 w 2743920"/>
              <a:gd name="textAreaTop" fmla="*/ 0 h 2937600"/>
              <a:gd name="textAreaBottom" fmla="*/ 2938320 h 2937600"/>
              <a:gd name="GluePoint1X" fmla="*/ 720197 w 2006436"/>
              <a:gd name="GluePoint1Y" fmla="*/ 1027963 h 2148811"/>
              <a:gd name="GluePoint2X" fmla="*/ 14075 w 2006436"/>
              <a:gd name="GluePoint2Y" fmla="*/ 2123638 h 2148811"/>
              <a:gd name="GluePoint3X" fmla="*/ 0 w 2006436"/>
              <a:gd name="GluePoint3Y" fmla="*/ 2148811 h 2148811"/>
              <a:gd name="GluePoint4X" fmla="*/ 70 w 2006436"/>
              <a:gd name="GluePoint4Y" fmla="*/ 2009948 h 2148811"/>
              <a:gd name="GluePoint5X" fmla="*/ 1638 w 2006436"/>
              <a:gd name="GluePoint5Y" fmla="*/ 1999672 h 2148811"/>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869053" h="2000692">
                <a:moveTo>
                  <a:pt x="0" y="2000692"/>
                </a:moveTo>
                <a:lnTo>
                  <a:pt x="1568" y="1990416"/>
                </a:lnTo>
                <a:lnTo>
                  <a:pt x="15892" y="1958733"/>
                </a:lnTo>
                <a:cubicBezTo>
                  <a:pt x="389303" y="1183777"/>
                  <a:pt x="981584" y="534133"/>
                  <a:pt x="1712542" y="89993"/>
                </a:cubicBezTo>
                <a:lnTo>
                  <a:pt x="186905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5" name="任意多边形: 形状 17"/>
          <p:cNvSpPr/>
          <p:nvPr/>
        </p:nvSpPr>
        <p:spPr>
          <a:xfrm flipH="1" rot="10506000">
            <a:off x="7129080" y="1531440"/>
            <a:ext cx="3835800" cy="4083480"/>
          </a:xfrm>
          <a:custGeom>
            <a:avLst/>
            <a:gdLst>
              <a:gd name="textAreaLeft" fmla="*/ 360 w 3835800"/>
              <a:gd name="textAreaRight" fmla="*/ 3836880 w 3835800"/>
              <a:gd name="textAreaTop" fmla="*/ 0 h 4083480"/>
              <a:gd name="textAreaBottom" fmla="*/ 4084200 h 4083480"/>
              <a:gd name="GluePoint1X" fmla="*/ 2151789 w 2692052"/>
              <a:gd name="GluePoint1Y" fmla="*/ 261907 h 2832246"/>
              <a:gd name="GluePoint2X" fmla="*/ 1478689 w 2692052"/>
              <a:gd name="GluePoint2Y" fmla="*/ 661957 h 2832246"/>
              <a:gd name="GluePoint3X" fmla="*/ 964339 w 2692052"/>
              <a:gd name="GluePoint3Y" fmla="*/ 1150907 h 2832246"/>
              <a:gd name="GluePoint4X" fmla="*/ 564289 w 2692052"/>
              <a:gd name="GluePoint4Y" fmla="*/ 1633507 h 2832246"/>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12863" h="2781134">
                <a:moveTo>
                  <a:pt x="0" y="2781134"/>
                </a:moveTo>
                <a:lnTo>
                  <a:pt x="35434" y="2656357"/>
                </a:lnTo>
                <a:cubicBezTo>
                  <a:pt x="414818" y="1436598"/>
                  <a:pt x="1348392" y="461005"/>
                  <a:pt x="2541633" y="24101"/>
                </a:cubicBezTo>
                <a:lnTo>
                  <a:pt x="2612863" y="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6" name="任意多边形: 形状 18"/>
          <p:cNvSpPr/>
          <p:nvPr/>
        </p:nvSpPr>
        <p:spPr>
          <a:xfrm flipH="1" rot="10506000">
            <a:off x="7242120" y="1079640"/>
            <a:ext cx="4133880" cy="4399920"/>
          </a:xfrm>
          <a:custGeom>
            <a:avLst/>
            <a:gdLst>
              <a:gd name="textAreaLeft" fmla="*/ 360 w 4133880"/>
              <a:gd name="textAreaRight" fmla="*/ 4134960 w 4133880"/>
              <a:gd name="textAreaTop" fmla="*/ 0 h 4399920"/>
              <a:gd name="textAreaBottom" fmla="*/ 4400640 h 4399920"/>
              <a:gd name="GluePoint1X" fmla="*/ 2644879 w 2852093"/>
              <a:gd name="GluePoint1Y" fmla="*/ 27487 h 3028139"/>
              <a:gd name="GluePoint2X" fmla="*/ 2740621 w 2852093"/>
              <a:gd name="GluePoint2Y" fmla="*/ 0 h 3028139"/>
              <a:gd name="GluePoint3X" fmla="*/ 2814697 w 2852093"/>
              <a:gd name="GluePoint3Y" fmla="*/ 17806 h 3028139"/>
              <a:gd name="GluePoint4X" fmla="*/ 2852093 w 2852093"/>
              <a:gd name="GluePoint4Y" fmla="*/ 31493 h 3028139"/>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15694" h="2996646">
                <a:moveTo>
                  <a:pt x="2815694" y="0"/>
                </a:moveTo>
                <a:lnTo>
                  <a:pt x="2686366" y="36725"/>
                </a:lnTo>
                <a:cubicBezTo>
                  <a:pt x="1390883" y="439662"/>
                  <a:pt x="382022" y="1493150"/>
                  <a:pt x="41909" y="2815064"/>
                </a:cubicBezTo>
                <a:lnTo>
                  <a:pt x="0" y="299664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7" name="任意多边形: 形状 133"/>
          <p:cNvSpPr/>
          <p:nvPr/>
        </p:nvSpPr>
        <p:spPr>
          <a:xfrm flipH="1" rot="10506000">
            <a:off x="7709040" y="142920"/>
            <a:ext cx="4287240" cy="4782240"/>
          </a:xfrm>
          <a:custGeom>
            <a:avLst/>
            <a:gdLst>
              <a:gd name="textAreaLeft" fmla="*/ 360 w 4287240"/>
              <a:gd name="textAreaRight" fmla="*/ 4288320 w 4287240"/>
              <a:gd name="textAreaTop" fmla="*/ 0 h 4782240"/>
              <a:gd name="textAreaBottom" fmla="*/ 4782960 h 4782240"/>
              <a:gd name="GluePoint1X" fmla="*/ 4304865 w 4396305"/>
              <a:gd name="GluePoint1Y" fmla="*/ 195751 h 4782905"/>
              <a:gd name="GluePoint2X" fmla="*/ 4288068 w 4396305"/>
              <a:gd name="GluePoint2Y" fmla="*/ 0 h 4782905"/>
              <a:gd name="GluePoint3X" fmla="*/ 3928555 w 4396305"/>
              <a:gd name="GluePoint3Y" fmla="*/ 70602 h 4782905"/>
              <a:gd name="GluePoint4X" fmla="*/ 17839 w 4396305"/>
              <a:gd name="GluePoint4Y" fmla="*/ 4548292 h 478290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288068" h="4782905">
                <a:moveTo>
                  <a:pt x="4288068" y="0"/>
                </a:moveTo>
                <a:lnTo>
                  <a:pt x="3928555" y="70602"/>
                </a:lnTo>
                <a:cubicBezTo>
                  <a:pt x="1835095" y="574619"/>
                  <a:pt x="240192" y="2358551"/>
                  <a:pt x="17839" y="4548292"/>
                </a:cubicBezTo>
                <a:lnTo>
                  <a:pt x="0" y="478290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8" name="任意多边形: 形状 130"/>
          <p:cNvSpPr/>
          <p:nvPr/>
        </p:nvSpPr>
        <p:spPr>
          <a:xfrm flipH="1" rot="10506000">
            <a:off x="7885800" y="-81000"/>
            <a:ext cx="4108320" cy="4793400"/>
          </a:xfrm>
          <a:custGeom>
            <a:avLst/>
            <a:gdLst>
              <a:gd name="textAreaLeft" fmla="*/ -360 w 4108320"/>
              <a:gd name="textAreaRight" fmla="*/ 4108680 w 4108320"/>
              <a:gd name="textAreaTop" fmla="*/ 0 h 4793400"/>
              <a:gd name="textAreaBottom" fmla="*/ 4794120 h 4793400"/>
              <a:gd name="GluePoint1X" fmla="*/ 4141638 w 4233078"/>
              <a:gd name="GluePoint1Y" fmla="*/ 380598 h 4794215"/>
              <a:gd name="GluePoint2X" fmla="*/ 4108980 w 4233078"/>
              <a:gd name="GluePoint2Y" fmla="*/ 0 h 4794215"/>
              <a:gd name="GluePoint3X" fmla="*/ 3989868 w 4233078"/>
              <a:gd name="GluePoint3Y" fmla="*/ 17610 h 4794215"/>
              <a:gd name="GluePoint4X" fmla="*/ 4531 w 4233078"/>
              <a:gd name="GluePoint4Y" fmla="*/ 4615010 h 479421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4108980" h="4794215">
                <a:moveTo>
                  <a:pt x="4108980" y="0"/>
                </a:moveTo>
                <a:lnTo>
                  <a:pt x="3989868" y="17610"/>
                </a:lnTo>
                <a:cubicBezTo>
                  <a:pt x="1795783" y="445192"/>
                  <a:pt x="120627" y="2324411"/>
                  <a:pt x="4531" y="4615010"/>
                </a:cubicBezTo>
                <a:cubicBezTo>
                  <a:pt x="3020" y="4674745"/>
                  <a:pt x="1511" y="4734480"/>
                  <a:pt x="0" y="4794215"/>
                </a:cubicBez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49" name="任意多边形: 形状 121"/>
          <p:cNvSpPr/>
          <p:nvPr/>
        </p:nvSpPr>
        <p:spPr>
          <a:xfrm flipH="1" rot="10506000">
            <a:off x="8480160" y="-151200"/>
            <a:ext cx="3538080" cy="4214160"/>
          </a:xfrm>
          <a:custGeom>
            <a:avLst/>
            <a:gdLst>
              <a:gd name="textAreaLeft" fmla="*/ -360 w 3538080"/>
              <a:gd name="textAreaRight" fmla="*/ 3538440 w 3538080"/>
              <a:gd name="textAreaTop" fmla="*/ 0 h 4214160"/>
              <a:gd name="textAreaBottom" fmla="*/ 4214880 h 4214160"/>
              <a:gd name="GluePoint1X" fmla="*/ 3612025 w 3703465"/>
              <a:gd name="GluePoint1Y" fmla="*/ 853309 h 4214790"/>
              <a:gd name="GluePoint2X" fmla="*/ 3538807 w 3703465"/>
              <a:gd name="GluePoint2Y" fmla="*/ 0 h 4214790"/>
              <a:gd name="GluePoint3X" fmla="*/ 3499564 w 3703465"/>
              <a:gd name="GluePoint3Y" fmla="*/ 5613 h 4214790"/>
              <a:gd name="GluePoint4X" fmla="*/ 20639 w 3703465"/>
              <a:gd name="GluePoint4Y" fmla="*/ 3806010 h 421479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38807" h="4214790">
                <a:moveTo>
                  <a:pt x="3538807" y="0"/>
                </a:moveTo>
                <a:lnTo>
                  <a:pt x="3499564" y="5613"/>
                </a:lnTo>
                <a:cubicBezTo>
                  <a:pt x="1646482" y="360713"/>
                  <a:pt x="214158" y="1900228"/>
                  <a:pt x="20639" y="3806010"/>
                </a:cubicBezTo>
                <a:lnTo>
                  <a:pt x="0" y="421479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0" name="任意多边形: 形状 118"/>
          <p:cNvSpPr/>
          <p:nvPr/>
        </p:nvSpPr>
        <p:spPr>
          <a:xfrm flipH="1" rot="10506000">
            <a:off x="8677080" y="-142560"/>
            <a:ext cx="3350160" cy="3992760"/>
          </a:xfrm>
          <a:custGeom>
            <a:avLst/>
            <a:gdLst>
              <a:gd name="textAreaLeft" fmla="*/ -360 w 3350160"/>
              <a:gd name="textAreaRight" fmla="*/ 3350520 w 3350160"/>
              <a:gd name="textAreaTop" fmla="*/ 0 h 3992760"/>
              <a:gd name="textAreaBottom" fmla="*/ 3993480 h 3992760"/>
              <a:gd name="GluePoint1X" fmla="*/ 3435065 w 3526505"/>
              <a:gd name="GluePoint1Y" fmla="*/ 979859 h 3993354"/>
              <a:gd name="GluePoint2X" fmla="*/ 3350988 w 3526505"/>
              <a:gd name="GluePoint2Y" fmla="*/ 0 h 3993354"/>
              <a:gd name="GluePoint3X" fmla="*/ 3332955 w 3526505"/>
              <a:gd name="GluePoint3Y" fmla="*/ 2579 h 3993354"/>
              <a:gd name="GluePoint4X" fmla="*/ 18694 w 3526505"/>
              <a:gd name="GluePoint4Y" fmla="*/ 3623095 h 399335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350988" h="3993354">
                <a:moveTo>
                  <a:pt x="3350988" y="0"/>
                </a:moveTo>
                <a:lnTo>
                  <a:pt x="3332955" y="2579"/>
                </a:lnTo>
                <a:cubicBezTo>
                  <a:pt x="1567581" y="340872"/>
                  <a:pt x="203053" y="1807517"/>
                  <a:pt x="18694" y="3623095"/>
                </a:cubicBezTo>
                <a:lnTo>
                  <a:pt x="0" y="399335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1" name="任意多边形: 形状 115"/>
          <p:cNvSpPr/>
          <p:nvPr/>
        </p:nvSpPr>
        <p:spPr>
          <a:xfrm flipH="1" rot="10506000">
            <a:off x="8872920" y="-133920"/>
            <a:ext cx="3164040" cy="3772800"/>
          </a:xfrm>
          <a:custGeom>
            <a:avLst/>
            <a:gdLst>
              <a:gd name="textAreaLeft" fmla="*/ 360 w 3164040"/>
              <a:gd name="textAreaRight" fmla="*/ 3165120 w 3164040"/>
              <a:gd name="textAreaTop" fmla="*/ 0 h 3772800"/>
              <a:gd name="textAreaBottom" fmla="*/ 3773160 h 3772800"/>
              <a:gd name="GluePoint1X" fmla="*/ 3257626 w 3349066"/>
              <a:gd name="GluePoint1Y" fmla="*/ 1081231 h 3773592"/>
              <a:gd name="GluePoint2X" fmla="*/ 3164851 w 3349066"/>
              <a:gd name="GluePoint2Y" fmla="*/ 0 h 3773592"/>
              <a:gd name="GluePoint3X" fmla="*/ 2814251 w 3349066"/>
              <a:gd name="GluePoint3Y" fmla="*/ 84359 h 3773592"/>
              <a:gd name="GluePoint4X" fmla="*/ 16767 w 3349066"/>
              <a:gd name="GluePoint4Y" fmla="*/ 3441508 h 377359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164851" h="3773592">
                <a:moveTo>
                  <a:pt x="3164851" y="0"/>
                </a:moveTo>
                <a:lnTo>
                  <a:pt x="2814251" y="84359"/>
                </a:lnTo>
                <a:cubicBezTo>
                  <a:pt x="1309770" y="521817"/>
                  <a:pt x="179528" y="1838638"/>
                  <a:pt x="16767" y="3441508"/>
                </a:cubicBezTo>
                <a:lnTo>
                  <a:pt x="0" y="3773592"/>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2" name="任意多边形: 形状 112"/>
          <p:cNvSpPr/>
          <p:nvPr/>
        </p:nvSpPr>
        <p:spPr>
          <a:xfrm flipH="1" rot="10506000">
            <a:off x="9050400" y="-126360"/>
            <a:ext cx="2994480" cy="3570120"/>
          </a:xfrm>
          <a:custGeom>
            <a:avLst/>
            <a:gdLst>
              <a:gd name="textAreaLeft" fmla="*/ -360 w 2994480"/>
              <a:gd name="textAreaRight" fmla="*/ 2994840 w 2994480"/>
              <a:gd name="textAreaTop" fmla="*/ 0 h 3570120"/>
              <a:gd name="textAreaBottom" fmla="*/ 3570840 h 3570120"/>
              <a:gd name="GluePoint1X" fmla="*/ 3095132 w 3186572"/>
              <a:gd name="GluePoint1Y" fmla="*/ 1166743 h 3571337"/>
              <a:gd name="GluePoint2X" fmla="*/ 2995020 w 3186572"/>
              <a:gd name="GluePoint2Y" fmla="*/ 0 h 3571337"/>
              <a:gd name="GluePoint3X" fmla="*/ 2680178 w 3186572"/>
              <a:gd name="GluePoint3Y" fmla="*/ 75755 h 3571337"/>
              <a:gd name="GluePoint4X" fmla="*/ 15007 w 3186572"/>
              <a:gd name="GluePoint4Y" fmla="*/ 3274119 h 357133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995020" h="3571337">
                <a:moveTo>
                  <a:pt x="2995020" y="0"/>
                </a:moveTo>
                <a:lnTo>
                  <a:pt x="2680178" y="75755"/>
                </a:lnTo>
                <a:cubicBezTo>
                  <a:pt x="1246854" y="492521"/>
                  <a:pt x="170070" y="1747060"/>
                  <a:pt x="15007" y="3274119"/>
                </a:cubicBezTo>
                <a:lnTo>
                  <a:pt x="0" y="3571337"/>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3" name="任意多边形: 形状 109"/>
          <p:cNvSpPr/>
          <p:nvPr/>
        </p:nvSpPr>
        <p:spPr>
          <a:xfrm flipH="1" rot="10506000">
            <a:off x="9254520" y="-118080"/>
            <a:ext cx="2800440" cy="3339720"/>
          </a:xfrm>
          <a:custGeom>
            <a:avLst/>
            <a:gdLst>
              <a:gd name="textAreaLeft" fmla="*/ 360 w 2800440"/>
              <a:gd name="textAreaRight" fmla="*/ 2801520 w 2800440"/>
              <a:gd name="textAreaTop" fmla="*/ 0 h 3339720"/>
              <a:gd name="textAreaBottom" fmla="*/ 3340440 h 3339720"/>
              <a:gd name="GluePoint1X" fmla="*/ 2907576 w 2999016"/>
              <a:gd name="GluePoint1Y" fmla="*/ 1242950 h 3340194"/>
              <a:gd name="GluePoint2X" fmla="*/ 2800924 w 2999016"/>
              <a:gd name="GluePoint2Y" fmla="*/ 0 h 3340194"/>
              <a:gd name="GluePoint3X" fmla="*/ 2526951 w 2999016"/>
              <a:gd name="GluePoint3Y" fmla="*/ 65921 h 3340194"/>
              <a:gd name="GluePoint4X" fmla="*/ 12994 w 2999016"/>
              <a:gd name="GluePoint4Y" fmla="*/ 3082818 h 334019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800924" h="3340194">
                <a:moveTo>
                  <a:pt x="2800924" y="0"/>
                </a:moveTo>
                <a:lnTo>
                  <a:pt x="2526951" y="65921"/>
                </a:lnTo>
                <a:cubicBezTo>
                  <a:pt x="1174950" y="459042"/>
                  <a:pt x="159259" y="1642401"/>
                  <a:pt x="12994" y="3082818"/>
                </a:cubicBezTo>
                <a:lnTo>
                  <a:pt x="0" y="334019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4" name="任意多边形: 形状 106"/>
          <p:cNvSpPr/>
          <p:nvPr/>
        </p:nvSpPr>
        <p:spPr>
          <a:xfrm flipH="1" rot="10506000">
            <a:off x="9438120" y="-109440"/>
            <a:ext cx="2625480" cy="3131640"/>
          </a:xfrm>
          <a:custGeom>
            <a:avLst/>
            <a:gdLst>
              <a:gd name="textAreaLeft" fmla="*/ 360 w 2625480"/>
              <a:gd name="textAreaRight" fmla="*/ 2626560 w 2625480"/>
              <a:gd name="textAreaTop" fmla="*/ 0 h 3131640"/>
              <a:gd name="textAreaBottom" fmla="*/ 3132360 h 3131640"/>
              <a:gd name="GluePoint1X" fmla="*/ 2737327 w 2828767"/>
              <a:gd name="GluePoint1Y" fmla="*/ 1294665 h 3132161"/>
              <a:gd name="GluePoint2X" fmla="*/ 2626238 w 2828767"/>
              <a:gd name="GluePoint2Y" fmla="*/ 0 h 3132161"/>
              <a:gd name="GluePoint3X" fmla="*/ 2389046 w 2828767"/>
              <a:gd name="GluePoint3Y" fmla="*/ 57071 h 3132161"/>
              <a:gd name="GluePoint4X" fmla="*/ 11184 w 2828767"/>
              <a:gd name="GluePoint4Y" fmla="*/ 2910647 h 31321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626238" h="3132161">
                <a:moveTo>
                  <a:pt x="2626238" y="0"/>
                </a:moveTo>
                <a:lnTo>
                  <a:pt x="2389046" y="57071"/>
                </a:lnTo>
                <a:cubicBezTo>
                  <a:pt x="1110238" y="428910"/>
                  <a:pt x="149531" y="1548208"/>
                  <a:pt x="11184" y="2910647"/>
                </a:cubicBezTo>
                <a:lnTo>
                  <a:pt x="0" y="3132161"/>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5" name="任意多边形: 形状 100"/>
          <p:cNvSpPr/>
          <p:nvPr/>
        </p:nvSpPr>
        <p:spPr>
          <a:xfrm flipH="1" rot="10506000">
            <a:off x="9608760" y="-102960"/>
            <a:ext cx="2463120" cy="2938320"/>
          </a:xfrm>
          <a:custGeom>
            <a:avLst/>
            <a:gdLst>
              <a:gd name="textAreaLeft" fmla="*/ -360 w 2463120"/>
              <a:gd name="textAreaRight" fmla="*/ 2463480 w 2463120"/>
              <a:gd name="textAreaTop" fmla="*/ 0 h 2938320"/>
              <a:gd name="textAreaBottom" fmla="*/ 2939040 h 2938320"/>
              <a:gd name="GluePoint1X" fmla="*/ 3712449 w 3831197"/>
              <a:gd name="GluePoint1Y" fmla="*/ 152245 h 2962385"/>
              <a:gd name="GluePoint2X" fmla="*/ 3831197 w 3831197"/>
              <a:gd name="GluePoint2Y" fmla="*/ 25916 h 2962385"/>
              <a:gd name="GluePoint3X" fmla="*/ 3699385 w 3831197"/>
              <a:gd name="GluePoint3Y" fmla="*/ 0 h 2962385"/>
              <a:gd name="GluePoint4X" fmla="*/ 3712449 w 3831197"/>
              <a:gd name="GluePoint4Y" fmla="*/ 152245 h 29623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463816" h="2938740">
                <a:moveTo>
                  <a:pt x="2463816" y="0"/>
                </a:moveTo>
                <a:lnTo>
                  <a:pt x="2260826" y="48842"/>
                </a:lnTo>
                <a:cubicBezTo>
                  <a:pt x="1050068" y="400893"/>
                  <a:pt x="140486" y="1460628"/>
                  <a:pt x="9502" y="2750565"/>
                </a:cubicBezTo>
                <a:lnTo>
                  <a:pt x="0" y="293874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6" name="任意多边形: 形状 103"/>
          <p:cNvSpPr/>
          <p:nvPr/>
        </p:nvSpPr>
        <p:spPr>
          <a:xfrm flipH="1" rot="10506000">
            <a:off x="9788400" y="-95040"/>
            <a:ext cx="2291760" cy="2734200"/>
          </a:xfrm>
          <a:custGeom>
            <a:avLst/>
            <a:gdLst>
              <a:gd name="textAreaLeft" fmla="*/ -360 w 2291760"/>
              <a:gd name="textAreaRight" fmla="*/ 2292120 w 2291760"/>
              <a:gd name="textAreaTop" fmla="*/ 0 h 2734200"/>
              <a:gd name="textAreaBottom" fmla="*/ 2734920 h 2734200"/>
              <a:gd name="GluePoint1X" fmla="*/ 3543454 w 3550854"/>
              <a:gd name="GluePoint1Y" fmla="*/ 174590 h 2755357"/>
              <a:gd name="GluePoint2X" fmla="*/ 3550854 w 3550854"/>
              <a:gd name="GluePoint2Y" fmla="*/ 3416 h 2755357"/>
              <a:gd name="GluePoint3X" fmla="*/ 3528473 w 3550854"/>
              <a:gd name="GluePoint3Y" fmla="*/ 0 h 2755357"/>
              <a:gd name="GluePoint4X" fmla="*/ 3543454 w 3550854"/>
              <a:gd name="GluePoint4Y" fmla="*/ 174590 h 2755357"/>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292632" h="2734880">
                <a:moveTo>
                  <a:pt x="2292632" y="0"/>
                </a:moveTo>
                <a:lnTo>
                  <a:pt x="2125687" y="40169"/>
                </a:lnTo>
                <a:cubicBezTo>
                  <a:pt x="986652" y="371366"/>
                  <a:pt x="130951" y="1368324"/>
                  <a:pt x="7726" y="2581848"/>
                </a:cubicBezTo>
                <a:lnTo>
                  <a:pt x="0" y="273488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7" name="任意多边形: 形状 94"/>
          <p:cNvSpPr/>
          <p:nvPr/>
        </p:nvSpPr>
        <p:spPr>
          <a:xfrm flipH="1" rot="10506000">
            <a:off x="9949320" y="-87480"/>
            <a:ext cx="2138040" cy="2550600"/>
          </a:xfrm>
          <a:custGeom>
            <a:avLst/>
            <a:gdLst>
              <a:gd name="textAreaLeft" fmla="*/ 360 w 2138040"/>
              <a:gd name="textAreaRight" fmla="*/ 2139120 w 2138040"/>
              <a:gd name="textAreaTop" fmla="*/ 0 h 2550600"/>
              <a:gd name="textAreaBottom" fmla="*/ 2551320 h 2550600"/>
              <a:gd name="GluePoint1X" fmla="*/ 3390617 w 3390617"/>
              <a:gd name="GluePoint1Y" fmla="*/ 183198 h 2566238"/>
              <a:gd name="GluePoint2X" fmla="*/ 3374898 w 3390617"/>
              <a:gd name="GluePoint2Y" fmla="*/ 0 h 2566238"/>
              <a:gd name="GluePoint3X" fmla="*/ 3390617 w 3390617"/>
              <a:gd name="GluePoint3Y" fmla="*/ 183198 h 2566238"/>
              <a:gd name="GluePoint4X" fmla="*/ 0 w 3390617"/>
              <a:gd name="GluePoint4Y" fmla="*/ 2566238 h 256623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138572" h="2551414">
                <a:moveTo>
                  <a:pt x="2138572" y="0"/>
                </a:moveTo>
                <a:lnTo>
                  <a:pt x="2004062" y="32364"/>
                </a:lnTo>
                <a:cubicBezTo>
                  <a:pt x="929578" y="344792"/>
                  <a:pt x="122371" y="1285252"/>
                  <a:pt x="6130" y="2430004"/>
                </a:cubicBezTo>
                <a:lnTo>
                  <a:pt x="0" y="255141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8" name="任意多边形: 形状 97"/>
          <p:cNvSpPr/>
          <p:nvPr/>
        </p:nvSpPr>
        <p:spPr>
          <a:xfrm flipH="1" rot="10506000">
            <a:off x="10100520" y="-81360"/>
            <a:ext cx="1994400" cy="2379960"/>
          </a:xfrm>
          <a:custGeom>
            <a:avLst/>
            <a:gdLst>
              <a:gd name="textAreaLeft" fmla="*/ -360 w 1994400"/>
              <a:gd name="textAreaRight" fmla="*/ 1994760 w 1994400"/>
              <a:gd name="textAreaTop" fmla="*/ 0 h 2379960"/>
              <a:gd name="textAreaBottom" fmla="*/ 2380680 h 2379960"/>
              <a:gd name="GluePoint1X" fmla="*/ 3247441 w 3247441"/>
              <a:gd name="GluePoint1Y" fmla="*/ 176150 h 2388211"/>
              <a:gd name="GluePoint2X" fmla="*/ 3232327 w 3247441"/>
              <a:gd name="GluePoint2Y" fmla="*/ 0 h 2388211"/>
              <a:gd name="GluePoint3X" fmla="*/ 3247441 w 3247441"/>
              <a:gd name="GluePoint3Y" fmla="*/ 176150 h 2388211"/>
              <a:gd name="GluePoint4X" fmla="*/ 0 w 3247441"/>
              <a:gd name="GluePoint4Y" fmla="*/ 2388211 h 238821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995359" h="2380863">
                <a:moveTo>
                  <a:pt x="1995359" y="0"/>
                </a:moveTo>
                <a:lnTo>
                  <a:pt x="1891005" y="25109"/>
                </a:lnTo>
                <a:cubicBezTo>
                  <a:pt x="876524" y="320088"/>
                  <a:pt x="114395" y="1208028"/>
                  <a:pt x="4645" y="2288853"/>
                </a:cubicBezTo>
                <a:lnTo>
                  <a:pt x="0" y="2380863"/>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59" name="任意多边形: 形状 91"/>
          <p:cNvSpPr/>
          <p:nvPr/>
        </p:nvSpPr>
        <p:spPr>
          <a:xfrm flipH="1" rot="10506000">
            <a:off x="10252440" y="-74520"/>
            <a:ext cx="1848960" cy="2206440"/>
          </a:xfrm>
          <a:custGeom>
            <a:avLst/>
            <a:gdLst>
              <a:gd name="textAreaLeft" fmla="*/ -360 w 1848960"/>
              <a:gd name="textAreaRight" fmla="*/ 1849320 w 1848960"/>
              <a:gd name="textAreaTop" fmla="*/ 0 h 2206440"/>
              <a:gd name="textAreaBottom" fmla="*/ 2206800 h 2206440"/>
              <a:gd name="GluePoint1X" fmla="*/ 3101494 w 3221135"/>
              <a:gd name="GluePoint1Y" fmla="*/ 163645 h 2207585"/>
              <a:gd name="GluePoint2X" fmla="*/ 3221135 w 3221135"/>
              <a:gd name="GluePoint2Y" fmla="*/ 36184 h 2207585"/>
              <a:gd name="GluePoint3X" fmla="*/ 3087752 w 3221135"/>
              <a:gd name="GluePoint3Y" fmla="*/ 3494 h 2207585"/>
              <a:gd name="GluePoint4X" fmla="*/ 3101494 w 3221135"/>
              <a:gd name="GluePoint4Y" fmla="*/ 163645 h 220758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849854" h="2207585">
                <a:moveTo>
                  <a:pt x="1849854" y="0"/>
                </a:moveTo>
                <a:lnTo>
                  <a:pt x="1776137" y="17738"/>
                </a:lnTo>
                <a:cubicBezTo>
                  <a:pt x="822621" y="294991"/>
                  <a:pt x="106291" y="1129571"/>
                  <a:pt x="3137" y="2145444"/>
                </a:cubicBezTo>
                <a:lnTo>
                  <a:pt x="0" y="220758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0" name="任意多边形: 形状 83"/>
          <p:cNvSpPr/>
          <p:nvPr/>
        </p:nvSpPr>
        <p:spPr>
          <a:xfrm flipH="1" rot="10506000">
            <a:off x="10417320" y="-66960"/>
            <a:ext cx="1692360" cy="2010240"/>
          </a:xfrm>
          <a:custGeom>
            <a:avLst/>
            <a:gdLst>
              <a:gd name="textAreaLeft" fmla="*/ 360 w 1692360"/>
              <a:gd name="textAreaRight" fmla="*/ 1693440 w 1692360"/>
              <a:gd name="textAreaTop" fmla="*/ 0 h 2010240"/>
              <a:gd name="textAreaBottom" fmla="*/ 2010600 h 2010240"/>
              <a:gd name="GluePoint1X" fmla="*/ 2942292 w 2983139"/>
              <a:gd name="GluePoint1Y" fmla="*/ 138056 h 2011644"/>
              <a:gd name="GluePoint2X" fmla="*/ 2983139 w 2983139"/>
              <a:gd name="GluePoint2Y" fmla="*/ 13891 h 2011644"/>
              <a:gd name="GluePoint3X" fmla="*/ 2930598 w 2983139"/>
              <a:gd name="GluePoint3Y" fmla="*/ 1780 h 2011644"/>
              <a:gd name="GluePoint4X" fmla="*/ 2942292 w 2983139"/>
              <a:gd name="GluePoint4Y" fmla="*/ 138056 h 201164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692848" h="2011644">
                <a:moveTo>
                  <a:pt x="1692848" y="0"/>
                </a:moveTo>
                <a:lnTo>
                  <a:pt x="1450924" y="70211"/>
                </a:lnTo>
                <a:cubicBezTo>
                  <a:pt x="665008" y="380153"/>
                  <a:pt x="90124" y="1109131"/>
                  <a:pt x="1503" y="1981879"/>
                </a:cubicBezTo>
                <a:lnTo>
                  <a:pt x="0" y="2011644"/>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1" name="任意多边形: 形状 74"/>
          <p:cNvSpPr/>
          <p:nvPr/>
        </p:nvSpPr>
        <p:spPr>
          <a:xfrm flipH="1" rot="10506000">
            <a:off x="10728720" y="-55080"/>
            <a:ext cx="1395720" cy="1661040"/>
          </a:xfrm>
          <a:custGeom>
            <a:avLst/>
            <a:gdLst>
              <a:gd name="textAreaLeft" fmla="*/ 360 w 1395720"/>
              <a:gd name="textAreaRight" fmla="*/ 1396800 w 1395720"/>
              <a:gd name="textAreaTop" fmla="*/ 0 h 1661040"/>
              <a:gd name="textAreaBottom" fmla="*/ 1661760 h 1661040"/>
              <a:gd name="GluePoint1X" fmla="*/ 1396099 w 2676094"/>
              <a:gd name="GluePoint1Y" fmla="*/ 0 h 1662070"/>
              <a:gd name="GluePoint2X" fmla="*/ 1289233 w 2676094"/>
              <a:gd name="GluePoint2Y" fmla="*/ 28870 h 1662070"/>
              <a:gd name="GluePoint3X" fmla="*/ 25423 w 2676094"/>
              <a:gd name="GluePoint3Y" fmla="*/ 1495464 h 1662070"/>
              <a:gd name="GluePoint4X" fmla="*/ 0 w 2676094"/>
              <a:gd name="GluePoint4Y" fmla="*/ 1662070 h 166207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396099" h="1662070">
                <a:moveTo>
                  <a:pt x="1396099" y="0"/>
                </a:moveTo>
                <a:lnTo>
                  <a:pt x="1289233" y="28870"/>
                </a:lnTo>
                <a:cubicBezTo>
                  <a:pt x="649948" y="262972"/>
                  <a:pt x="164425" y="816097"/>
                  <a:pt x="25423" y="1495464"/>
                </a:cubicBezTo>
                <a:lnTo>
                  <a:pt x="0" y="166207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2" name="任意多边形: 形状 77"/>
          <p:cNvSpPr/>
          <p:nvPr/>
        </p:nvSpPr>
        <p:spPr>
          <a:xfrm flipH="1" rot="10506000">
            <a:off x="10878120" y="-47880"/>
            <a:ext cx="1251360" cy="1493280"/>
          </a:xfrm>
          <a:custGeom>
            <a:avLst/>
            <a:gdLst>
              <a:gd name="textAreaLeft" fmla="*/ -360 w 1251360"/>
              <a:gd name="textAreaRight" fmla="*/ 1251720 w 1251360"/>
              <a:gd name="textAreaTop" fmla="*/ 0 h 1493280"/>
              <a:gd name="textAreaBottom" fmla="*/ 1494000 h 1493280"/>
              <a:gd name="GluePoint1X" fmla="*/ 1359023 w 1450463"/>
              <a:gd name="GluePoint1Y" fmla="*/ 1242430 h 1493935"/>
              <a:gd name="GluePoint2X" fmla="*/ 1252415 w 1450463"/>
              <a:gd name="GluePoint2Y" fmla="*/ 0 h 1493935"/>
              <a:gd name="GluePoint3X" fmla="*/ 1184988 w 1450463"/>
              <a:gd name="GluePoint3Y" fmla="*/ 18216 h 1493935"/>
              <a:gd name="GluePoint4X" fmla="*/ 18654 w 1450463"/>
              <a:gd name="GluePoint4Y" fmla="*/ 1371695 h 149393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252415" h="1493935">
                <a:moveTo>
                  <a:pt x="1252415" y="0"/>
                </a:moveTo>
                <a:lnTo>
                  <a:pt x="1184988" y="18216"/>
                </a:lnTo>
                <a:cubicBezTo>
                  <a:pt x="595010" y="234262"/>
                  <a:pt x="146936" y="744726"/>
                  <a:pt x="18654" y="1371695"/>
                </a:cubicBezTo>
                <a:lnTo>
                  <a:pt x="0" y="149393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3" name="任意多边形: 形状 47"/>
          <p:cNvSpPr/>
          <p:nvPr/>
        </p:nvSpPr>
        <p:spPr>
          <a:xfrm flipH="1" rot="10506000">
            <a:off x="11980440" y="-360"/>
            <a:ext cx="201240" cy="241560"/>
          </a:xfrm>
          <a:custGeom>
            <a:avLst/>
            <a:gdLst>
              <a:gd name="textAreaLeft" fmla="*/ 360 w 201240"/>
              <a:gd name="textAreaRight" fmla="*/ 202320 w 201240"/>
              <a:gd name="textAreaTop" fmla="*/ 0 h 241560"/>
              <a:gd name="textAreaBottom" fmla="*/ 241920 h 241560"/>
              <a:gd name="GluePoint1X" fmla="*/ 221266 w 312706"/>
              <a:gd name="GluePoint1Y" fmla="*/ 223634 h 315074"/>
              <a:gd name="GluePoint2X" fmla="*/ 202077 w 312706"/>
              <a:gd name="GluePoint2Y" fmla="*/ 0 h 315074"/>
              <a:gd name="GluePoint3X" fmla="*/ 159333 w 312706"/>
              <a:gd name="GluePoint3Y" fmla="*/ 30379 h 315074"/>
              <a:gd name="GluePoint4X" fmla="*/ 41048 w 312706"/>
              <a:gd name="GluePoint4Y" fmla="*/ 166986 h 31507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202077" h="242620">
                <a:moveTo>
                  <a:pt x="202077" y="0"/>
                </a:moveTo>
                <a:lnTo>
                  <a:pt x="159333" y="30379"/>
                </a:lnTo>
                <a:cubicBezTo>
                  <a:pt x="114688" y="70961"/>
                  <a:pt x="74931" y="116826"/>
                  <a:pt x="41048" y="166986"/>
                </a:cubicBezTo>
                <a:lnTo>
                  <a:pt x="0" y="24262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4" name="任意多边形: 形状 53"/>
          <p:cNvSpPr/>
          <p:nvPr/>
        </p:nvSpPr>
        <p:spPr>
          <a:xfrm flipH="1" rot="10506000">
            <a:off x="11631600" y="-16200"/>
            <a:ext cx="534600" cy="646200"/>
          </a:xfrm>
          <a:custGeom>
            <a:avLst/>
            <a:gdLst>
              <a:gd name="textAreaLeft" fmla="*/ 360 w 534600"/>
              <a:gd name="textAreaRight" fmla="*/ 535680 w 534600"/>
              <a:gd name="textAreaTop" fmla="*/ 0 h 646200"/>
              <a:gd name="textAreaBottom" fmla="*/ 646920 h 646200"/>
              <a:gd name="GluePoint1X" fmla="*/ 586582 w 678022"/>
              <a:gd name="GluePoint1Y" fmla="*/ 596584 h 688024"/>
              <a:gd name="GluePoint2X" fmla="*/ 535392 w 678022"/>
              <a:gd name="GluePoint2Y" fmla="*/ 0 h 688024"/>
              <a:gd name="GluePoint3X" fmla="*/ 425863 w 678022"/>
              <a:gd name="GluePoint3Y" fmla="*/ 62963 h 688024"/>
              <a:gd name="GluePoint4X" fmla="*/ 33247 w 678022"/>
              <a:gd name="GluePoint4Y" fmla="*/ 539799 h 688024"/>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535392" h="646916">
                <a:moveTo>
                  <a:pt x="535392" y="0"/>
                </a:moveTo>
                <a:lnTo>
                  <a:pt x="425863" y="62963"/>
                </a:lnTo>
                <a:cubicBezTo>
                  <a:pt x="252910" y="179822"/>
                  <a:pt x="115502" y="345305"/>
                  <a:pt x="33247" y="539799"/>
                </a:cubicBezTo>
                <a:lnTo>
                  <a:pt x="0" y="646916"/>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5" name="任意多边形: 形状 50"/>
          <p:cNvSpPr/>
          <p:nvPr/>
        </p:nvSpPr>
        <p:spPr>
          <a:xfrm flipH="1" rot="10506000">
            <a:off x="11795040" y="-9000"/>
            <a:ext cx="378360" cy="456480"/>
          </a:xfrm>
          <a:custGeom>
            <a:avLst/>
            <a:gdLst>
              <a:gd name="textAreaLeft" fmla="*/ 360 w 378360"/>
              <a:gd name="textAreaRight" fmla="*/ 379440 w 378360"/>
              <a:gd name="textAreaTop" fmla="*/ 0 h 456480"/>
              <a:gd name="textAreaBottom" fmla="*/ 457200 h 456480"/>
              <a:gd name="GluePoint1X" fmla="*/ 415479 w 506919"/>
              <a:gd name="GluePoint1Y" fmla="*/ 421348 h 512788"/>
              <a:gd name="GluePoint2X" fmla="*/ 379325 w 506919"/>
              <a:gd name="GluePoint2Y" fmla="*/ 0 h 512788"/>
              <a:gd name="GluePoint3X" fmla="*/ 344103 w 506919"/>
              <a:gd name="GluePoint3Y" fmla="*/ 20248 h 512788"/>
              <a:gd name="GluePoint4X" fmla="*/ 9381 w 506919"/>
              <a:gd name="GluePoint4Y" fmla="*/ 426772 h 512788"/>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79325" h="456998">
                <a:moveTo>
                  <a:pt x="379325" y="0"/>
                </a:moveTo>
                <a:lnTo>
                  <a:pt x="344103" y="20248"/>
                </a:lnTo>
                <a:cubicBezTo>
                  <a:pt x="196654" y="119875"/>
                  <a:pt x="79507" y="260957"/>
                  <a:pt x="9381" y="426772"/>
                </a:cubicBezTo>
                <a:lnTo>
                  <a:pt x="0" y="456998"/>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6" name="任意多边形: 形状 65"/>
          <p:cNvSpPr/>
          <p:nvPr/>
        </p:nvSpPr>
        <p:spPr>
          <a:xfrm flipH="1" rot="10506000">
            <a:off x="11327760" y="-28800"/>
            <a:ext cx="824760" cy="984960"/>
          </a:xfrm>
          <a:custGeom>
            <a:avLst/>
            <a:gdLst>
              <a:gd name="textAreaLeft" fmla="*/ 360 w 824760"/>
              <a:gd name="textAreaRight" fmla="*/ 825840 w 824760"/>
              <a:gd name="textAreaTop" fmla="*/ 0 h 984960"/>
              <a:gd name="textAreaBottom" fmla="*/ 985680 h 984960"/>
              <a:gd name="GluePoint1X" fmla="*/ 903428 w 994868"/>
              <a:gd name="GluePoint1Y" fmla="*/ 908160 h 999600"/>
              <a:gd name="GluePoint2X" fmla="*/ 825503 w 994868"/>
              <a:gd name="GluePoint2Y" fmla="*/ 0 h 999600"/>
              <a:gd name="GluePoint3X" fmla="*/ 750494 w 994868"/>
              <a:gd name="GluePoint3Y" fmla="*/ 29558 h 999600"/>
              <a:gd name="GluePoint4X" fmla="*/ 77440 w 994868"/>
              <a:gd name="GluePoint4Y" fmla="*/ 736181 h 999600"/>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825503" h="985679">
                <a:moveTo>
                  <a:pt x="825503" y="0"/>
                </a:moveTo>
                <a:lnTo>
                  <a:pt x="750494" y="29558"/>
                </a:lnTo>
                <a:cubicBezTo>
                  <a:pt x="448938" y="174881"/>
                  <a:pt x="208333" y="426677"/>
                  <a:pt x="77440" y="736181"/>
                </a:cubicBezTo>
                <a:lnTo>
                  <a:pt x="0" y="98567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7" name="任意多边形: 形状 59"/>
          <p:cNvSpPr/>
          <p:nvPr/>
        </p:nvSpPr>
        <p:spPr>
          <a:xfrm flipH="1" rot="10506000">
            <a:off x="11481840" y="-21960"/>
            <a:ext cx="676800" cy="814680"/>
          </a:xfrm>
          <a:custGeom>
            <a:avLst/>
            <a:gdLst>
              <a:gd name="textAreaLeft" fmla="*/ -360 w 676800"/>
              <a:gd name="textAreaRight" fmla="*/ 677160 w 676800"/>
              <a:gd name="textAreaTop" fmla="*/ 0 h 814680"/>
              <a:gd name="textAreaBottom" fmla="*/ 815040 h 814680"/>
              <a:gd name="GluePoint1X" fmla="*/ 742235 w 833675"/>
              <a:gd name="GluePoint1Y" fmla="*/ 752012 h 843452"/>
              <a:gd name="GluePoint2X" fmla="*/ 677710 w 833675"/>
              <a:gd name="GluePoint2Y" fmla="*/ 0 h 843452"/>
              <a:gd name="GluePoint3X" fmla="*/ 654567 w 833675"/>
              <a:gd name="GluePoint3Y" fmla="*/ 9120 h 843452"/>
              <a:gd name="GluePoint4X" fmla="*/ 54956 w 833675"/>
              <a:gd name="GluePoint4Y" fmla="*/ 638637 h 84345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677710" h="815699">
                <a:moveTo>
                  <a:pt x="677710" y="0"/>
                </a:moveTo>
                <a:lnTo>
                  <a:pt x="654567" y="9120"/>
                </a:lnTo>
                <a:cubicBezTo>
                  <a:pt x="385916" y="138585"/>
                  <a:pt x="171567" y="362905"/>
                  <a:pt x="54956" y="638637"/>
                </a:cubicBezTo>
                <a:lnTo>
                  <a:pt x="0" y="815699"/>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8" name="任意多边形: 形状 68"/>
          <p:cNvSpPr/>
          <p:nvPr/>
        </p:nvSpPr>
        <p:spPr>
          <a:xfrm flipH="1" rot="10506000">
            <a:off x="11037600" y="-41040"/>
            <a:ext cx="1101600" cy="1321920"/>
          </a:xfrm>
          <a:custGeom>
            <a:avLst/>
            <a:gdLst>
              <a:gd name="textAreaLeft" fmla="*/ -360 w 1101600"/>
              <a:gd name="textAreaRight" fmla="*/ 1101960 w 1101600"/>
              <a:gd name="textAreaTop" fmla="*/ 0 h 1321920"/>
              <a:gd name="textAreaBottom" fmla="*/ 1322640 h 1321920"/>
              <a:gd name="GluePoint1X" fmla="*/ 1204103 w 1295543"/>
              <a:gd name="GluePoint1Y" fmla="*/ 1187291 h 1322555"/>
              <a:gd name="GluePoint2X" fmla="*/ 1102227 w 1295543"/>
              <a:gd name="GluePoint2Y" fmla="*/ 0 h 1322555"/>
              <a:gd name="GluePoint3X" fmla="*/ 1074916 w 1295543"/>
              <a:gd name="GluePoint3Y" fmla="*/ 7378 h 1322555"/>
              <a:gd name="GluePoint4X" fmla="*/ 7737 w 1295543"/>
              <a:gd name="GluePoint4Y" fmla="*/ 1245792 h 1322555"/>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02227" h="1322555">
                <a:moveTo>
                  <a:pt x="1102227" y="0"/>
                </a:moveTo>
                <a:lnTo>
                  <a:pt x="1074916" y="7378"/>
                </a:lnTo>
                <a:cubicBezTo>
                  <a:pt x="535095" y="205058"/>
                  <a:pt x="125113" y="672125"/>
                  <a:pt x="7737" y="1245792"/>
                </a:cubicBezTo>
                <a:lnTo>
                  <a:pt x="0" y="1322555"/>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69" name="任意多边形: 形状 71"/>
          <p:cNvSpPr/>
          <p:nvPr/>
        </p:nvSpPr>
        <p:spPr>
          <a:xfrm flipH="1" rot="10506000">
            <a:off x="11180880" y="-34920"/>
            <a:ext cx="963720" cy="1155600"/>
          </a:xfrm>
          <a:custGeom>
            <a:avLst/>
            <a:gdLst>
              <a:gd name="textAreaLeft" fmla="*/ 360 w 963720"/>
              <a:gd name="textAreaRight" fmla="*/ 964800 w 963720"/>
              <a:gd name="textAreaTop" fmla="*/ 0 h 1155600"/>
              <a:gd name="textAreaBottom" fmla="*/ 1156320 h 1155600"/>
              <a:gd name="GluePoint1X" fmla="*/ 1055982 w 1147422"/>
              <a:gd name="GluePoint1Y" fmla="*/ 1066021 h 1157461"/>
              <a:gd name="GluePoint2X" fmla="*/ 964511 w 1147422"/>
              <a:gd name="GluePoint2Y" fmla="*/ 0 h 1157461"/>
              <a:gd name="GluePoint3X" fmla="*/ 740170 w 1147422"/>
              <a:gd name="GluePoint3Y" fmla="*/ 104674 h 1157461"/>
              <a:gd name="GluePoint4X" fmla="*/ 3394 w 1147422"/>
              <a:gd name="GluePoint4Y" fmla="*/ 1122952 h 1157461"/>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964511" h="1156630">
                <a:moveTo>
                  <a:pt x="964511" y="0"/>
                </a:moveTo>
                <a:lnTo>
                  <a:pt x="740170" y="104674"/>
                </a:lnTo>
                <a:cubicBezTo>
                  <a:pt x="366685" y="319460"/>
                  <a:pt x="92491" y="687490"/>
                  <a:pt x="3394" y="1122952"/>
                </a:cubicBezTo>
                <a:lnTo>
                  <a:pt x="0" y="1156630"/>
                </a:lnTo>
              </a:path>
            </a:pathLst>
          </a:custGeom>
          <a:noFill/>
          <a:ln>
            <a:solidFill>
              <a:schemeClr val="accent1">
                <a:lumMod val="40000"/>
                <a:lumOff val="60000"/>
                <a:alpha val="10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just" defTabSz="914400">
              <a:lnSpc>
                <a:spcPct val="100000"/>
              </a:lnSpc>
            </a:pPr>
            <a:endParaRPr lang="en-US" sz="1800" b="0" u="none" strike="noStrike">
              <a:solidFill>
                <a:schemeClr val="lt1"/>
              </a:solidFill>
              <a:effectLst/>
              <a:uFillTx/>
              <a:latin typeface="Arial"/>
              <a:ea typeface="微软雅黑"/>
            </a:endParaRPr>
          </a:p>
        </p:txBody>
      </p:sp>
      <p:sp>
        <p:nvSpPr>
          <p:cNvPr id="570" name="KSO_TEMPLATE" hidden="1"/>
          <p:cNvSpPr/>
          <p:nvPr/>
        </p:nvSpPr>
        <p:spPr>
          <a:xfrm>
            <a:off x="0" y="0"/>
            <a:ext cx="360" cy="360"/>
          </a:xfrm>
          <a:prstGeom prst="rect">
            <a:avLst/>
          </a:prstGeom>
          <a:solidFill>
            <a:schemeClr val="accent1"/>
          </a:solidFill>
          <a:ln>
            <a:solidFill>
              <a:srgbClr val="ad822f"/>
            </a:solidFill>
          </a:ln>
        </p:spPr>
        <p:style>
          <a:lnRef idx="2">
            <a:schemeClr val="accent1">
              <a:shade val="50000"/>
            </a:schemeClr>
          </a:lnRef>
          <a:fillRef idx="1">
            <a:schemeClr val="accent1"/>
          </a:fillRef>
          <a:effectRef idx="0">
            <a:schemeClr val="accent1"/>
          </a:effectRef>
          <a:fontRef idx="minor"/>
        </p:style>
        <p:txBody>
          <a:bodyPr lIns="90000" rIns="90000" tIns="-44280" bIns="-4428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71" name="PlaceHolder 1"/>
          <p:cNvSpPr>
            <a:spLocks noGrp="1"/>
          </p:cNvSpPr>
          <p:nvPr>
            <p:ph type="body"/>
          </p:nvPr>
        </p:nvSpPr>
        <p:spPr>
          <a:xfrm>
            <a:off x="695880" y="1301760"/>
            <a:ext cx="5322960" cy="410760"/>
          </a:xfrm>
          <a:prstGeom prst="rect">
            <a:avLst/>
          </a:prstGeom>
          <a:noFill/>
          <a:ln w="0">
            <a:noFill/>
          </a:ln>
        </p:spPr>
        <p:txBody>
          <a:bodyPr lIns="0" rIns="0" tIns="0" bIns="0" anchor="b">
            <a:normAutofit fontScale="92500" lnSpcReduction="9999"/>
          </a:bodyPr>
          <a:p>
            <a:pPr indent="0" defTabSz="914400">
              <a:lnSpc>
                <a:spcPct val="130000"/>
              </a:lnSpc>
              <a:spcBef>
                <a:spcPts val="1001"/>
              </a:spcBef>
              <a:buNone/>
              <a:tabLst>
                <a:tab algn="l" pos="0"/>
              </a:tabLst>
            </a:pPr>
            <a:r>
              <a:rPr lang="zh-CN" sz="2400" b="1" u="none" strike="noStrike">
                <a:solidFill>
                  <a:schemeClr val="dk1"/>
                </a:solidFill>
                <a:effectLst/>
                <a:uFillTx/>
                <a:latin typeface="Arial"/>
                <a:ea typeface="微软雅黑"/>
              </a:rPr>
              <a:t>单击此处编辑母版标题样式</a:t>
            </a:r>
            <a:endParaRPr lang="en-US" sz="2400" b="0" u="none" strike="noStrike">
              <a:solidFill>
                <a:srgbClr val="000000"/>
              </a:solidFill>
              <a:effectLst/>
              <a:uFillTx/>
              <a:latin typeface="Arial"/>
            </a:endParaRPr>
          </a:p>
        </p:txBody>
      </p:sp>
      <p:sp>
        <p:nvSpPr>
          <p:cNvPr id="572" name="PlaceHolder 2"/>
          <p:cNvSpPr>
            <a:spLocks noGrp="1"/>
          </p:cNvSpPr>
          <p:nvPr>
            <p:ph type="body"/>
          </p:nvPr>
        </p:nvSpPr>
        <p:spPr>
          <a:xfrm>
            <a:off x="695880" y="1875240"/>
            <a:ext cx="5322960" cy="429948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200" b="0" u="none" strike="noStrike">
                <a:solidFill>
                  <a:schemeClr val="dk1"/>
                </a:solidFill>
                <a:effectLst/>
                <a:uFillTx/>
                <a:latin typeface="Arial"/>
                <a:ea typeface="微软雅黑"/>
              </a:rPr>
              <a:t>单击此处编辑母版文本样式</a:t>
            </a:r>
            <a:endParaRPr lang="en-US" sz="22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573" name="PlaceHolder 3"/>
          <p:cNvSpPr>
            <a:spLocks noGrp="1"/>
          </p:cNvSpPr>
          <p:nvPr>
            <p:ph type="body"/>
          </p:nvPr>
        </p:nvSpPr>
        <p:spPr>
          <a:xfrm>
            <a:off x="6172200" y="1301760"/>
            <a:ext cx="5322960" cy="410760"/>
          </a:xfrm>
          <a:prstGeom prst="rect">
            <a:avLst/>
          </a:prstGeom>
          <a:noFill/>
          <a:ln w="0">
            <a:noFill/>
          </a:ln>
        </p:spPr>
        <p:txBody>
          <a:bodyPr lIns="0" rIns="0" tIns="0" bIns="0" anchor="b">
            <a:normAutofit fontScale="92500" lnSpcReduction="9999"/>
          </a:bodyPr>
          <a:p>
            <a:pPr indent="0" defTabSz="914400">
              <a:lnSpc>
                <a:spcPct val="130000"/>
              </a:lnSpc>
              <a:spcBef>
                <a:spcPts val="1001"/>
              </a:spcBef>
              <a:buNone/>
              <a:tabLst>
                <a:tab algn="l" pos="0"/>
              </a:tabLst>
            </a:pPr>
            <a:r>
              <a:rPr lang="zh-CN" sz="2400" b="1" u="none" strike="noStrike">
                <a:solidFill>
                  <a:schemeClr val="dk1"/>
                </a:solidFill>
                <a:effectLst/>
                <a:uFillTx/>
                <a:latin typeface="Arial"/>
                <a:ea typeface="微软雅黑"/>
              </a:rPr>
              <a:t>单击此处编辑母版标题样式</a:t>
            </a:r>
            <a:endParaRPr lang="en-US" sz="2400" b="0" u="none" strike="noStrike">
              <a:solidFill>
                <a:srgbClr val="000000"/>
              </a:solidFill>
              <a:effectLst/>
              <a:uFillTx/>
              <a:latin typeface="Arial"/>
            </a:endParaRPr>
          </a:p>
        </p:txBody>
      </p:sp>
      <p:sp>
        <p:nvSpPr>
          <p:cNvPr id="574" name="PlaceHolder 4"/>
          <p:cNvSpPr>
            <a:spLocks noGrp="1"/>
          </p:cNvSpPr>
          <p:nvPr>
            <p:ph type="body"/>
          </p:nvPr>
        </p:nvSpPr>
        <p:spPr>
          <a:xfrm>
            <a:off x="6172200" y="1875240"/>
            <a:ext cx="5322960" cy="4299480"/>
          </a:xfrm>
          <a:prstGeom prst="rect">
            <a:avLst/>
          </a:prstGeom>
          <a:noFill/>
          <a:ln w="0">
            <a:noFill/>
          </a:ln>
        </p:spPr>
        <p:txBody>
          <a:bodyPr lIns="0" rIns="0" tIns="0" bIns="0" anchor="t">
            <a:normAutofit/>
          </a:bodyPr>
          <a:p>
            <a:pPr marL="228600" indent="-228600" defTabSz="914400">
              <a:lnSpc>
                <a:spcPct val="130000"/>
              </a:lnSpc>
              <a:spcBef>
                <a:spcPts val="1001"/>
              </a:spcBef>
              <a:buClr>
                <a:srgbClr val="000000"/>
              </a:buClr>
              <a:buFont typeface="Arial"/>
              <a:buChar char="•"/>
            </a:pPr>
            <a:r>
              <a:rPr lang="zh-CN" sz="2200" b="0" u="none" strike="noStrike">
                <a:solidFill>
                  <a:schemeClr val="dk1"/>
                </a:solidFill>
                <a:effectLst/>
                <a:uFillTx/>
                <a:latin typeface="Arial"/>
                <a:ea typeface="微软雅黑"/>
              </a:rPr>
              <a:t>单击此处编辑母版文本样式</a:t>
            </a:r>
            <a:endParaRPr lang="en-US" sz="2200" b="0" u="none" strike="noStrike">
              <a:solidFill>
                <a:srgbClr val="000000"/>
              </a:solidFill>
              <a:effectLst/>
              <a:uFillTx/>
              <a:latin typeface="Arial"/>
            </a:endParaRPr>
          </a:p>
          <a:p>
            <a:pPr marL="538560" lvl="1" indent="-206280" defTabSz="914400">
              <a:lnSpc>
                <a:spcPct val="130000"/>
              </a:lnSpc>
              <a:buClr>
                <a:srgbClr val="595959"/>
              </a:buClr>
              <a:buFont typeface="Arial"/>
              <a:buChar char="•"/>
            </a:pPr>
            <a:r>
              <a:rPr lang="zh-CN" sz="2000" b="0" u="none" strike="noStrike">
                <a:solidFill>
                  <a:schemeClr val="dk1">
                    <a:lumMod val="65000"/>
                    <a:lumOff val="35000"/>
                  </a:schemeClr>
                </a:solidFill>
                <a:effectLst/>
                <a:uFillTx/>
                <a:latin typeface="Arial"/>
                <a:ea typeface="微软雅黑"/>
              </a:rPr>
              <a:t>第二级</a:t>
            </a:r>
            <a:endParaRPr lang="en-US" sz="2000" b="0" u="none" strike="noStrike">
              <a:solidFill>
                <a:srgbClr val="000000"/>
              </a:solidFill>
              <a:effectLst/>
              <a:uFillTx/>
              <a:latin typeface="Arial"/>
            </a:endParaRPr>
          </a:p>
          <a:p>
            <a:pPr marL="798840" lvl="2" indent="-162000" defTabSz="914400">
              <a:lnSpc>
                <a:spcPct val="130000"/>
              </a:lnSpc>
              <a:buClr>
                <a:srgbClr val="595959"/>
              </a:buClr>
              <a:buFont typeface="Arial"/>
              <a:buChar char="•"/>
            </a:pPr>
            <a:r>
              <a:rPr lang="zh-CN" sz="1800" b="0" u="none" strike="noStrike">
                <a:solidFill>
                  <a:schemeClr val="dk1">
                    <a:lumMod val="65000"/>
                    <a:lumOff val="35000"/>
                  </a:schemeClr>
                </a:solidFill>
                <a:effectLst/>
                <a:uFillTx/>
                <a:latin typeface="Arial"/>
                <a:ea typeface="微软雅黑"/>
              </a:rPr>
              <a:t>第三级</a:t>
            </a:r>
            <a:endParaRPr lang="en-US" sz="1800" b="0" u="none" strike="noStrike">
              <a:solidFill>
                <a:srgbClr val="000000"/>
              </a:solidFill>
              <a:effectLst/>
              <a:uFillTx/>
              <a:latin typeface="Arial"/>
            </a:endParaRPr>
          </a:p>
          <a:p>
            <a:pPr marL="1030680" lvl="3" indent="-149400" defTabSz="914400">
              <a:lnSpc>
                <a:spcPct val="130000"/>
              </a:lnSpc>
              <a:buClr>
                <a:srgbClr val="595959"/>
              </a:buClr>
              <a:buFont typeface="Arial"/>
              <a:buChar char="•"/>
            </a:pPr>
            <a:r>
              <a:rPr lang="zh-CN" sz="1600" b="0" u="none" strike="noStrike">
                <a:solidFill>
                  <a:schemeClr val="dk1">
                    <a:lumMod val="65000"/>
                    <a:lumOff val="35000"/>
                  </a:schemeClr>
                </a:solidFill>
                <a:effectLst/>
                <a:uFillTx/>
                <a:latin typeface="Arial"/>
                <a:ea typeface="微软雅黑"/>
              </a:rPr>
              <a:t>第四级</a:t>
            </a:r>
            <a:endParaRPr lang="en-US" sz="1600" b="0" u="none" strike="noStrike">
              <a:solidFill>
                <a:srgbClr val="000000"/>
              </a:solidFill>
              <a:effectLst/>
              <a:uFillTx/>
              <a:latin typeface="Arial"/>
            </a:endParaRPr>
          </a:p>
          <a:p>
            <a:pPr marL="1235160" lvl="4" indent="-127080" defTabSz="914400">
              <a:lnSpc>
                <a:spcPct val="130000"/>
              </a:lnSpc>
              <a:buClr>
                <a:srgbClr val="595959"/>
              </a:buClr>
              <a:buFont typeface="Arial"/>
              <a:buChar char="•"/>
            </a:pPr>
            <a:r>
              <a:rPr lang="zh-CN" sz="1400" b="0" u="none" strike="noStrike">
                <a:solidFill>
                  <a:schemeClr val="dk1">
                    <a:lumMod val="65000"/>
                    <a:lumOff val="35000"/>
                  </a:schemeClr>
                </a:solidFill>
                <a:effectLst/>
                <a:uFillTx/>
                <a:latin typeface="Arial"/>
                <a:ea typeface="微软雅黑"/>
              </a:rPr>
              <a:t>第五级</a:t>
            </a:r>
            <a:endParaRPr lang="en-US" sz="1400" b="0" u="none" strike="noStrike">
              <a:solidFill>
                <a:srgbClr val="000000"/>
              </a:solidFill>
              <a:effectLst/>
              <a:uFillTx/>
              <a:latin typeface="Arial"/>
            </a:endParaRPr>
          </a:p>
        </p:txBody>
      </p:sp>
      <p:sp>
        <p:nvSpPr>
          <p:cNvPr id="575" name="PlaceHolder 5"/>
          <p:cNvSpPr>
            <a:spLocks noGrp="1"/>
          </p:cNvSpPr>
          <p:nvPr>
            <p:ph type="dt" idx="31"/>
          </p:nvPr>
        </p:nvSpPr>
        <p:spPr>
          <a:xfrm>
            <a:off x="695880" y="6356520"/>
            <a:ext cx="2742480" cy="364320"/>
          </a:xfrm>
          <a:prstGeom prst="rect">
            <a:avLst/>
          </a:prstGeom>
          <a:noFill/>
          <a:ln w="0">
            <a:noFill/>
          </a:ln>
        </p:spPr>
        <p:txBody>
          <a:bodyPr lIns="91440" rIns="91440" tIns="45720" bIns="45720" anchor="ctr">
            <a:normAutofit/>
          </a:bodyPr>
          <a:lstStyle>
            <a:lvl1pPr indent="0">
              <a:lnSpc>
                <a:spcPct val="100000"/>
              </a:lnSpc>
              <a:buNone/>
              <a:tabLst>
                <a:tab algn="l" pos="0"/>
              </a:tabLst>
              <a:defRPr lang="en-US" sz="1400" b="0" u="none" strike="noStrike">
                <a:solidFill>
                  <a:srgbClr val="000000"/>
                </a:solidFill>
                <a:effectLst/>
                <a:uFillTx/>
                <a:latin typeface="Times New Roman"/>
              </a:defRPr>
            </a:lvl1pPr>
          </a:lstStyle>
          <a:p>
            <a:pPr indent="0">
              <a:lnSpc>
                <a:spcPct val="100000"/>
              </a:lnSpc>
              <a:buNone/>
              <a:tabLst>
                <a:tab algn="l" pos="0"/>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76" name="PlaceHolder 6"/>
          <p:cNvSpPr>
            <a:spLocks noGrp="1"/>
          </p:cNvSpPr>
          <p:nvPr>
            <p:ph type="ftr" idx="3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Times New Roman"/>
              </a:defRPr>
            </a:lvl1pPr>
          </a:lstStyle>
          <a:p>
            <a:pPr indent="0" algn="ctr">
              <a:lnSpc>
                <a:spcPct val="100000"/>
              </a:lnSpc>
              <a:buNone/>
              <a:tabLst>
                <a:tab algn="l" pos="0"/>
              </a:tabLst>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77" name="PlaceHolder 7"/>
          <p:cNvSpPr>
            <a:spLocks noGrp="1"/>
          </p:cNvSpPr>
          <p:nvPr>
            <p:ph type="sldNum" idx="33"/>
          </p:nvPr>
        </p:nvSpPr>
        <p:spPr>
          <a:xfrm>
            <a:off x="8754120" y="6356520"/>
            <a:ext cx="2742480" cy="364320"/>
          </a:xfrm>
          <a:prstGeom prst="rect">
            <a:avLst/>
          </a:prstGeom>
          <a:noFill/>
          <a:ln w="0">
            <a:noFill/>
          </a:ln>
        </p:spPr>
        <p:txBody>
          <a:bodyPr lIns="91440" rIns="91440" tIns="45720" bIns="45720" anchor="ctr">
            <a:normAutofit fontScale="70000" lnSpcReduction="19999"/>
          </a:bodyPr>
          <a:p>
            <a:pPr indent="0">
              <a:buNone/>
            </a:pPr>
            <a:endParaRPr lang="en-US" sz="1800" b="0" u="none" strike="noStrike">
              <a:solidFill>
                <a:srgbClr val="000000"/>
              </a:solidFill>
              <a:effectLst/>
              <a:uFillTx/>
              <a:latin typeface="Times New Roman"/>
            </a:endParaRPr>
          </a:p>
        </p:txBody>
      </p:sp>
      <p:sp>
        <p:nvSpPr>
          <p:cNvPr id="578" name="PlaceHolder 8"/>
          <p:cNvSpPr>
            <a:spLocks noGrp="1"/>
          </p:cNvSpPr>
          <p:nvPr>
            <p:ph type="title"/>
          </p:nvPr>
        </p:nvSpPr>
        <p:spPr>
          <a:xfrm>
            <a:off x="695880" y="360000"/>
            <a:ext cx="10799280" cy="71928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dk1">
                    <a:lumMod val="75000"/>
                    <a:lumOff val="25000"/>
                  </a:schemeClr>
                </a:solidFill>
                <a:effectLst/>
                <a:uFillTx/>
                <a:latin typeface="Arial"/>
                <a:ea typeface="微软雅黑"/>
              </a:rPr>
              <a:t>单击此处编辑母版标题样式</a:t>
            </a:r>
            <a:endParaRPr lang="en-US"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4.png"/><Relationship Id="rId4"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3.png"/><Relationship Id="rId4"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文本框 8"/>
          <p:cNvSpPr/>
          <p:nvPr/>
        </p:nvSpPr>
        <p:spPr>
          <a:xfrm>
            <a:off x="6765120" y="5263560"/>
            <a:ext cx="4349160" cy="105516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endParaRPr lang="en-US" sz="1800" b="1" u="none" strike="noStrike">
              <a:solidFill>
                <a:schemeClr val="dk1"/>
              </a:solidFill>
              <a:effectLst/>
              <a:uFillTx/>
              <a:latin typeface="微软雅黑"/>
              <a:ea typeface="微软雅黑"/>
            </a:endParaRPr>
          </a:p>
        </p:txBody>
      </p:sp>
      <p:sp>
        <p:nvSpPr>
          <p:cNvPr id="586" name="PlaceHolder 1"/>
          <p:cNvSpPr>
            <a:spLocks noGrp="1"/>
          </p:cNvSpPr>
          <p:nvPr>
            <p:ph type="title"/>
          </p:nvPr>
        </p:nvSpPr>
        <p:spPr>
          <a:xfrm>
            <a:off x="928440" y="1906920"/>
            <a:ext cx="8215200" cy="1799640"/>
          </a:xfrm>
          <a:prstGeom prst="rect">
            <a:avLst/>
          </a:prstGeom>
          <a:noFill/>
          <a:ln w="0">
            <a:noFill/>
          </a:ln>
        </p:spPr>
        <p:txBody>
          <a:bodyPr lIns="0" rIns="0" tIns="0" bIns="0" anchor="b">
            <a:normAutofit fontScale="85000" lnSpcReduction="9999"/>
          </a:bodyPr>
          <a:p>
            <a:pPr indent="0" algn="ctr" defTabSz="914400">
              <a:lnSpc>
                <a:spcPct val="100000"/>
              </a:lnSpc>
              <a:spcBef>
                <a:spcPts val="1191"/>
              </a:spcBef>
              <a:spcAft>
                <a:spcPts val="992"/>
              </a:spcAft>
              <a:buNone/>
              <a:tabLst>
                <a:tab algn="l" pos="0"/>
              </a:tabLst>
            </a:pPr>
            <a:r>
              <a:rPr lang="zh-CN" sz="4800" b="1" u="none" strike="noStrike">
                <a:solidFill>
                  <a:schemeClr val="lt2">
                    <a:lumMod val="25000"/>
                  </a:schemeClr>
                </a:solidFill>
                <a:effectLst/>
                <a:uFillTx/>
                <a:latin typeface="Arial"/>
                <a:ea typeface="微软雅黑"/>
              </a:rPr>
              <a:t>开启生命的富足</a:t>
            </a:r>
            <a:br>
              <a:rPr sz="4800"/>
            </a:br>
            <a:r>
              <a:rPr lang="en-US" sz="4800" b="1" u="none" strike="noStrike">
                <a:solidFill>
                  <a:schemeClr val="lt2">
                    <a:lumMod val="25000"/>
                  </a:schemeClr>
                </a:solidFill>
                <a:effectLst/>
                <a:uFillTx/>
                <a:latin typeface="Arial"/>
                <a:ea typeface="微软雅黑"/>
              </a:rPr>
              <a:t>Unlocking Spiritual Abundance</a:t>
            </a:r>
            <a:endParaRPr lang="en-US" sz="4800" b="0" u="none" strike="noStrike">
              <a:solidFill>
                <a:srgbClr val="000000"/>
              </a:solidFill>
              <a:effectLst/>
              <a:uFillTx/>
              <a:latin typeface="Arial"/>
            </a:endParaRPr>
          </a:p>
        </p:txBody>
      </p:sp>
      <p:sp>
        <p:nvSpPr>
          <p:cNvPr id="587" name="PlaceHolder 2"/>
          <p:cNvSpPr>
            <a:spLocks noGrp="1"/>
          </p:cNvSpPr>
          <p:nvPr>
            <p:ph type="subTitle"/>
          </p:nvPr>
        </p:nvSpPr>
        <p:spPr>
          <a:xfrm>
            <a:off x="1010160" y="4054680"/>
            <a:ext cx="9962640" cy="1660320"/>
          </a:xfrm>
          <a:prstGeom prst="rect">
            <a:avLst/>
          </a:prstGeom>
          <a:noFill/>
          <a:ln w="0">
            <a:noFill/>
          </a:ln>
        </p:spPr>
        <p:txBody>
          <a:bodyPr lIns="0" rIns="0" tIns="0" bIns="0" anchor="t">
            <a:noAutofit/>
          </a:bodyPr>
          <a:p>
            <a:pPr indent="0" algn="ctr" defTabSz="914400">
              <a:lnSpc>
                <a:spcPct val="150000"/>
              </a:lnSpc>
              <a:spcBef>
                <a:spcPts val="1001"/>
              </a:spcBef>
              <a:buNone/>
              <a:tabLst>
                <a:tab algn="l" pos="0"/>
              </a:tabLst>
            </a:pPr>
            <a:r>
              <a:rPr lang="en-US" sz="2800" b="0" u="none" strike="noStrike">
                <a:solidFill>
                  <a:schemeClr val="lt2">
                    <a:lumMod val="25000"/>
                  </a:schemeClr>
                </a:solidFill>
                <a:effectLst/>
                <a:uFillTx/>
                <a:latin typeface="Arial"/>
                <a:ea typeface="微软雅黑"/>
              </a:rPr>
              <a:t>— </a:t>
            </a:r>
            <a:r>
              <a:rPr lang="zh-CN" sz="2800" b="0" u="none" strike="noStrike">
                <a:solidFill>
                  <a:schemeClr val="lt2">
                    <a:lumMod val="25000"/>
                  </a:schemeClr>
                </a:solidFill>
                <a:effectLst/>
                <a:uFillTx/>
                <a:latin typeface="Arial"/>
                <a:ea typeface="微软雅黑"/>
              </a:rPr>
              <a:t>基础利他心理实践课 </a:t>
            </a:r>
            <a:r>
              <a:rPr lang="en-US" sz="2800" b="0" u="none" strike="noStrike">
                <a:solidFill>
                  <a:schemeClr val="lt2">
                    <a:lumMod val="25000"/>
                  </a:schemeClr>
                </a:solidFill>
                <a:effectLst/>
                <a:uFillTx/>
                <a:latin typeface="Arial"/>
                <a:ea typeface="微软雅黑"/>
              </a:rPr>
              <a:t>· </a:t>
            </a:r>
            <a:r>
              <a:rPr lang="zh-CN" sz="2800" b="0" u="none" strike="noStrike">
                <a:solidFill>
                  <a:schemeClr val="lt2">
                    <a:lumMod val="25000"/>
                  </a:schemeClr>
                </a:solidFill>
                <a:effectLst/>
                <a:uFillTx/>
                <a:latin typeface="Arial"/>
                <a:ea typeface="微软雅黑"/>
              </a:rPr>
              <a:t>感恩 —</a:t>
            </a:r>
            <a:endParaRPr lang="en-US" sz="2800" b="0" u="none" strike="noStrike">
              <a:solidFill>
                <a:srgbClr val="000000"/>
              </a:solidFill>
              <a:effectLst/>
              <a:uFillTx/>
              <a:latin typeface="Arial"/>
            </a:endParaRPr>
          </a:p>
          <a:p>
            <a:pPr indent="0" algn="ctr" defTabSz="914400">
              <a:lnSpc>
                <a:spcPct val="150000"/>
              </a:lnSpc>
              <a:spcBef>
                <a:spcPts val="1001"/>
              </a:spcBef>
              <a:buNone/>
              <a:tabLst>
                <a:tab algn="l" pos="0"/>
              </a:tabLst>
            </a:pPr>
            <a:r>
              <a:rPr lang="en-US" sz="2800" b="0" u="none" strike="noStrike">
                <a:solidFill>
                  <a:schemeClr val="lt2">
                    <a:lumMod val="25000"/>
                  </a:schemeClr>
                </a:solidFill>
                <a:effectLst/>
                <a:uFillTx/>
                <a:latin typeface="Arial"/>
                <a:ea typeface="微软雅黑"/>
              </a:rPr>
              <a:t>— Foundational Practices of Altruistic Psychology: Gratitude </a:t>
            </a:r>
            <a:r>
              <a:rPr lang="en-US" sz="2800" b="0" u="none" strike="noStrike">
                <a:solidFill>
                  <a:schemeClr val="lt2">
                    <a:lumMod val="25000"/>
                  </a:schemeClr>
                </a:solidFill>
                <a:effectLst/>
                <a:uFillTx/>
                <a:latin typeface="Arial"/>
                <a:ea typeface="微软雅黑"/>
              </a:rPr>
              <a:t>—</a:t>
            </a:r>
            <a:endParaRPr lang="en-US" sz="2800" b="0" u="none" strike="noStrike">
              <a:solidFill>
                <a:srgbClr val="000000"/>
              </a:solidFill>
              <a:effectLst/>
              <a:uFillTx/>
              <a:latin typeface="Arial"/>
            </a:endParaRPr>
          </a:p>
        </p:txBody>
      </p:sp>
      <p:sp>
        <p:nvSpPr>
          <p:cNvPr id="588" name="弦形 2"/>
          <p:cNvSpPr/>
          <p:nvPr/>
        </p:nvSpPr>
        <p:spPr>
          <a:xfrm>
            <a:off x="10685880" y="1906920"/>
            <a:ext cx="3002040" cy="302904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4" name="PlaceHolder 3"/>
          <p:cNvSpPr>
            <a:spLocks noGrp="1"/>
          </p:cNvSpPr>
          <p:nvPr>
            <p:ph type="sldNum" idx="12"/>
          </p:nvPr>
        </p:nvSpPr>
        <p:spPr/>
        <p:txBody>
          <a:bodyPr/>
          <a:p>
            <a:fld id="{B1442A96-0D28-43D5-A3D6-05343A5DB064}"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9" name="PlaceHolder 1"/>
          <p:cNvSpPr>
            <a:spLocks noGrp="1"/>
          </p:cNvSpPr>
          <p:nvPr>
            <p:ph type="title"/>
          </p:nvPr>
        </p:nvSpPr>
        <p:spPr>
          <a:xfrm>
            <a:off x="1143000" y="1143000"/>
            <a:ext cx="1145520" cy="1814400"/>
          </a:xfrm>
          <a:prstGeom prst="rect">
            <a:avLst/>
          </a:prstGeom>
          <a:noFill/>
          <a:ln w="0">
            <a:noFill/>
          </a:ln>
        </p:spPr>
        <p:txBody>
          <a:bodyPr lIns="0" rIns="0" tIns="0" bIns="0" anchor="b" vert="eaVert">
            <a:noAutofit/>
          </a:bodyPr>
          <a:p>
            <a:pPr indent="0" defTabSz="914400">
              <a:lnSpc>
                <a:spcPct val="100000"/>
              </a:lnSpc>
              <a:buNone/>
              <a:tabLst>
                <a:tab algn="l" pos="0"/>
              </a:tabLst>
            </a:pPr>
            <a:r>
              <a:rPr lang="zh-CN" sz="6600" b="1" u="none" strike="noStrike">
                <a:solidFill>
                  <a:schemeClr val="dk1"/>
                </a:solidFill>
                <a:effectLst/>
                <a:uFillTx/>
                <a:latin typeface="Arial"/>
                <a:ea typeface="微软雅黑"/>
              </a:rPr>
              <a:t>目录</a:t>
            </a:r>
            <a:endParaRPr lang="en-US" sz="6600" b="0" u="none" strike="noStrike">
              <a:solidFill>
                <a:srgbClr val="000000"/>
              </a:solidFill>
              <a:effectLst/>
              <a:uFillTx/>
              <a:latin typeface="Arial"/>
            </a:endParaRPr>
          </a:p>
        </p:txBody>
      </p:sp>
      <p:sp>
        <p:nvSpPr>
          <p:cNvPr id="590" name="项标题" descr="7b0a202020202262756c6c6574223a20227b5c2263617465676f727949645c223a5c225c222c5c2274656d706c61746549645c223a32303233313638347d220a7d0a"/>
          <p:cNvSpPr/>
          <p:nvPr/>
        </p:nvSpPr>
        <p:spPr>
          <a:xfrm>
            <a:off x="3200400" y="1353240"/>
            <a:ext cx="9103320" cy="495360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微软雅黑"/>
                <a:ea typeface="微软雅黑"/>
              </a:rPr>
              <a:t>认识感恩</a:t>
            </a:r>
            <a:r>
              <a:rPr lang="zh-CN" sz="2600" b="0" u="none" spc="300" strike="noStrike">
                <a:solidFill>
                  <a:srgbClr val="c9211e"/>
                </a:solidFill>
                <a:effectLst/>
                <a:uFillTx/>
                <a:latin typeface="Arial"/>
                <a:ea typeface="微软雅黑"/>
              </a:rPr>
              <a:t>（</a:t>
            </a:r>
            <a:r>
              <a:rPr lang="en-US" sz="2600" b="0" u="none" spc="300" strike="noStrike">
                <a:solidFill>
                  <a:srgbClr val="c9211e"/>
                </a:solidFill>
                <a:effectLst/>
                <a:uFillTx/>
                <a:latin typeface="Arial"/>
                <a:ea typeface="微软雅黑"/>
              </a:rPr>
              <a:t>30</a:t>
            </a:r>
            <a:r>
              <a:rPr lang="zh-CN" sz="2600" b="0" u="none" spc="300" strike="noStrike">
                <a:solidFill>
                  <a:srgbClr val="c9211e"/>
                </a:solidFill>
                <a:effectLst/>
                <a:uFillTx/>
                <a:latin typeface="Arial"/>
                <a:ea typeface="微软雅黑"/>
              </a:rPr>
              <a:t>分钟）</a:t>
            </a:r>
            <a:br>
              <a:rPr sz="2600"/>
            </a:br>
            <a:r>
              <a:rPr lang="en-US" sz="2600" b="0" u="none" strike="noStrike">
                <a:solidFill>
                  <a:srgbClr val="c9211e"/>
                </a:solidFill>
                <a:effectLst/>
                <a:uFillTx/>
                <a:latin typeface="Arial"/>
                <a:ea typeface="微软雅黑"/>
              </a:rPr>
              <a:t>Understanding</a:t>
            </a:r>
            <a:r>
              <a:rPr lang="en-US" sz="2600" b="0" u="none" spc="300" strike="noStrike">
                <a:solidFill>
                  <a:srgbClr val="c9211e"/>
                </a:solidFill>
                <a:effectLst/>
                <a:uFillTx/>
                <a:latin typeface="Arial"/>
                <a:ea typeface="微软雅黑"/>
              </a:rPr>
              <a:t> Gratitude (minutes)</a:t>
            </a:r>
            <a:endParaRPr lang="en-US" sz="2600" b="0" u="none" strike="noStrike">
              <a:solidFill>
                <a:srgbClr val="c9211e"/>
              </a:solidFill>
              <a:effectLst/>
              <a:uFillTx/>
              <a:latin typeface="Arial"/>
              <a:ea typeface="Noto Sans CJK SC"/>
            </a:endParaRPr>
          </a:p>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Arial"/>
                <a:ea typeface="微软雅黑"/>
              </a:rPr>
              <a:t>利益思维（</a:t>
            </a:r>
            <a:r>
              <a:rPr lang="en-US" sz="2600" b="0" u="none" spc="300" strike="noStrike">
                <a:solidFill>
                  <a:srgbClr val="c9211e"/>
                </a:solidFill>
                <a:effectLst/>
                <a:uFillTx/>
                <a:latin typeface="Arial"/>
                <a:ea typeface="微软雅黑"/>
              </a:rPr>
              <a:t>30</a:t>
            </a:r>
            <a:r>
              <a:rPr lang="zh-CN" sz="2600" b="0" u="none" spc="300" strike="noStrike">
                <a:solidFill>
                  <a:srgbClr val="c9211e"/>
                </a:solidFill>
                <a:effectLst/>
                <a:uFillTx/>
                <a:latin typeface="Arial"/>
                <a:ea typeface="微软雅黑"/>
              </a:rPr>
              <a:t>分钟）</a:t>
            </a:r>
            <a:endParaRPr lang="en-US" sz="2600" b="0" u="none" strike="noStrike">
              <a:solidFill>
                <a:srgbClr val="c9211e"/>
              </a:solidFill>
              <a:effectLst/>
              <a:uFillTx/>
              <a:latin typeface="Arial"/>
              <a:ea typeface="Noto Sans CJK SC"/>
            </a:endParaRPr>
          </a:p>
          <a:p>
            <a:pPr marL="457200" indent="-457200" defTabSz="914400">
              <a:lnSpc>
                <a:spcPct val="100000"/>
              </a:lnSpc>
              <a:buClr>
                <a:srgbClr val="6d4210"/>
              </a:buClr>
              <a:buFont typeface="微软雅黑"/>
              <a:buChar char="•"/>
            </a:pPr>
            <a:r>
              <a:rPr lang="en-US" sz="2600" b="0" u="none" spc="300" strike="noStrike">
                <a:solidFill>
                  <a:srgbClr val="c9211e"/>
                </a:solidFill>
                <a:effectLst/>
                <a:uFillTx/>
                <a:latin typeface="Arial"/>
                <a:ea typeface="微软雅黑"/>
              </a:rPr>
              <a:t>Beneficial Thinking (30 minutes)</a:t>
            </a:r>
            <a:endParaRPr lang="en-US" sz="2600" b="0" u="none" strike="noStrike">
              <a:solidFill>
                <a:srgbClr val="c9211e"/>
              </a:solidFill>
              <a:effectLst/>
              <a:uFillTx/>
              <a:latin typeface="Arial"/>
              <a:ea typeface="Noto Sans CJK SC"/>
            </a:endParaRPr>
          </a:p>
          <a:p>
            <a:pPr marL="457200" indent="-457200" defTabSz="914400">
              <a:lnSpc>
                <a:spcPct val="100000"/>
              </a:lnSpc>
              <a:buClr>
                <a:srgbClr val="6d4210"/>
              </a:buClr>
              <a:buFont typeface="微软雅黑"/>
              <a:buChar char="•"/>
            </a:pPr>
            <a:r>
              <a:rPr lang="zh-CN" sz="2600" b="0" u="none" spc="300" strike="noStrike">
                <a:solidFill>
                  <a:srgbClr val="c9211e"/>
                </a:solidFill>
                <a:effectLst/>
                <a:uFillTx/>
                <a:latin typeface="Arial"/>
                <a:ea typeface="微软雅黑"/>
              </a:rPr>
              <a:t>修习感恩——感恩日记（</a:t>
            </a:r>
            <a:r>
              <a:rPr lang="en-US" sz="2600" b="0" u="none" spc="300" strike="noStrike">
                <a:solidFill>
                  <a:srgbClr val="c9211e"/>
                </a:solidFill>
                <a:effectLst/>
                <a:uFillTx/>
                <a:latin typeface="Arial"/>
                <a:ea typeface="微软雅黑"/>
              </a:rPr>
              <a:t>15</a:t>
            </a:r>
            <a:r>
              <a:rPr lang="zh-CN" sz="2600" b="0" u="none" spc="300" strike="noStrike">
                <a:solidFill>
                  <a:srgbClr val="c9211e"/>
                </a:solidFill>
                <a:effectLst/>
                <a:uFillTx/>
                <a:latin typeface="Arial"/>
                <a:ea typeface="微软雅黑"/>
              </a:rPr>
              <a:t>分钟）</a:t>
            </a:r>
            <a:endParaRPr lang="en-US" sz="2600" b="0" u="none" strike="noStrike">
              <a:solidFill>
                <a:srgbClr val="c9211e"/>
              </a:solidFill>
              <a:effectLst/>
              <a:uFillTx/>
              <a:latin typeface="Arial"/>
              <a:ea typeface="Noto Sans CJK SC"/>
            </a:endParaRPr>
          </a:p>
          <a:p>
            <a:pPr marL="457200" indent="-457200" defTabSz="914400">
              <a:lnSpc>
                <a:spcPct val="100000"/>
              </a:lnSpc>
              <a:buClr>
                <a:srgbClr val="6d4210"/>
              </a:buClr>
              <a:buFont typeface="微软雅黑"/>
              <a:buChar char="•"/>
            </a:pPr>
            <a:r>
              <a:rPr lang="en-US" sz="2600" b="0" u="none" spc="300" strike="noStrike">
                <a:solidFill>
                  <a:srgbClr val="c9211e"/>
                </a:solidFill>
                <a:effectLst/>
                <a:uFillTx/>
                <a:latin typeface="Arial"/>
                <a:ea typeface="微软雅黑"/>
              </a:rPr>
              <a:t>                    </a:t>
            </a:r>
            <a:r>
              <a:rPr lang="zh-CN" sz="2600" b="0" u="none" spc="300" strike="noStrike">
                <a:solidFill>
                  <a:srgbClr val="c9211e"/>
                </a:solidFill>
                <a:effectLst/>
                <a:uFillTx/>
                <a:latin typeface="Arial"/>
                <a:ea typeface="Noto Sans CJK SC"/>
              </a:rPr>
              <a:t>因缘之网（</a:t>
            </a:r>
            <a:r>
              <a:rPr lang="en-US" sz="2600" b="0" u="none" spc="300" strike="noStrike">
                <a:solidFill>
                  <a:srgbClr val="c9211e"/>
                </a:solidFill>
                <a:effectLst/>
                <a:uFillTx/>
                <a:latin typeface="Arial"/>
                <a:ea typeface="Noto Sans CJK SC"/>
              </a:rPr>
              <a:t>40</a:t>
            </a:r>
            <a:r>
              <a:rPr lang="zh-CN" sz="2600" b="0" u="none" spc="300" strike="noStrike">
                <a:solidFill>
                  <a:srgbClr val="c9211e"/>
                </a:solidFill>
                <a:effectLst/>
                <a:uFillTx/>
                <a:latin typeface="Arial"/>
                <a:ea typeface="Noto Sans CJK SC"/>
              </a:rPr>
              <a:t>分钟）</a:t>
            </a:r>
            <a:br>
              <a:rPr sz="2600"/>
            </a:br>
            <a:r>
              <a:rPr lang="en-US" sz="2600" b="0" u="none" spc="300" strike="noStrike">
                <a:solidFill>
                  <a:srgbClr val="c9211e"/>
                </a:solidFill>
                <a:effectLst/>
                <a:uFillTx/>
                <a:latin typeface="Arial"/>
                <a:ea typeface="Noto Sans CJK SC"/>
              </a:rPr>
              <a:t>Practicing Gratitude — Gratitude Journal (15 minutes)</a:t>
            </a:r>
            <a:endParaRPr lang="en-US" sz="2600" b="0" u="none" strike="noStrike">
              <a:solidFill>
                <a:srgbClr val="c9211e"/>
              </a:solidFill>
              <a:effectLst/>
              <a:uFillTx/>
              <a:latin typeface="Arial"/>
              <a:ea typeface="Noto Sans CJK SC"/>
            </a:endParaRPr>
          </a:p>
          <a:p>
            <a:pPr marL="126000" indent="457200" defTabSz="914400">
              <a:lnSpc>
                <a:spcPct val="100000"/>
              </a:lnSpc>
              <a:spcBef>
                <a:spcPts val="1191"/>
              </a:spcBef>
              <a:spcAft>
                <a:spcPts val="992"/>
              </a:spcAft>
              <a:tabLst>
                <a:tab algn="l" pos="0"/>
              </a:tabLst>
            </a:pPr>
            <a:r>
              <a:rPr lang="en-US" sz="2600" b="0" u="none" spc="300" strike="noStrike">
                <a:solidFill>
                  <a:srgbClr val="c9211e"/>
                </a:solidFill>
                <a:effectLst/>
                <a:uFillTx/>
                <a:latin typeface="Arial"/>
                <a:ea typeface="Noto Sans CJK SC"/>
              </a:rPr>
              <a:t>                             The Web of Interdependent Origination (40 minutes)</a:t>
            </a:r>
            <a:endParaRPr lang="en-US" sz="2600" b="0" u="none" strike="noStrike">
              <a:solidFill>
                <a:srgbClr val="c9211e"/>
              </a:solidFill>
              <a:effectLst/>
              <a:uFillTx/>
              <a:latin typeface="Arial"/>
              <a:ea typeface="Noto Sans CJK SC"/>
            </a:endParaRPr>
          </a:p>
          <a:p>
            <a:pPr marL="457200" indent="-457200" defTabSz="914400">
              <a:lnSpc>
                <a:spcPct val="100000"/>
              </a:lnSpc>
              <a:spcBef>
                <a:spcPts val="1191"/>
              </a:spcBef>
              <a:spcAft>
                <a:spcPts val="992"/>
              </a:spcAft>
              <a:buClr>
                <a:srgbClr val="6d4210"/>
              </a:buClr>
              <a:buFont typeface="微软雅黑"/>
              <a:buChar char="•"/>
              <a:tabLst>
                <a:tab algn="l" pos="0"/>
              </a:tabLst>
            </a:pPr>
            <a:r>
              <a:rPr lang="zh-CN" sz="2600" b="0" u="none" spc="300" strike="noStrike">
                <a:solidFill>
                  <a:srgbClr val="c9211e"/>
                </a:solidFill>
                <a:effectLst/>
                <a:uFillTx/>
                <a:latin typeface="Arial"/>
                <a:ea typeface="Noto Sans CJK SC"/>
              </a:rPr>
              <a:t>小结</a:t>
            </a:r>
            <a:r>
              <a:rPr lang="en-US" sz="2600" b="0" u="none" spc="300" strike="noStrike">
                <a:solidFill>
                  <a:srgbClr val="c9211e"/>
                </a:solidFill>
                <a:effectLst/>
                <a:uFillTx/>
                <a:latin typeface="Arial"/>
                <a:ea typeface="Noto Sans CJK SC"/>
              </a:rPr>
              <a:t>&amp;</a:t>
            </a:r>
            <a:r>
              <a:rPr lang="zh-CN" sz="2600" b="0" u="none" spc="300" strike="noStrike">
                <a:solidFill>
                  <a:srgbClr val="c9211e"/>
                </a:solidFill>
                <a:effectLst/>
                <a:uFillTx/>
                <a:latin typeface="Arial"/>
                <a:ea typeface="Noto Sans CJK SC"/>
              </a:rPr>
              <a:t>练习计划（</a:t>
            </a:r>
            <a:r>
              <a:rPr lang="en-US" sz="2600" b="0" u="none" spc="300" strike="noStrike">
                <a:solidFill>
                  <a:srgbClr val="c9211e"/>
                </a:solidFill>
                <a:effectLst/>
                <a:uFillTx/>
                <a:latin typeface="Arial"/>
                <a:ea typeface="Noto Sans CJK SC"/>
              </a:rPr>
              <a:t>10</a:t>
            </a:r>
            <a:r>
              <a:rPr lang="zh-CN" sz="2600" b="0" u="none" spc="300" strike="noStrike">
                <a:solidFill>
                  <a:srgbClr val="c9211e"/>
                </a:solidFill>
                <a:effectLst/>
                <a:uFillTx/>
                <a:latin typeface="Arial"/>
                <a:ea typeface="Noto Sans CJK SC"/>
              </a:rPr>
              <a:t>分钟）</a:t>
            </a:r>
            <a:br>
              <a:rPr sz="2600"/>
            </a:br>
            <a:r>
              <a:rPr lang="en-US" sz="2600" b="0" u="none" strike="noStrike">
                <a:solidFill>
                  <a:srgbClr val="c9211e"/>
                </a:solidFill>
                <a:effectLst/>
                <a:uFillTx/>
                <a:latin typeface="Arial"/>
                <a:ea typeface="Noto Sans CJK SC"/>
              </a:rPr>
              <a:t>Summary &amp; Practice Plan (10 minutes)</a:t>
            </a:r>
            <a:endParaRPr lang="en-US" sz="2600" b="0" u="none" strike="noStrike">
              <a:solidFill>
                <a:srgbClr val="c9211e"/>
              </a:solidFill>
              <a:effectLst/>
              <a:uFillTx/>
              <a:latin typeface="Arial"/>
              <a:ea typeface="Noto Sans CJK SC"/>
            </a:endParaRPr>
          </a:p>
          <a:p>
            <a:pPr defTabSz="914400">
              <a:lnSpc>
                <a:spcPct val="100000"/>
              </a:lnSpc>
              <a:tabLst>
                <a:tab algn="l" pos="0"/>
              </a:tabLst>
            </a:pPr>
            <a:endParaRPr lang="en-US" sz="2600" b="0" u="none" strike="noStrike">
              <a:solidFill>
                <a:srgbClr val="c9211e"/>
              </a:solidFill>
              <a:effectLst/>
              <a:uFillTx/>
              <a:latin typeface="Arial"/>
              <a:ea typeface="Noto Sans CJK SC"/>
            </a:endParaRPr>
          </a:p>
        </p:txBody>
      </p:sp>
      <p:sp>
        <p:nvSpPr>
          <p:cNvPr id="591" name="标题"/>
          <p:cNvSpPr/>
          <p:nvPr/>
        </p:nvSpPr>
        <p:spPr>
          <a:xfrm>
            <a:off x="2456280" y="1145520"/>
            <a:ext cx="225360" cy="1645920"/>
          </a:xfrm>
          <a:custGeom>
            <a:avLst/>
            <a:gdLst>
              <a:gd name="textAreaLeft" fmla="*/ 0 w 225360"/>
              <a:gd name="textAreaRight" fmla="*/ 226080 w 225360"/>
              <a:gd name="textAreaTop" fmla="*/ 0 h 1645920"/>
              <a:gd name="textAreaBottom" fmla="*/ 1646640 h 1645920"/>
              <a:gd name="GluePoint1X" fmla=""/>
              <a:gd name="GluePoint1Y" fmla=""/>
              <a:gd name="GluePoint2X" fmla=""/>
              <a:gd name="GluePoint2Y" fmla=""/>
              <a:gd name="GluePoint3X" fmla=""/>
              <a:gd name="GluePoint3Y" fmla=""/>
              <a:gd name="GluePoint4X" fmla=""/>
              <a:gd name="GluePoint4Y" fmla=""/>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356" h="2593">
                <a:moveTo>
                  <a:pt x="117" y="2314"/>
                </a:moveTo>
                <a:lnTo>
                  <a:pt x="124" y="2382"/>
                </a:lnTo>
                <a:cubicBezTo>
                  <a:pt x="102" y="2386"/>
                  <a:pt x="85" y="2394"/>
                  <a:pt x="75" y="2407"/>
                </a:cubicBezTo>
                <a:cubicBezTo>
                  <a:pt x="64" y="2419"/>
                  <a:pt x="59" y="2436"/>
                  <a:pt x="59" y="2457"/>
                </a:cubicBezTo>
                <a:cubicBezTo>
                  <a:pt x="59" y="2479"/>
                  <a:pt x="64" y="2496"/>
                  <a:pt x="73" y="2507"/>
                </a:cubicBezTo>
                <a:cubicBezTo>
                  <a:pt x="82" y="2518"/>
                  <a:pt x="93" y="2524"/>
                  <a:pt x="106" y="2524"/>
                </a:cubicBezTo>
                <a:cubicBezTo>
                  <a:pt x="114" y="2524"/>
                  <a:pt x="121" y="2522"/>
                  <a:pt x="127" y="2517"/>
                </a:cubicBezTo>
                <a:cubicBezTo>
                  <a:pt x="132" y="2512"/>
                  <a:pt x="137" y="2504"/>
                  <a:pt x="141" y="2492"/>
                </a:cubicBezTo>
                <a:cubicBezTo>
                  <a:pt x="144" y="2484"/>
                  <a:pt x="149" y="2465"/>
                  <a:pt x="156" y="2437"/>
                </a:cubicBezTo>
                <a:cubicBezTo>
                  <a:pt x="166" y="2400"/>
                  <a:pt x="177" y="2374"/>
                  <a:pt x="191" y="2359"/>
                </a:cubicBezTo>
                <a:cubicBezTo>
                  <a:pt x="209" y="2338"/>
                  <a:pt x="233" y="2327"/>
                  <a:pt x="260" y="2327"/>
                </a:cubicBezTo>
                <a:cubicBezTo>
                  <a:pt x="277" y="2327"/>
                  <a:pt x="294" y="2332"/>
                  <a:pt x="309" y="2342"/>
                </a:cubicBezTo>
                <a:cubicBezTo>
                  <a:pt x="324" y="2352"/>
                  <a:pt x="336" y="2366"/>
                  <a:pt x="344" y="2385"/>
                </a:cubicBezTo>
                <a:cubicBezTo>
                  <a:pt x="352" y="2403"/>
                  <a:pt x="356" y="2426"/>
                  <a:pt x="356" y="2452"/>
                </a:cubicBezTo>
                <a:cubicBezTo>
                  <a:pt x="356" y="2495"/>
                  <a:pt x="347" y="2527"/>
                  <a:pt x="328" y="2549"/>
                </a:cubicBezTo>
                <a:cubicBezTo>
                  <a:pt x="309" y="2571"/>
                  <a:pt x="284" y="2582"/>
                  <a:pt x="252" y="2583"/>
                </a:cubicBezTo>
                <a:lnTo>
                  <a:pt x="249" y="2514"/>
                </a:lnTo>
                <a:cubicBezTo>
                  <a:pt x="267" y="2511"/>
                  <a:pt x="280" y="2505"/>
                  <a:pt x="287" y="2495"/>
                </a:cubicBezTo>
                <a:cubicBezTo>
                  <a:pt x="295" y="2485"/>
                  <a:pt x="299" y="2471"/>
                  <a:pt x="299" y="2451"/>
                </a:cubicBezTo>
                <a:cubicBezTo>
                  <a:pt x="299" y="2431"/>
                  <a:pt x="295" y="2415"/>
                  <a:pt x="287" y="2404"/>
                </a:cubicBezTo>
                <a:cubicBezTo>
                  <a:pt x="281" y="2397"/>
                  <a:pt x="274" y="2393"/>
                  <a:pt x="265" y="2393"/>
                </a:cubicBezTo>
                <a:cubicBezTo>
                  <a:pt x="257" y="2393"/>
                  <a:pt x="250" y="2396"/>
                  <a:pt x="244" y="2403"/>
                </a:cubicBezTo>
                <a:cubicBezTo>
                  <a:pt x="237" y="2412"/>
                  <a:pt x="229" y="2433"/>
                  <a:pt x="221" y="2467"/>
                </a:cubicBezTo>
                <a:cubicBezTo>
                  <a:pt x="213" y="2500"/>
                  <a:pt x="205" y="2525"/>
                  <a:pt x="196" y="2541"/>
                </a:cubicBezTo>
                <a:cubicBezTo>
                  <a:pt x="188" y="2558"/>
                  <a:pt x="176" y="2570"/>
                  <a:pt x="161" y="2579"/>
                </a:cubicBezTo>
                <a:cubicBezTo>
                  <a:pt x="146" y="2588"/>
                  <a:pt x="128" y="2593"/>
                  <a:pt x="106" y="2593"/>
                </a:cubicBezTo>
                <a:cubicBezTo>
                  <a:pt x="87" y="2593"/>
                  <a:pt x="68" y="2588"/>
                  <a:pt x="51" y="2577"/>
                </a:cubicBezTo>
                <a:cubicBezTo>
                  <a:pt x="34" y="2566"/>
                  <a:pt x="21" y="2550"/>
                  <a:pt x="13" y="2530"/>
                </a:cubicBezTo>
                <a:cubicBezTo>
                  <a:pt x="4" y="2510"/>
                  <a:pt x="0" y="2485"/>
                  <a:pt x="0" y="2456"/>
                </a:cubicBezTo>
                <a:cubicBezTo>
                  <a:pt x="0" y="2412"/>
                  <a:pt x="10" y="2379"/>
                  <a:pt x="30" y="2356"/>
                </a:cubicBezTo>
                <a:cubicBezTo>
                  <a:pt x="50" y="2332"/>
                  <a:pt x="79" y="2319"/>
                  <a:pt x="117" y="2314"/>
                </a:cubicBezTo>
                <a:close/>
                <a:moveTo>
                  <a:pt x="175" y="0"/>
                </a:moveTo>
                <a:cubicBezTo>
                  <a:pt x="232" y="0"/>
                  <a:pt x="277" y="15"/>
                  <a:pt x="308" y="44"/>
                </a:cubicBezTo>
                <a:cubicBezTo>
                  <a:pt x="340" y="74"/>
                  <a:pt x="356" y="113"/>
                  <a:pt x="356" y="161"/>
                </a:cubicBezTo>
                <a:cubicBezTo>
                  <a:pt x="356" y="203"/>
                  <a:pt x="344" y="237"/>
                  <a:pt x="319" y="264"/>
                </a:cubicBezTo>
                <a:cubicBezTo>
                  <a:pt x="304" y="279"/>
                  <a:pt x="283" y="291"/>
                  <a:pt x="255" y="299"/>
                </a:cubicBezTo>
                <a:lnTo>
                  <a:pt x="239" y="230"/>
                </a:lnTo>
                <a:cubicBezTo>
                  <a:pt x="257" y="226"/>
                  <a:pt x="271" y="217"/>
                  <a:pt x="281" y="204"/>
                </a:cubicBezTo>
                <a:cubicBezTo>
                  <a:pt x="292" y="191"/>
                  <a:pt x="297" y="176"/>
                  <a:pt x="297" y="157"/>
                </a:cubicBezTo>
                <a:cubicBezTo>
                  <a:pt x="297" y="132"/>
                  <a:pt x="288" y="111"/>
                  <a:pt x="269" y="95"/>
                </a:cubicBezTo>
                <a:cubicBezTo>
                  <a:pt x="251" y="79"/>
                  <a:pt x="221" y="71"/>
                  <a:pt x="180" y="71"/>
                </a:cubicBezTo>
                <a:cubicBezTo>
                  <a:pt x="136" y="71"/>
                  <a:pt x="105" y="79"/>
                  <a:pt x="87" y="95"/>
                </a:cubicBezTo>
                <a:cubicBezTo>
                  <a:pt x="68" y="110"/>
                  <a:pt x="59" y="131"/>
                  <a:pt x="59" y="156"/>
                </a:cubicBezTo>
                <a:cubicBezTo>
                  <a:pt x="59" y="175"/>
                  <a:pt x="65" y="191"/>
                  <a:pt x="77" y="204"/>
                </a:cubicBezTo>
                <a:cubicBezTo>
                  <a:pt x="88" y="218"/>
                  <a:pt x="107" y="227"/>
                  <a:pt x="132" y="233"/>
                </a:cubicBezTo>
                <a:lnTo>
                  <a:pt x="111" y="300"/>
                </a:lnTo>
                <a:cubicBezTo>
                  <a:pt x="73" y="290"/>
                  <a:pt x="46" y="272"/>
                  <a:pt x="27" y="248"/>
                </a:cubicBezTo>
                <a:cubicBezTo>
                  <a:pt x="9" y="224"/>
                  <a:pt x="0" y="194"/>
                  <a:pt x="0" y="157"/>
                </a:cubicBezTo>
                <a:cubicBezTo>
                  <a:pt x="0" y="111"/>
                  <a:pt x="16" y="74"/>
                  <a:pt x="47" y="44"/>
                </a:cubicBezTo>
                <a:cubicBezTo>
                  <a:pt x="78" y="15"/>
                  <a:pt x="121" y="0"/>
                  <a:pt x="175" y="0"/>
                </a:cubicBezTo>
                <a:close/>
                <a:moveTo>
                  <a:pt x="178" y="416"/>
                </a:moveTo>
                <a:cubicBezTo>
                  <a:pt x="139" y="416"/>
                  <a:pt x="109" y="425"/>
                  <a:pt x="89" y="443"/>
                </a:cubicBezTo>
                <a:cubicBezTo>
                  <a:pt x="69" y="461"/>
                  <a:pt x="59" y="484"/>
                  <a:pt x="59" y="512"/>
                </a:cubicBezTo>
                <a:cubicBezTo>
                  <a:pt x="59" y="540"/>
                  <a:pt x="69" y="562"/>
                  <a:pt x="89" y="580"/>
                </a:cubicBezTo>
                <a:cubicBezTo>
                  <a:pt x="109" y="598"/>
                  <a:pt x="139" y="607"/>
                  <a:pt x="179" y="607"/>
                </a:cubicBezTo>
                <a:cubicBezTo>
                  <a:pt x="219" y="607"/>
                  <a:pt x="248" y="598"/>
                  <a:pt x="268" y="581"/>
                </a:cubicBezTo>
                <a:cubicBezTo>
                  <a:pt x="287" y="564"/>
                  <a:pt x="297" y="541"/>
                  <a:pt x="297" y="512"/>
                </a:cubicBezTo>
                <a:cubicBezTo>
                  <a:pt x="297" y="483"/>
                  <a:pt x="287" y="460"/>
                  <a:pt x="267" y="442"/>
                </a:cubicBezTo>
                <a:cubicBezTo>
                  <a:pt x="248" y="425"/>
                  <a:pt x="218" y="416"/>
                  <a:pt x="178" y="416"/>
                </a:cubicBezTo>
                <a:close/>
                <a:moveTo>
                  <a:pt x="176" y="345"/>
                </a:moveTo>
                <a:cubicBezTo>
                  <a:pt x="211" y="345"/>
                  <a:pt x="240" y="350"/>
                  <a:pt x="264" y="361"/>
                </a:cubicBezTo>
                <a:cubicBezTo>
                  <a:pt x="282" y="369"/>
                  <a:pt x="297" y="379"/>
                  <a:pt x="311" y="393"/>
                </a:cubicBezTo>
                <a:cubicBezTo>
                  <a:pt x="325" y="406"/>
                  <a:pt x="336" y="421"/>
                  <a:pt x="342" y="437"/>
                </a:cubicBezTo>
                <a:cubicBezTo>
                  <a:pt x="351" y="458"/>
                  <a:pt x="356" y="483"/>
                  <a:pt x="356" y="511"/>
                </a:cubicBezTo>
                <a:cubicBezTo>
                  <a:pt x="356" y="562"/>
                  <a:pt x="340" y="602"/>
                  <a:pt x="309" y="632"/>
                </a:cubicBezTo>
                <a:cubicBezTo>
                  <a:pt x="277" y="663"/>
                  <a:pt x="234" y="678"/>
                  <a:pt x="178" y="678"/>
                </a:cubicBezTo>
                <a:cubicBezTo>
                  <a:pt x="122" y="678"/>
                  <a:pt x="78" y="663"/>
                  <a:pt x="47" y="633"/>
                </a:cubicBezTo>
                <a:cubicBezTo>
                  <a:pt x="16" y="603"/>
                  <a:pt x="0" y="562"/>
                  <a:pt x="0" y="512"/>
                </a:cubicBezTo>
                <a:cubicBezTo>
                  <a:pt x="0" y="461"/>
                  <a:pt x="16" y="420"/>
                  <a:pt x="47" y="390"/>
                </a:cubicBezTo>
                <a:cubicBezTo>
                  <a:pt x="78" y="360"/>
                  <a:pt x="121" y="345"/>
                  <a:pt x="176" y="345"/>
                </a:cubicBezTo>
                <a:close/>
                <a:moveTo>
                  <a:pt x="6" y="732"/>
                </a:moveTo>
                <a:lnTo>
                  <a:pt x="350" y="732"/>
                </a:lnTo>
                <a:lnTo>
                  <a:pt x="350" y="799"/>
                </a:lnTo>
                <a:lnTo>
                  <a:pt x="118" y="942"/>
                </a:lnTo>
                <a:lnTo>
                  <a:pt x="350" y="942"/>
                </a:lnTo>
                <a:lnTo>
                  <a:pt x="350" y="1006"/>
                </a:lnTo>
                <a:lnTo>
                  <a:pt x="6" y="1006"/>
                </a:lnTo>
                <a:lnTo>
                  <a:pt x="6" y="937"/>
                </a:lnTo>
                <a:lnTo>
                  <a:pt x="235" y="796"/>
                </a:lnTo>
                <a:lnTo>
                  <a:pt x="6" y="796"/>
                </a:lnTo>
                <a:lnTo>
                  <a:pt x="6" y="732"/>
                </a:lnTo>
                <a:close/>
                <a:moveTo>
                  <a:pt x="292" y="1055"/>
                </a:moveTo>
                <a:lnTo>
                  <a:pt x="350" y="1055"/>
                </a:lnTo>
                <a:lnTo>
                  <a:pt x="350" y="1326"/>
                </a:lnTo>
                <a:lnTo>
                  <a:pt x="292" y="1326"/>
                </a:lnTo>
                <a:lnTo>
                  <a:pt x="292" y="1225"/>
                </a:lnTo>
                <a:lnTo>
                  <a:pt x="6" y="1225"/>
                </a:lnTo>
                <a:lnTo>
                  <a:pt x="6" y="1156"/>
                </a:lnTo>
                <a:lnTo>
                  <a:pt x="292" y="1156"/>
                </a:lnTo>
                <a:lnTo>
                  <a:pt x="292" y="1055"/>
                </a:lnTo>
                <a:close/>
                <a:moveTo>
                  <a:pt x="6" y="1372"/>
                </a:moveTo>
                <a:lnTo>
                  <a:pt x="350" y="1372"/>
                </a:lnTo>
                <a:lnTo>
                  <a:pt x="350" y="1626"/>
                </a:lnTo>
                <a:lnTo>
                  <a:pt x="292" y="1626"/>
                </a:lnTo>
                <a:lnTo>
                  <a:pt x="292" y="1441"/>
                </a:lnTo>
                <a:lnTo>
                  <a:pt x="216" y="1441"/>
                </a:lnTo>
                <a:lnTo>
                  <a:pt x="216" y="1613"/>
                </a:lnTo>
                <a:lnTo>
                  <a:pt x="158" y="1613"/>
                </a:lnTo>
                <a:lnTo>
                  <a:pt x="158" y="1441"/>
                </a:lnTo>
                <a:lnTo>
                  <a:pt x="64" y="1441"/>
                </a:lnTo>
                <a:lnTo>
                  <a:pt x="64" y="1633"/>
                </a:lnTo>
                <a:lnTo>
                  <a:pt x="6" y="1633"/>
                </a:lnTo>
                <a:lnTo>
                  <a:pt x="6" y="1372"/>
                </a:lnTo>
                <a:close/>
                <a:moveTo>
                  <a:pt x="6" y="1692"/>
                </a:moveTo>
                <a:lnTo>
                  <a:pt x="350" y="1692"/>
                </a:lnTo>
                <a:lnTo>
                  <a:pt x="350" y="1759"/>
                </a:lnTo>
                <a:lnTo>
                  <a:pt x="118" y="1902"/>
                </a:lnTo>
                <a:lnTo>
                  <a:pt x="350" y="1902"/>
                </a:lnTo>
                <a:lnTo>
                  <a:pt x="350" y="1966"/>
                </a:lnTo>
                <a:lnTo>
                  <a:pt x="6" y="1966"/>
                </a:lnTo>
                <a:lnTo>
                  <a:pt x="6" y="1897"/>
                </a:lnTo>
                <a:lnTo>
                  <a:pt x="235" y="1756"/>
                </a:lnTo>
                <a:lnTo>
                  <a:pt x="6" y="1756"/>
                </a:lnTo>
                <a:lnTo>
                  <a:pt x="6" y="1692"/>
                </a:lnTo>
                <a:close/>
                <a:moveTo>
                  <a:pt x="292" y="2015"/>
                </a:moveTo>
                <a:lnTo>
                  <a:pt x="350" y="2015"/>
                </a:lnTo>
                <a:lnTo>
                  <a:pt x="350" y="2286"/>
                </a:lnTo>
                <a:lnTo>
                  <a:pt x="292" y="2286"/>
                </a:lnTo>
                <a:lnTo>
                  <a:pt x="292" y="2185"/>
                </a:lnTo>
                <a:lnTo>
                  <a:pt x="6" y="2185"/>
                </a:lnTo>
                <a:lnTo>
                  <a:pt x="6" y="2116"/>
                </a:lnTo>
                <a:lnTo>
                  <a:pt x="292" y="2116"/>
                </a:lnTo>
                <a:lnTo>
                  <a:pt x="292" y="2015"/>
                </a:lnTo>
                <a:close/>
              </a:path>
            </a:pathLst>
          </a:custGeom>
          <a:solidFill>
            <a:schemeClr val="accent1"/>
          </a:solidFill>
          <a:ln w="0">
            <a:noFill/>
          </a:ln>
        </p:spPr>
        <p:style>
          <a:lnRef idx="0"/>
          <a:fillRef idx="0"/>
          <a:effectRef idx="0"/>
          <a:fontRef idx="minor"/>
        </p:style>
        <p:txBody>
          <a:bodyPr lIns="90000" rIns="90000" tIns="46800" bIns="46800" anchor="b" vert="eaVert">
            <a:noAutofit/>
          </a:bodyPr>
          <a:p>
            <a:pPr defTabSz="914400">
              <a:lnSpc>
                <a:spcPct val="100000"/>
              </a:lnSpc>
            </a:pPr>
            <a:endParaRPr lang="en-US" sz="2400" b="1" u="none" strike="noStrike">
              <a:solidFill>
                <a:schemeClr val="accen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标题"/>
          <p:cNvSpPr/>
          <p:nvPr/>
        </p:nvSpPr>
        <p:spPr>
          <a:xfrm>
            <a:off x="1191960" y="3217680"/>
            <a:ext cx="4523040" cy="2219760"/>
          </a:xfrm>
          <a:prstGeom prst="rect">
            <a:avLst/>
          </a:prstGeom>
          <a:noFill/>
          <a:ln w="0">
            <a:noFill/>
          </a:ln>
        </p:spPr>
        <p:style>
          <a:lnRef idx="0"/>
          <a:fillRef idx="0"/>
          <a:effectRef idx="0"/>
          <a:fontRef idx="minor"/>
        </p:style>
        <p:txBody>
          <a:bodyPr lIns="0" rIns="0" tIns="0" bIns="0" anchor="t">
            <a:normAutofit fontScale="77500" lnSpcReduction="19999"/>
          </a:bodyPr>
          <a:p>
            <a:pPr defTabSz="914400">
              <a:lnSpc>
                <a:spcPct val="150000"/>
              </a:lnSpc>
              <a:spcBef>
                <a:spcPts val="1191"/>
              </a:spcBef>
              <a:spcAft>
                <a:spcPts val="992"/>
              </a:spcAft>
            </a:pPr>
            <a:r>
              <a:rPr lang="zh-CN" sz="4800" b="1" u="none" strike="noStrike">
                <a:solidFill>
                  <a:srgbClr val="262626"/>
                </a:solidFill>
                <a:effectLst/>
                <a:uFillTx/>
                <a:latin typeface="Arial"/>
                <a:ea typeface="微软雅黑"/>
              </a:rPr>
              <a:t>认识感恩</a:t>
            </a:r>
            <a:br>
              <a:rPr sz="4800"/>
            </a:br>
            <a:r>
              <a:rPr lang="en-US" sz="4800" b="1" u="none" strike="noStrike">
                <a:solidFill>
                  <a:srgbClr val="262626"/>
                </a:solidFill>
                <a:effectLst/>
                <a:uFillTx/>
                <a:latin typeface="Arial"/>
                <a:ea typeface="微软雅黑"/>
              </a:rPr>
              <a:t>Understanding Gratitude</a:t>
            </a:r>
            <a:endParaRPr lang="en-US" sz="4800" b="0" u="none" strike="noStrike">
              <a:solidFill>
                <a:srgbClr val="000000"/>
              </a:solidFill>
              <a:effectLst/>
              <a:uFillTx/>
              <a:latin typeface="Arial"/>
            </a:endParaRPr>
          </a:p>
        </p:txBody>
      </p:sp>
      <p:sp>
        <p:nvSpPr>
          <p:cNvPr id="593" name="节编号"/>
          <p:cNvSpPr/>
          <p:nvPr/>
        </p:nvSpPr>
        <p:spPr>
          <a:xfrm>
            <a:off x="1190520" y="1855080"/>
            <a:ext cx="4263840" cy="122328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01</a:t>
            </a:r>
            <a:endParaRPr lang="en-US" sz="5400" b="0" u="none" strike="noStrike">
              <a:solidFill>
                <a:srgbClr val="000000"/>
              </a:solidFill>
              <a:effectLst/>
              <a:uFillTx/>
              <a:latin typeface="Arial"/>
            </a:endParaRPr>
          </a:p>
        </p:txBody>
      </p:sp>
      <p:sp>
        <p:nvSpPr>
          <p:cNvPr id="594" name="弦形 2"/>
          <p:cNvSpPr/>
          <p:nvPr/>
        </p:nvSpPr>
        <p:spPr>
          <a:xfrm>
            <a:off x="10685880" y="1906920"/>
            <a:ext cx="3002040" cy="302904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12"/>
          </p:nvPr>
        </p:nvSpPr>
        <p:spPr/>
        <p:txBody>
          <a:bodyPr/>
          <a:p>
            <a:fld id="{886866FA-7233-44AD-93F4-428735770ED4}"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595"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596" name="PlaceHolder 1"/>
          <p:cNvSpPr>
            <a:spLocks noGrp="1"/>
          </p:cNvSpPr>
          <p:nvPr>
            <p:ph/>
          </p:nvPr>
        </p:nvSpPr>
        <p:spPr>
          <a:xfrm>
            <a:off x="669960" y="1581120"/>
            <a:ext cx="6829920" cy="4645080"/>
          </a:xfrm>
          <a:prstGeom prst="rect">
            <a:avLst/>
          </a:prstGeom>
          <a:noFill/>
          <a:ln w="0">
            <a:noFill/>
          </a:ln>
        </p:spPr>
        <p:txBody>
          <a:bodyPr lIns="0" rIns="0" tIns="0" bIns="0" anchor="t">
            <a:noAutofit/>
          </a:bodyPr>
          <a:p>
            <a:pPr indent="0" algn="just" defTabSz="914400">
              <a:lnSpc>
                <a:spcPct val="150000"/>
              </a:lnSpc>
              <a:spcBef>
                <a:spcPts val="1001"/>
              </a:spcBef>
              <a:buNone/>
              <a:tabLst>
                <a:tab algn="l" pos="0"/>
              </a:tabLst>
            </a:pPr>
            <a:r>
              <a:rPr lang="zh-CN" sz="2400" b="0" u="none" strike="noStrike">
                <a:solidFill>
                  <a:schemeClr val="dk1"/>
                </a:solidFill>
                <a:effectLst/>
                <a:uFillTx/>
                <a:latin typeface="Arial"/>
                <a:ea typeface="微软雅黑"/>
              </a:rPr>
              <a:t>定义：</a:t>
            </a:r>
            <a:endParaRPr lang="en-US" sz="2400" b="0" u="none" strike="noStrike">
              <a:solidFill>
                <a:srgbClr val="000000"/>
              </a:solidFill>
              <a:effectLst/>
              <a:uFillTx/>
              <a:latin typeface="Arial"/>
            </a:endParaRPr>
          </a:p>
          <a:p>
            <a:pPr marL="228600" indent="-228600" algn="just" defTabSz="914400">
              <a:lnSpc>
                <a:spcPct val="150000"/>
              </a:lnSpc>
              <a:spcBef>
                <a:spcPts val="1001"/>
              </a:spcBef>
              <a:buClr>
                <a:srgbClr val="000000"/>
              </a:buClr>
              <a:buFont typeface="Arial"/>
              <a:buChar char="•"/>
              <a:tabLst>
                <a:tab algn="l" pos="0"/>
              </a:tabLst>
            </a:pPr>
            <a:r>
              <a:rPr lang="zh-CN" sz="2400" b="0" u="none" strike="noStrike">
                <a:solidFill>
                  <a:schemeClr val="dk1"/>
                </a:solidFill>
                <a:effectLst/>
                <a:uFillTx/>
                <a:latin typeface="Arial"/>
                <a:ea typeface="微软雅黑"/>
              </a:rPr>
              <a:t>对拥有的一切心怀感恩，</a:t>
            </a:r>
            <a:endParaRPr lang="en-US" sz="2400" b="0" u="none" strike="noStrike">
              <a:solidFill>
                <a:srgbClr val="000000"/>
              </a:solidFill>
              <a:effectLst/>
              <a:uFillTx/>
              <a:latin typeface="Arial"/>
            </a:endParaRPr>
          </a:p>
          <a:p>
            <a:pPr marL="228600" indent="-228600" algn="just" defTabSz="914400">
              <a:lnSpc>
                <a:spcPct val="150000"/>
              </a:lnSpc>
              <a:spcBef>
                <a:spcPts val="1001"/>
              </a:spcBef>
              <a:buClr>
                <a:srgbClr val="000000"/>
              </a:buClr>
              <a:buFont typeface="Arial"/>
              <a:buChar char="•"/>
              <a:tabLst>
                <a:tab algn="l" pos="0"/>
              </a:tabLst>
            </a:pPr>
            <a:r>
              <a:rPr lang="zh-CN" sz="2400" b="0" u="none" strike="noStrike">
                <a:solidFill>
                  <a:schemeClr val="dk1"/>
                </a:solidFill>
                <a:effectLst/>
                <a:uFillTx/>
                <a:latin typeface="Arial"/>
                <a:ea typeface="微软雅黑"/>
              </a:rPr>
              <a:t>感激所有付出的人。</a:t>
            </a:r>
            <a:endParaRPr lang="en-US" sz="2400" b="0" u="none" strike="noStrike">
              <a:solidFill>
                <a:srgbClr val="000000"/>
              </a:solidFill>
              <a:effectLst/>
              <a:uFillTx/>
              <a:latin typeface="Arial"/>
            </a:endParaRPr>
          </a:p>
          <a:p>
            <a:pPr indent="0" algn="just" defTabSz="914400">
              <a:lnSpc>
                <a:spcPct val="100000"/>
              </a:lnSpc>
              <a:spcBef>
                <a:spcPts val="1001"/>
              </a:spcBef>
              <a:buNone/>
              <a:tabLst>
                <a:tab algn="l" pos="0"/>
              </a:tabLst>
            </a:pPr>
            <a:endParaRPr lang="en-US" sz="2400" b="0" u="none" strike="noStrike">
              <a:solidFill>
                <a:srgbClr val="000000"/>
              </a:solidFill>
              <a:effectLst/>
              <a:uFillTx/>
              <a:latin typeface="Arial"/>
            </a:endParaRPr>
          </a:p>
          <a:p>
            <a:pPr marL="285840" indent="-285840" algn="just" defTabSz="914400">
              <a:lnSpc>
                <a:spcPct val="150000"/>
              </a:lnSpc>
              <a:spcBef>
                <a:spcPts val="1001"/>
              </a:spcBef>
              <a:buSzPct val="100017"/>
              <a:buBlip>
                <a:blip r:embed="rId1"/>
              </a:buBlip>
              <a:tabLst>
                <a:tab algn="l" pos="0"/>
              </a:tabLst>
            </a:pPr>
            <a:r>
              <a:rPr lang="zh-CN" sz="2400" b="0" u="none" strike="noStrike">
                <a:solidFill>
                  <a:schemeClr val="dk1"/>
                </a:solidFill>
                <a:effectLst/>
                <a:uFillTx/>
                <a:latin typeface="Arial"/>
                <a:ea typeface="微软雅黑"/>
              </a:rPr>
              <a:t>佛教所说的感恩，不仅仅局限于某个具体的人或事。佛教认为，一切众生是相互依赖的，每个人的生存都离不开家庭、社会、大众、自然，所以要心怀感恩地面对一切。</a:t>
            </a:r>
            <a:endParaRPr lang="en-US" sz="2400" b="0" u="none" strike="noStrike">
              <a:solidFill>
                <a:srgbClr val="000000"/>
              </a:solidFill>
              <a:effectLst/>
              <a:uFillTx/>
              <a:latin typeface="Arial"/>
            </a:endParaRPr>
          </a:p>
        </p:txBody>
      </p:sp>
      <p:sp>
        <p:nvSpPr>
          <p:cNvPr id="597" name="PlaceHolder 2"/>
          <p:cNvSpPr>
            <a:spLocks noGrp="1"/>
          </p:cNvSpPr>
          <p:nvPr>
            <p:ph type="title"/>
          </p:nvPr>
        </p:nvSpPr>
        <p:spPr>
          <a:xfrm>
            <a:off x="1356840" y="339120"/>
            <a:ext cx="5994360" cy="97020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认识感恩</a:t>
            </a:r>
            <a:endParaRPr lang="en-US" sz="4400" b="0" u="none" strike="noStrike">
              <a:solidFill>
                <a:srgbClr val="000000"/>
              </a:solidFill>
              <a:effectLst/>
              <a:uFillTx/>
              <a:latin typeface="Arial"/>
            </a:endParaRPr>
          </a:p>
        </p:txBody>
      </p:sp>
      <p:pic>
        <p:nvPicPr>
          <p:cNvPr id="598" name="图片 2"/>
          <p:cNvPicPr/>
          <p:nvPr/>
        </p:nvPicPr>
        <p:blipFill>
          <a:blip r:embed="rId2"/>
          <a:srcRect l="0" t="0" r="1636" b="0"/>
          <a:stretch/>
        </p:blipFill>
        <p:spPr>
          <a:xfrm>
            <a:off x="7732440" y="19080"/>
            <a:ext cx="4458960" cy="6819120"/>
          </a:xfrm>
          <a:prstGeom prst="rect">
            <a:avLst/>
          </a:prstGeom>
          <a:noFill/>
          <a:ln w="0">
            <a:noFill/>
          </a:ln>
        </p:spPr>
      </p:pic>
      <p:sp>
        <p:nvSpPr>
          <p:cNvPr id="4" name="PlaceHolder 3"/>
          <p:cNvSpPr>
            <a:spLocks noGrp="1"/>
          </p:cNvSpPr>
          <p:nvPr>
            <p:ph type="sldNum" idx="21"/>
          </p:nvPr>
        </p:nvSpPr>
        <p:spPr/>
        <p:txBody>
          <a:bodyPr/>
          <a:p>
            <a:fld id="{70E77E29-C26F-4876-B0B3-64B56AE72D1B}"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599"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00" name="PlaceHolder 1"/>
          <p:cNvSpPr>
            <a:spLocks noGrp="1"/>
          </p:cNvSpPr>
          <p:nvPr>
            <p:ph type="title"/>
          </p:nvPr>
        </p:nvSpPr>
        <p:spPr>
          <a:xfrm>
            <a:off x="698040" y="144720"/>
            <a:ext cx="8056080" cy="862200"/>
          </a:xfrm>
          <a:prstGeom prst="rect">
            <a:avLst/>
          </a:prstGeom>
          <a:noFill/>
          <a:ln w="0">
            <a:noFill/>
          </a:ln>
        </p:spPr>
        <p:txBody>
          <a:bodyPr lIns="91440" rIns="91440" tIns="45720" bIns="45720" anchor="ctr">
            <a:noAutofit/>
          </a:bodyPr>
          <a:p>
            <a:pPr indent="0" defTabSz="914400">
              <a:lnSpc>
                <a:spcPct val="150000"/>
              </a:lnSpc>
              <a:buNone/>
              <a:tabLst>
                <a:tab algn="l" pos="0"/>
              </a:tabLst>
            </a:pPr>
            <a:r>
              <a:rPr lang="zh-CN" sz="4000" b="1" u="none" strike="noStrike">
                <a:solidFill>
                  <a:schemeClr val="accent6">
                    <a:lumMod val="50000"/>
                  </a:schemeClr>
                </a:solidFill>
                <a:effectLst/>
                <a:uFillTx/>
                <a:latin typeface="Arial"/>
                <a:ea typeface="微软雅黑"/>
              </a:rPr>
              <a:t>现场练习：反观自照</a:t>
            </a:r>
            <a:r>
              <a:rPr lang="en-US" sz="4000" b="1" u="none" strike="noStrike">
                <a:solidFill>
                  <a:schemeClr val="accent6">
                    <a:lumMod val="50000"/>
                  </a:schemeClr>
                </a:solidFill>
                <a:effectLst/>
                <a:uFillTx/>
                <a:latin typeface="Arial"/>
                <a:ea typeface="微软雅黑"/>
              </a:rPr>
              <a:t> </a:t>
            </a:r>
            <a:r>
              <a:rPr lang="en-US" sz="2400" b="1" u="none" strike="noStrike">
                <a:solidFill>
                  <a:schemeClr val="accent6">
                    <a:lumMod val="50000"/>
                  </a:schemeClr>
                </a:solidFill>
                <a:effectLst/>
                <a:uFillTx/>
                <a:latin typeface="微软雅黑"/>
                <a:ea typeface="微软雅黑"/>
              </a:rPr>
              <a:t>(10</a:t>
            </a:r>
            <a:r>
              <a:rPr lang="zh-CN" sz="2400" b="1" u="none" strike="noStrike">
                <a:solidFill>
                  <a:schemeClr val="accent6">
                    <a:lumMod val="50000"/>
                  </a:schemeClr>
                </a:solidFill>
                <a:effectLst/>
                <a:uFillTx/>
                <a:latin typeface="微软雅黑"/>
                <a:ea typeface="微软雅黑"/>
              </a:rPr>
              <a:t>分钟</a:t>
            </a:r>
            <a:r>
              <a:rPr lang="en-US" sz="2400" b="1" u="none" strike="noStrike">
                <a:solidFill>
                  <a:schemeClr val="accent6">
                    <a:lumMod val="50000"/>
                  </a:schemeClr>
                </a:solidFill>
                <a:effectLst/>
                <a:uFillTx/>
                <a:latin typeface="微软雅黑"/>
                <a:ea typeface="微软雅黑"/>
              </a:rPr>
              <a:t>)</a:t>
            </a:r>
            <a:endParaRPr lang="en-US" sz="2400" b="0" u="none" strike="noStrike">
              <a:solidFill>
                <a:srgbClr val="000000"/>
              </a:solidFill>
              <a:effectLst/>
              <a:uFillTx/>
              <a:latin typeface="Arial"/>
            </a:endParaRPr>
          </a:p>
        </p:txBody>
      </p:sp>
      <p:graphicFrame>
        <p:nvGraphicFramePr>
          <p:cNvPr id="601" name="内容占位符 4"/>
          <p:cNvGraphicFramePr/>
          <p:nvPr/>
        </p:nvGraphicFramePr>
        <p:xfrm>
          <a:off x="546120" y="2314440"/>
          <a:ext cx="11240640" cy="3750480"/>
        </p:xfrm>
        <a:graphic>
          <a:graphicData uri="http://schemas.openxmlformats.org/drawingml/2006/table">
            <a:tbl>
              <a:tblPr/>
              <a:tblGrid>
                <a:gridCol w="1189800"/>
                <a:gridCol w="4390920"/>
                <a:gridCol w="764280"/>
                <a:gridCol w="4223880"/>
                <a:gridCol w="672120"/>
              </a:tblGrid>
              <a:tr h="502920">
                <a:tc>
                  <a:txBody>
                    <a:bodyPr anchor="t">
                      <a:noAutofit/>
                    </a:bodyPr>
                    <a:p>
                      <a:pPr algn="ctr" defTabSz="914400">
                        <a:lnSpc>
                          <a:spcPct val="150000"/>
                        </a:lnSpc>
                      </a:pPr>
                      <a:r>
                        <a:rPr lang="zh-CN" sz="1800" b="1" u="none" strike="noStrike">
                          <a:solidFill>
                            <a:schemeClr val="dk1"/>
                          </a:solidFill>
                          <a:effectLst/>
                          <a:uFillTx/>
                          <a:latin typeface="Arial"/>
                          <a:ea typeface="微软雅黑"/>
                        </a:rPr>
                        <a:t>场景</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没有感恩心的状态</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占比</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有感恩心的状态</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914400">
                        <a:lnSpc>
                          <a:spcPct val="150000"/>
                        </a:lnSpc>
                      </a:pPr>
                      <a:r>
                        <a:rPr lang="zh-CN" sz="1800" b="1" u="none" strike="noStrike">
                          <a:solidFill>
                            <a:schemeClr val="dk1"/>
                          </a:solidFill>
                          <a:effectLst/>
                          <a:uFillTx/>
                          <a:latin typeface="Arial"/>
                          <a:ea typeface="微软雅黑"/>
                        </a:rPr>
                        <a:t>占比</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例：共修</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对某些同学不满、抱怨，心想“都不自修，分享离题万里，浪费我时间！”</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30%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感谢所有同学，没有他们我就没有伙伴一起学习</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70%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例：吃饭</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挑剔，觉得饭菜不合口味，打饭的人打得太少，排队太长</a:t>
                      </a:r>
                      <a:r>
                        <a:rPr lang="en-US" sz="1800" b="0" u="none" strike="noStrike">
                          <a:solidFill>
                            <a:schemeClr val="dk1"/>
                          </a:solidFill>
                          <a:effectLst/>
                          <a:uFillTx/>
                          <a:latin typeface="Arial"/>
                          <a:ea typeface="微软雅黑"/>
                        </a:rPr>
                        <a:t>...</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40%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zh-CN" sz="1800" b="0" u="none" strike="noStrike">
                          <a:solidFill>
                            <a:schemeClr val="dk1"/>
                          </a:solidFill>
                          <a:effectLst/>
                          <a:uFillTx/>
                          <a:latin typeface="Arial"/>
                          <a:ea typeface="微软雅黑"/>
                        </a:rPr>
                        <a:t>想到很多人为此付出的劳动，认真感受饭菜的滋养，感到非常满足，充满能量</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r>
                        <a:rPr lang="en-US" sz="1800" b="0" u="none" strike="noStrike">
                          <a:solidFill>
                            <a:schemeClr val="dk1"/>
                          </a:solidFill>
                          <a:effectLst/>
                          <a:uFillTx/>
                          <a:latin typeface="Arial"/>
                          <a:ea typeface="微软雅黑"/>
                        </a:rPr>
                        <a:t>60%</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914400">
                <a:tc>
                  <a:txBody>
                    <a:bodyPr anchor="t">
                      <a:noAutofit/>
                    </a:bodyPr>
                    <a:p>
                      <a:pPr defTabSz="914400">
                        <a:lnSpc>
                          <a:spcPct val="150000"/>
                        </a:lnSpc>
                      </a:pPr>
                      <a:r>
                        <a:rPr lang="zh-CN" sz="1800" b="0" u="none" strike="noStrike">
                          <a:solidFill>
                            <a:schemeClr val="dk1"/>
                          </a:solidFill>
                          <a:effectLst/>
                          <a:uFillTx/>
                          <a:latin typeface="Arial"/>
                          <a:ea typeface="微软雅黑"/>
                        </a:rPr>
                        <a:t>与家人相处</a:t>
                      </a:r>
                      <a:endParaRPr lang="en-US" sz="18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502920">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defTabSz="914400">
                        <a:lnSpc>
                          <a:spcPct val="150000"/>
                        </a:lnSpc>
                      </a:pPr>
                      <a:endParaRPr lang="en-US" sz="1800" b="0" u="none" strike="noStrike">
                        <a:solidFill>
                          <a:schemeClr val="dk1"/>
                        </a:solidFill>
                        <a:effectLst/>
                        <a:uFillTx/>
                        <a:latin typeface="微软雅黑"/>
                        <a:ea typeface="微软雅黑"/>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602" name="文本框 5"/>
          <p:cNvSpPr/>
          <p:nvPr/>
        </p:nvSpPr>
        <p:spPr>
          <a:xfrm>
            <a:off x="622800" y="1153800"/>
            <a:ext cx="10661400" cy="101412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pPr>
            <a:r>
              <a:rPr lang="zh-CN" sz="2000" b="0" u="none" strike="noStrike">
                <a:solidFill>
                  <a:schemeClr val="dk1"/>
                </a:solidFill>
                <a:effectLst/>
                <a:uFillTx/>
                <a:latin typeface="Arial"/>
                <a:ea typeface="微软雅黑"/>
              </a:rPr>
              <a:t>观察自己在生活的各个场景中，有感恩心和没有感恩心时的行为表现和内心状态分别是怎样的？写在下表中，并评估一下：在该场景中，感恩心“在线”或“不在线”的占比</a:t>
            </a:r>
            <a:endParaRPr lang="en-US" sz="2000" b="0" u="none" strike="noStrike">
              <a:solidFill>
                <a:srgbClr val="000000"/>
              </a:solidFill>
              <a:effectLst/>
              <a:uFillTx/>
              <a:latin typeface="Arial"/>
            </a:endParaRPr>
          </a:p>
        </p:txBody>
      </p:sp>
      <p:sp>
        <p:nvSpPr>
          <p:cNvPr id="3" name="PlaceHolder 2"/>
          <p:cNvSpPr>
            <a:spLocks noGrp="1"/>
          </p:cNvSpPr>
          <p:nvPr>
            <p:ph type="sldNum" idx="21"/>
          </p:nvPr>
        </p:nvSpPr>
        <p:spPr/>
        <p:txBody>
          <a:bodyPr/>
          <a:p>
            <a:fld id="{7E076170-33DC-4313-AB43-6D943A896B40}"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3" name="椭圆 5"/>
          <p:cNvSpPr/>
          <p:nvPr/>
        </p:nvSpPr>
        <p:spPr>
          <a:xfrm>
            <a:off x="-1349280" y="-85968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04" name="项标题" descr="7b0a202020202262756c6c6574223a20227b5c2263617465676f727949645c223a5c225c222c5c2274656d706c61746549645c223a32303233313638347d220a7d0a"/>
          <p:cNvSpPr/>
          <p:nvPr/>
        </p:nvSpPr>
        <p:spPr>
          <a:xfrm>
            <a:off x="5306760" y="3295800"/>
            <a:ext cx="6078240" cy="24159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17"/>
              <a:buBlip>
                <a:blip r:embed="rId1"/>
              </a:buBlip>
            </a:pPr>
            <a:r>
              <a:rPr lang="zh-CN" sz="2400" b="0" u="none" spc="300" strike="noStrike">
                <a:solidFill>
                  <a:schemeClr val="dk1">
                    <a:lumMod val="85000"/>
                    <a:lumOff val="15000"/>
                  </a:schemeClr>
                </a:solidFill>
                <a:effectLst/>
                <a:uFillTx/>
                <a:latin typeface="Arial"/>
                <a:ea typeface="微软雅黑"/>
              </a:rPr>
              <a:t>在生活的各个场景中，我的感恩心</a:t>
            </a:r>
            <a:r>
              <a:rPr lang="en-US" sz="2400" b="0" u="none" spc="300" strike="noStrike">
                <a:solidFill>
                  <a:schemeClr val="dk1">
                    <a:lumMod val="85000"/>
                    <a:lumOff val="15000"/>
                  </a:schemeClr>
                </a:solidFill>
                <a:effectLst/>
                <a:uFillTx/>
                <a:latin typeface="Arial"/>
                <a:ea typeface="微软雅黑"/>
              </a:rPr>
              <a:t>“在线”情况是怎样的？</a:t>
            </a:r>
            <a:endParaRPr lang="en-US" sz="2400" b="0" u="none" strike="noStrike">
              <a:solidFill>
                <a:srgbClr val="000000"/>
              </a:solidFill>
              <a:effectLst/>
              <a:uFillTx/>
              <a:latin typeface="Arial"/>
            </a:endParaRPr>
          </a:p>
          <a:p>
            <a:pPr marL="343080" indent="-343080" defTabSz="914400">
              <a:lnSpc>
                <a:spcPct val="150000"/>
              </a:lnSpc>
              <a:buSzPct val="100017"/>
              <a:buBlip>
                <a:blip r:embed="rId2"/>
              </a:buBlip>
            </a:pPr>
            <a:r>
              <a:rPr lang="zh-CN" sz="2400" b="0" u="none" spc="300" strike="noStrike">
                <a:solidFill>
                  <a:schemeClr val="dk1">
                    <a:lumMod val="85000"/>
                    <a:lumOff val="15000"/>
                  </a:schemeClr>
                </a:solidFill>
                <a:effectLst/>
                <a:uFillTx/>
                <a:latin typeface="Arial"/>
                <a:ea typeface="微软雅黑"/>
              </a:rPr>
              <a:t>当对身边的人、事、物心怀感恩时，心理感受是怎样的？身体感受是怎样的？</a:t>
            </a:r>
            <a:endParaRPr lang="en-US" sz="2400" b="0" u="none" strike="noStrike">
              <a:solidFill>
                <a:srgbClr val="000000"/>
              </a:solidFill>
              <a:effectLst/>
              <a:uFillTx/>
              <a:latin typeface="Arial"/>
            </a:endParaRPr>
          </a:p>
        </p:txBody>
      </p:sp>
      <p:sp>
        <p:nvSpPr>
          <p:cNvPr id="605" name="标题 3"/>
          <p:cNvSpPr/>
          <p:nvPr/>
        </p:nvSpPr>
        <p:spPr>
          <a:xfrm>
            <a:off x="5705640" y="1849680"/>
            <a:ext cx="4901400" cy="925200"/>
          </a:xfrm>
          <a:prstGeom prst="rect">
            <a:avLst/>
          </a:prstGeom>
          <a:noFill/>
          <a:ln w="0">
            <a:noFill/>
          </a:ln>
        </p:spPr>
        <p:style>
          <a:lnRef idx="0"/>
          <a:fillRef idx="0"/>
          <a:effectRef idx="0"/>
          <a:fontRef idx="minor"/>
        </p:style>
        <p:txBody>
          <a:bodyPr lIns="0" rIns="0" tIns="0" bIns="0" anchor="b">
            <a:normAutofit/>
          </a:bodyPr>
          <a:p>
            <a:pPr defTabSz="914400">
              <a:lnSpc>
                <a:spcPct val="100000"/>
              </a:lnSpc>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(15</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标题"/>
          <p:cNvSpPr/>
          <p:nvPr/>
        </p:nvSpPr>
        <p:spPr>
          <a:xfrm>
            <a:off x="1191960" y="3217680"/>
            <a:ext cx="4293000" cy="2219760"/>
          </a:xfrm>
          <a:prstGeom prst="rect">
            <a:avLst/>
          </a:prstGeom>
          <a:noFill/>
          <a:ln w="0">
            <a:noFill/>
          </a:ln>
        </p:spPr>
        <p:style>
          <a:lnRef idx="0"/>
          <a:fillRef idx="0"/>
          <a:effectRef idx="0"/>
          <a:fontRef idx="minor"/>
        </p:style>
        <p:txBody>
          <a:bodyPr lIns="0" rIns="0" tIns="0" bIns="0" anchor="t">
            <a:normAutofit/>
          </a:bodyPr>
          <a:p>
            <a:pPr defTabSz="914400">
              <a:lnSpc>
                <a:spcPct val="150000"/>
              </a:lnSpc>
            </a:pPr>
            <a:r>
              <a:rPr lang="zh-CN" sz="4800" b="1" u="none" strike="noStrike">
                <a:solidFill>
                  <a:srgbClr val="262626"/>
                </a:solidFill>
                <a:effectLst/>
                <a:uFillTx/>
                <a:latin typeface="Arial"/>
                <a:ea typeface="微软雅黑"/>
              </a:rPr>
              <a:t>利益思维</a:t>
            </a:r>
            <a:endParaRPr lang="en-US" sz="4800" b="0" u="none" strike="noStrike">
              <a:solidFill>
                <a:srgbClr val="000000"/>
              </a:solidFill>
              <a:effectLst/>
              <a:uFillTx/>
              <a:latin typeface="Arial"/>
            </a:endParaRPr>
          </a:p>
        </p:txBody>
      </p:sp>
      <p:sp>
        <p:nvSpPr>
          <p:cNvPr id="607" name="节编号"/>
          <p:cNvSpPr/>
          <p:nvPr/>
        </p:nvSpPr>
        <p:spPr>
          <a:xfrm>
            <a:off x="1190520" y="1855080"/>
            <a:ext cx="4263840" cy="122328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02</a:t>
            </a:r>
            <a:endParaRPr lang="en-US" sz="5400" b="0" u="none" strike="noStrike">
              <a:solidFill>
                <a:srgbClr val="000000"/>
              </a:solidFill>
              <a:effectLst/>
              <a:uFillTx/>
              <a:latin typeface="Arial"/>
            </a:endParaRPr>
          </a:p>
        </p:txBody>
      </p:sp>
      <p:sp>
        <p:nvSpPr>
          <p:cNvPr id="608" name="弦形 2"/>
          <p:cNvSpPr/>
          <p:nvPr/>
        </p:nvSpPr>
        <p:spPr>
          <a:xfrm>
            <a:off x="10685880" y="1906920"/>
            <a:ext cx="3002040" cy="302904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12"/>
          </p:nvPr>
        </p:nvSpPr>
        <p:spPr/>
        <p:txBody>
          <a:bodyPr/>
          <a:p>
            <a:fld id="{99278550-18F3-43A3-8231-DD42BDAF5814}"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0" name="PlaceHolder 1"/>
          <p:cNvSpPr>
            <a:spLocks noGrp="1"/>
          </p:cNvSpPr>
          <p:nvPr>
            <p:ph type="title"/>
          </p:nvPr>
        </p:nvSpPr>
        <p:spPr>
          <a:xfrm>
            <a:off x="2049840" y="198720"/>
            <a:ext cx="7804080" cy="97020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11" name="组合 110"/>
          <p:cNvGrpSpPr/>
          <p:nvPr/>
        </p:nvGrpSpPr>
        <p:grpSpPr>
          <a:xfrm>
            <a:off x="320040" y="1383120"/>
            <a:ext cx="10629720" cy="4877280"/>
            <a:chOff x="320040" y="1383120"/>
            <a:chExt cx="10629720" cy="4877280"/>
          </a:xfrm>
        </p:grpSpPr>
        <p:sp>
          <p:nvSpPr>
            <p:cNvPr id="612" name="矩形 111"/>
            <p:cNvSpPr/>
            <p:nvPr/>
          </p:nvSpPr>
          <p:spPr>
            <a:xfrm>
              <a:off x="528840" y="1383120"/>
              <a:ext cx="10420920" cy="487728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13" name="组合 112"/>
            <p:cNvGrpSpPr/>
            <p:nvPr/>
          </p:nvGrpSpPr>
          <p:grpSpPr>
            <a:xfrm>
              <a:off x="320040" y="1883520"/>
              <a:ext cx="425520" cy="596880"/>
              <a:chOff x="320040" y="1883520"/>
              <a:chExt cx="425520" cy="596880"/>
            </a:xfrm>
          </p:grpSpPr>
          <p:sp>
            <p:nvSpPr>
              <p:cNvPr id="614" name="矩形 113"/>
              <p:cNvSpPr/>
              <p:nvPr/>
            </p:nvSpPr>
            <p:spPr>
              <a:xfrm>
                <a:off x="517680" y="1883520"/>
                <a:ext cx="227880" cy="596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5" name="PA_ImportSvg_636983900241446251"/>
              <p:cNvSpPr/>
              <p:nvPr/>
            </p:nvSpPr>
            <p:spPr>
              <a:xfrm rot="10800000">
                <a:off x="320040" y="1963800"/>
                <a:ext cx="417960" cy="437400"/>
              </a:xfrm>
              <a:custGeom>
                <a:avLst/>
                <a:gdLst>
                  <a:gd name="textAreaLeft" fmla="*/ 0 w 417960"/>
                  <a:gd name="textAreaRight" fmla="*/ 418680 w 417960"/>
                  <a:gd name="textAreaTop" fmla="*/ 0 h 437400"/>
                  <a:gd name="textAreaBottom" fmla="*/ 438120 h 43740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16" name="Title 6"/>
          <p:cNvSpPr/>
          <p:nvPr/>
        </p:nvSpPr>
        <p:spPr>
          <a:xfrm>
            <a:off x="1136520" y="1633320"/>
            <a:ext cx="9631080" cy="4096800"/>
          </a:xfrm>
          <a:prstGeom prst="rect">
            <a:avLst/>
          </a:prstGeom>
          <a:noFill/>
          <a:ln w="3175">
            <a:noFill/>
          </a:ln>
        </p:spPr>
        <p:style>
          <a:lnRef idx="0"/>
          <a:fillRef idx="0"/>
          <a:effectRef idx="0"/>
          <a:fontRef idx="minor"/>
        </p:style>
        <p:txBody>
          <a:bodyPr lIns="72000" rIns="72000" tIns="36360" bIns="36360" anchor="t">
            <a:noAutofit/>
          </a:bodyPr>
          <a:p>
            <a:pPr defTabSz="913680">
              <a:lnSpc>
                <a:spcPct val="130000"/>
              </a:lnSpc>
              <a:spcBef>
                <a:spcPts val="799"/>
              </a:spcBef>
              <a:tabLst>
                <a:tab algn="l" pos="0"/>
              </a:tabLst>
            </a:pPr>
            <a:r>
              <a:rPr lang="zh-CN" sz="2000" b="0" u="sng" spc="159" strike="noStrike">
                <a:solidFill>
                  <a:schemeClr val="dk1">
                    <a:lumMod val="75000"/>
                    <a:lumOff val="25000"/>
                  </a:schemeClr>
                </a:solidFill>
                <a:effectLst/>
                <a:uFillTx/>
                <a:latin typeface="Arial"/>
                <a:ea typeface="微软雅黑"/>
              </a:rPr>
              <a:t>感恩研究领域的领军人物罗伯特</a:t>
            </a:r>
            <a:r>
              <a:rPr lang="en-US" sz="2000" b="0" u="sng" spc="159" strike="noStrike">
                <a:solidFill>
                  <a:schemeClr val="dk1">
                    <a:lumMod val="75000"/>
                    <a:lumOff val="25000"/>
                  </a:schemeClr>
                </a:solidFill>
                <a:effectLst/>
                <a:uFillTx/>
                <a:latin typeface="Arial"/>
                <a:ea typeface="微软雅黑"/>
              </a:rPr>
              <a:t>·</a:t>
            </a:r>
            <a:r>
              <a:rPr lang="zh-CN" sz="2000" b="0" u="sng" spc="159" strike="noStrike">
                <a:solidFill>
                  <a:schemeClr val="dk1">
                    <a:lumMod val="75000"/>
                    <a:lumOff val="25000"/>
                  </a:schemeClr>
                </a:solidFill>
                <a:effectLst/>
                <a:uFillTx/>
                <a:latin typeface="Arial"/>
                <a:ea typeface="微软雅黑"/>
              </a:rPr>
              <a:t>埃蒙斯的观点（</a:t>
            </a:r>
            <a:r>
              <a:rPr lang="en-US" sz="2000" b="0" u="sng" spc="159" strike="noStrike">
                <a:solidFill>
                  <a:schemeClr val="dk1">
                    <a:lumMod val="75000"/>
                    <a:lumOff val="25000"/>
                  </a:schemeClr>
                </a:solidFill>
                <a:effectLst/>
                <a:uFillTx/>
                <a:latin typeface="Arial"/>
                <a:ea typeface="微软雅黑"/>
              </a:rPr>
              <a:t>Robert Emmons &amp;Mishra, 2012</a:t>
            </a:r>
            <a:r>
              <a:rPr lang="zh-CN" sz="2000" b="0" u="sng" spc="159" strike="noStrike">
                <a:solidFill>
                  <a:schemeClr val="dk1">
                    <a:lumMod val="75000"/>
                    <a:lumOff val="25000"/>
                  </a:schemeClr>
                </a:solidFill>
                <a:effectLst/>
                <a:uFillTx/>
                <a:latin typeface="Arial"/>
                <a:ea typeface="微软雅黑"/>
              </a:rPr>
              <a:t>）​，实践感恩可以带来</a:t>
            </a:r>
            <a:r>
              <a:rPr lang="en-US" sz="2000" b="0" u="sng" spc="159" strike="noStrike">
                <a:solidFill>
                  <a:schemeClr val="dk1">
                    <a:lumMod val="75000"/>
                    <a:lumOff val="25000"/>
                  </a:schemeClr>
                </a:solidFill>
                <a:effectLst/>
                <a:uFillTx/>
                <a:latin typeface="Arial"/>
                <a:ea typeface="微软雅黑"/>
              </a:rPr>
              <a:t>8</a:t>
            </a:r>
            <a:r>
              <a:rPr lang="zh-CN" sz="2000" b="0" u="sng" spc="159" strike="noStrike">
                <a:solidFill>
                  <a:schemeClr val="dk1">
                    <a:lumMod val="75000"/>
                    <a:lumOff val="25000"/>
                  </a:schemeClr>
                </a:solidFill>
                <a:effectLst/>
                <a:uFillTx/>
                <a:latin typeface="Arial"/>
                <a:ea typeface="微软雅黑"/>
              </a:rPr>
              <a:t>种不同的好处，包括：</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最佳收益：感恩能让我们从积极的经历中获得最佳收益。</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自我价值和自尊：感恩能提升我们的自我价值和自尊。使我们更加自信和高效。避免自怜，这是一种倾向于感觉受害的状态。</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应对压力：感恩可以帮助我们应对压力和逆境。在最初的震惊之后，感恩可以帮助我们评估什么是生活中最重要的。</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帮助他人：感恩的人更有可能帮助他人。他们变得更能意识到善良和关心的行为，并感到有必要回报。他们不太可能是拜金者，而更可能珍惜他们所拥有的。</a:t>
            </a:r>
            <a:endParaRPr lang="en-US" sz="2000" b="0" u="none" strike="noStrike">
              <a:solidFill>
                <a:srgbClr val="000000"/>
              </a:solidFill>
              <a:effectLst/>
              <a:uFillTx/>
              <a:latin typeface="Arial"/>
            </a:endParaRPr>
          </a:p>
        </p:txBody>
      </p:sp>
      <p:sp>
        <p:nvSpPr>
          <p:cNvPr id="3" name="PlaceHolder 2"/>
          <p:cNvSpPr>
            <a:spLocks noGrp="1"/>
          </p:cNvSpPr>
          <p:nvPr>
            <p:ph type="sldNum" idx="21"/>
          </p:nvPr>
        </p:nvSpPr>
        <p:spPr/>
        <p:txBody>
          <a:bodyPr/>
          <a:p>
            <a:fld id="{7A92A12E-8B0A-4F5C-A6B9-D74DDB4B109A}"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18" name="PlaceHolder 1"/>
          <p:cNvSpPr>
            <a:spLocks noGrp="1"/>
          </p:cNvSpPr>
          <p:nvPr>
            <p:ph type="title"/>
          </p:nvPr>
        </p:nvSpPr>
        <p:spPr>
          <a:xfrm>
            <a:off x="2181240" y="0"/>
            <a:ext cx="7804080" cy="97020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19" name="组合 4"/>
          <p:cNvGrpSpPr/>
          <p:nvPr/>
        </p:nvGrpSpPr>
        <p:grpSpPr>
          <a:xfrm>
            <a:off x="320400" y="1395000"/>
            <a:ext cx="10828080" cy="4783320"/>
            <a:chOff x="320400" y="1395000"/>
            <a:chExt cx="10828080" cy="4783320"/>
          </a:xfrm>
        </p:grpSpPr>
        <p:sp>
          <p:nvSpPr>
            <p:cNvPr id="620" name="矩形 2"/>
            <p:cNvSpPr/>
            <p:nvPr/>
          </p:nvSpPr>
          <p:spPr>
            <a:xfrm>
              <a:off x="507960" y="1395000"/>
              <a:ext cx="10640520" cy="478332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21" name="组合 5"/>
            <p:cNvGrpSpPr/>
            <p:nvPr/>
          </p:nvGrpSpPr>
          <p:grpSpPr>
            <a:xfrm>
              <a:off x="320400" y="1920600"/>
              <a:ext cx="382680" cy="657360"/>
              <a:chOff x="320400" y="1920600"/>
              <a:chExt cx="382680" cy="657360"/>
            </a:xfrm>
          </p:grpSpPr>
          <p:sp>
            <p:nvSpPr>
              <p:cNvPr id="622" name="矩形 11"/>
              <p:cNvSpPr/>
              <p:nvPr/>
            </p:nvSpPr>
            <p:spPr>
              <a:xfrm>
                <a:off x="497880" y="1920600"/>
                <a:ext cx="205200" cy="6573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23" name="PA_ImportSvg_636983900241446251"/>
              <p:cNvSpPr/>
              <p:nvPr/>
            </p:nvSpPr>
            <p:spPr>
              <a:xfrm rot="10800000">
                <a:off x="320400" y="2009160"/>
                <a:ext cx="375840" cy="481680"/>
              </a:xfrm>
              <a:custGeom>
                <a:avLst/>
                <a:gdLst>
                  <a:gd name="textAreaLeft" fmla="*/ 0 w 375840"/>
                  <a:gd name="textAreaRight" fmla="*/ 376560 w 375840"/>
                  <a:gd name="textAreaTop" fmla="*/ 0 h 481680"/>
                  <a:gd name="textAreaBottom" fmla="*/ 482400 h 48168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24" name="Title 6"/>
          <p:cNvSpPr/>
          <p:nvPr/>
        </p:nvSpPr>
        <p:spPr>
          <a:xfrm>
            <a:off x="999360" y="1633320"/>
            <a:ext cx="9982800" cy="4544640"/>
          </a:xfrm>
          <a:prstGeom prst="rect">
            <a:avLst/>
          </a:prstGeom>
          <a:noFill/>
          <a:ln w="3175">
            <a:noFill/>
          </a:ln>
        </p:spPr>
        <p:style>
          <a:lnRef idx="0"/>
          <a:fillRef idx="0"/>
          <a:effectRef idx="0"/>
          <a:fontRef idx="minor"/>
        </p:style>
        <p:txBody>
          <a:bodyPr lIns="72000" rIns="72000" tIns="36360" bIns="36360" anchor="t">
            <a:noAutofit/>
          </a:bodyPr>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更好的人际关系：感恩可以加强我们的人际关系。当我们真正意识到朋友和家人的价值时，我们可能会更好地对待他们。当我们善待他们，他们也善待我们。</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更少的负面比较：表达感激会降低我们与他人比较的可能性。我们变得感恩，满足于我们所拥有的（朋友、家人、家庭、健康）​，并且不太可能为我们没有的东西感到难过。</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更少的负面情绪：当我们表达感激之情时，我们的负面情绪可能会更少。例如，当我们心存感激时，我们就不太可能感到内疚、贪婪或愤怒。</a:t>
            </a:r>
            <a:endParaRPr lang="en-US" sz="2000" b="0" u="none" strike="noStrike">
              <a:solidFill>
                <a:srgbClr val="000000"/>
              </a:solidFill>
              <a:effectLst/>
              <a:uFillTx/>
              <a:latin typeface="Arial"/>
            </a:endParaRPr>
          </a:p>
          <a:p>
            <a:pPr marL="343080" indent="-343080" defTabSz="913680">
              <a:lnSpc>
                <a:spcPct val="130000"/>
              </a:lnSpc>
              <a:spcBef>
                <a:spcPts val="799"/>
              </a:spcBef>
              <a:buClr>
                <a:srgbClr val="404040"/>
              </a:buClr>
              <a:buFont typeface="Arial"/>
              <a:buAutoNum type="arabicPeriod" startAt="5"/>
            </a:pPr>
            <a:r>
              <a:rPr lang="zh-CN" sz="2000" b="0" u="none" spc="159" strike="noStrike">
                <a:solidFill>
                  <a:schemeClr val="dk1">
                    <a:lumMod val="75000"/>
                    <a:lumOff val="25000"/>
                  </a:schemeClr>
                </a:solidFill>
                <a:effectLst/>
                <a:uFillTx/>
                <a:latin typeface="Arial"/>
                <a:ea typeface="微软雅黑"/>
              </a:rPr>
              <a:t>慢适应：拥有新东西的快乐能持续多久？最初，我们感到快乐，但这种快乐不会持续很长时间。通过欣赏事物和经历的意义和价值，我们可以放慢这种适应的速度，让快乐的体验持续更长的时间。</a:t>
            </a:r>
            <a:endParaRPr lang="en-US" sz="2000" b="0" u="none" strike="noStrike">
              <a:solidFill>
                <a:srgbClr val="000000"/>
              </a:solidFill>
              <a:effectLst/>
              <a:uFillTx/>
              <a:latin typeface="Arial"/>
            </a:endParaRPr>
          </a:p>
        </p:txBody>
      </p:sp>
      <p:sp>
        <p:nvSpPr>
          <p:cNvPr id="3" name="PlaceHolder 2"/>
          <p:cNvSpPr>
            <a:spLocks noGrp="1"/>
          </p:cNvSpPr>
          <p:nvPr>
            <p:ph type="sldNum" idx="21"/>
          </p:nvPr>
        </p:nvSpPr>
        <p:spPr/>
        <p:txBody>
          <a:bodyPr/>
          <a:p>
            <a:fld id="{9C89E636-A46B-49D4-B98E-40F1F2413B27}"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26" name="PlaceHolder 1"/>
          <p:cNvSpPr>
            <a:spLocks noGrp="1"/>
          </p:cNvSpPr>
          <p:nvPr>
            <p:ph type="title"/>
          </p:nvPr>
        </p:nvSpPr>
        <p:spPr>
          <a:xfrm>
            <a:off x="2181240" y="0"/>
            <a:ext cx="7804080" cy="97020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grpSp>
        <p:nvGrpSpPr>
          <p:cNvPr id="627" name="组合 4"/>
          <p:cNvGrpSpPr/>
          <p:nvPr/>
        </p:nvGrpSpPr>
        <p:grpSpPr>
          <a:xfrm>
            <a:off x="320040" y="1383120"/>
            <a:ext cx="11049120" cy="4787640"/>
            <a:chOff x="320040" y="1383120"/>
            <a:chExt cx="11049120" cy="4787640"/>
          </a:xfrm>
        </p:grpSpPr>
        <p:sp>
          <p:nvSpPr>
            <p:cNvPr id="628" name="矩形 2"/>
            <p:cNvSpPr/>
            <p:nvPr/>
          </p:nvSpPr>
          <p:spPr>
            <a:xfrm>
              <a:off x="511920" y="1383120"/>
              <a:ext cx="10857240" cy="4787640"/>
            </a:xfrm>
            <a:prstGeom prst="rect">
              <a:avLst/>
            </a:prstGeom>
            <a:solidFill>
              <a:schemeClr val="bg1"/>
            </a:solidFill>
            <a:ln w="22225">
              <a:solidFill>
                <a:srgbClr val="404040"/>
              </a:solidFill>
            </a:ln>
            <a:effectLst>
              <a:outerShdw algn="tl" dir="2700000" dist="37674" rotWithShape="0">
                <a:schemeClr val="accent1">
                  <a:alpha val="100000"/>
                </a:schemeClr>
              </a:outerShdw>
            </a:effectLst>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nvGrpSpPr>
            <p:cNvPr id="629" name="组合 5"/>
            <p:cNvGrpSpPr/>
            <p:nvPr/>
          </p:nvGrpSpPr>
          <p:grpSpPr>
            <a:xfrm>
              <a:off x="320040" y="1819440"/>
              <a:ext cx="390600" cy="472320"/>
              <a:chOff x="320040" y="1819440"/>
              <a:chExt cx="390600" cy="472320"/>
            </a:xfrm>
          </p:grpSpPr>
          <p:sp>
            <p:nvSpPr>
              <p:cNvPr id="630" name="矩形 11"/>
              <p:cNvSpPr/>
              <p:nvPr/>
            </p:nvSpPr>
            <p:spPr>
              <a:xfrm>
                <a:off x="501480" y="1819440"/>
                <a:ext cx="209160" cy="47232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31" name="PA_ImportSvg_636983900241446251"/>
              <p:cNvSpPr/>
              <p:nvPr/>
            </p:nvSpPr>
            <p:spPr>
              <a:xfrm rot="10800000">
                <a:off x="320040" y="1883160"/>
                <a:ext cx="383760" cy="345960"/>
              </a:xfrm>
              <a:custGeom>
                <a:avLst/>
                <a:gdLst>
                  <a:gd name="textAreaLeft" fmla="*/ 0 w 383760"/>
                  <a:gd name="textAreaRight" fmla="*/ 384480 w 383760"/>
                  <a:gd name="textAreaTop" fmla="*/ 0 h 345960"/>
                  <a:gd name="textAreaBottom" fmla="*/ 346680 h 345960"/>
                </a:gdLst>
                <a:ahLst/>
                <a:cxnLst/>
                <a:rect l="textAreaLeft" t="textAreaTop" r="textAreaRight" b="textAreaBottom"/>
                <a:pathLst>
                  <a:path w="14292586" h="12354751">
                    <a:moveTo>
                      <a:pt x="1" y="0"/>
                    </a:moveTo>
                    <a:lnTo>
                      <a:pt x="6016804" y="0"/>
                    </a:lnTo>
                    <a:lnTo>
                      <a:pt x="6016804" y="4339700"/>
                    </a:lnTo>
                    <a:cubicBezTo>
                      <a:pt x="6016804" y="6110134"/>
                      <a:pt x="5863353" y="7499112"/>
                      <a:pt x="5556444" y="8506676"/>
                    </a:cubicBezTo>
                    <a:cubicBezTo>
                      <a:pt x="5249537" y="9514240"/>
                      <a:pt x="4930378" y="10186854"/>
                      <a:pt x="4095301" y="10992906"/>
                    </a:cubicBezTo>
                    <a:cubicBezTo>
                      <a:pt x="3260225" y="11798956"/>
                      <a:pt x="2680814" y="12040837"/>
                      <a:pt x="1455066" y="12354750"/>
                    </a:cubicBezTo>
                    <a:lnTo>
                      <a:pt x="598736" y="10512869"/>
                    </a:lnTo>
                    <a:cubicBezTo>
                      <a:pt x="1455066" y="10185628"/>
                      <a:pt x="1976770" y="10039677"/>
                      <a:pt x="2781416" y="9204842"/>
                    </a:cubicBezTo>
                    <a:cubicBezTo>
                      <a:pt x="3586062" y="8370008"/>
                      <a:pt x="3645413" y="7562531"/>
                      <a:pt x="3645413" y="6868493"/>
                    </a:cubicBezTo>
                    <a:lnTo>
                      <a:pt x="1" y="6868493"/>
                    </a:lnTo>
                    <a:close/>
                    <a:moveTo>
                      <a:pt x="8275783" y="0"/>
                    </a:moveTo>
                    <a:lnTo>
                      <a:pt x="14292586" y="0"/>
                    </a:lnTo>
                    <a:lnTo>
                      <a:pt x="14292586" y="4339700"/>
                    </a:lnTo>
                    <a:cubicBezTo>
                      <a:pt x="14292586" y="6110134"/>
                      <a:pt x="14139135" y="7499112"/>
                      <a:pt x="13832227" y="8506676"/>
                    </a:cubicBezTo>
                    <a:cubicBezTo>
                      <a:pt x="13525318" y="9514240"/>
                      <a:pt x="13206159" y="10186854"/>
                      <a:pt x="12371083" y="10992906"/>
                    </a:cubicBezTo>
                    <a:cubicBezTo>
                      <a:pt x="11536006" y="11798956"/>
                      <a:pt x="10956597" y="12040837"/>
                      <a:pt x="9730848" y="12354750"/>
                    </a:cubicBezTo>
                    <a:lnTo>
                      <a:pt x="8874518" y="10512869"/>
                    </a:lnTo>
                    <a:cubicBezTo>
                      <a:pt x="9730848" y="10185628"/>
                      <a:pt x="10252552" y="10039677"/>
                      <a:pt x="11057198" y="9204842"/>
                    </a:cubicBezTo>
                    <a:cubicBezTo>
                      <a:pt x="11861845" y="8370008"/>
                      <a:pt x="11921195" y="7562531"/>
                      <a:pt x="11921195" y="6868493"/>
                    </a:cubicBezTo>
                    <a:lnTo>
                      <a:pt x="8275783" y="686849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p:style>
            <p:txBody>
              <a:bodyPr numCol="1" spcCol="0"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grpSp>
      </p:grpSp>
      <p:sp>
        <p:nvSpPr>
          <p:cNvPr id="632" name="Title 6"/>
          <p:cNvSpPr/>
          <p:nvPr/>
        </p:nvSpPr>
        <p:spPr>
          <a:xfrm>
            <a:off x="999360" y="1770840"/>
            <a:ext cx="9883080" cy="3785040"/>
          </a:xfrm>
          <a:prstGeom prst="rect">
            <a:avLst/>
          </a:prstGeom>
          <a:noFill/>
          <a:ln w="3175">
            <a:noFill/>
          </a:ln>
        </p:spPr>
        <p:style>
          <a:lnRef idx="0"/>
          <a:fillRef idx="0"/>
          <a:effectRef idx="0"/>
          <a:fontRef idx="minor"/>
        </p:style>
        <p:txBody>
          <a:bodyPr lIns="72000" rIns="72000" tIns="36360" bIns="36360" anchor="t">
            <a:spAutoFit/>
          </a:bodyPr>
          <a:p>
            <a:pPr defTabSz="913680">
              <a:lnSpc>
                <a:spcPct val="130000"/>
              </a:lnSpc>
              <a:spcBef>
                <a:spcPts val="799"/>
              </a:spcBef>
              <a:tabLst>
                <a:tab algn="l" pos="0"/>
              </a:tabLst>
            </a:pPr>
            <a:r>
              <a:rPr lang="zh-CN" sz="2000" b="0" u="none" spc="159" strike="noStrike">
                <a:solidFill>
                  <a:schemeClr val="dk1">
                    <a:lumMod val="75000"/>
                    <a:lumOff val="25000"/>
                  </a:schemeClr>
                </a:solidFill>
                <a:effectLst/>
                <a:uFillTx/>
                <a:latin typeface="Arial"/>
                <a:ea typeface="微软雅黑"/>
              </a:rPr>
              <a:t>现代心理学实证研究发现，长期持续修习感恩，可以：</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显著降低焦虑和抑郁水平，提升幸福感</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en-US" sz="2000" b="0" u="none" spc="159" strike="noStrike">
                <a:solidFill>
                  <a:schemeClr val="dk1">
                    <a:lumMod val="75000"/>
                    <a:lumOff val="25000"/>
                  </a:schemeClr>
                </a:solidFill>
                <a:effectLst/>
                <a:uFillTx/>
                <a:latin typeface="Arial"/>
                <a:ea typeface="微软雅黑"/>
              </a:rPr>
              <a:t>​增强生理健康与免疫功能​；降低炎症；改善心脏健康。</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感恩可以改善人际关系，使职场合作效率提升</a:t>
            </a:r>
            <a:r>
              <a:rPr lang="en-US" sz="2000" b="0" u="none" spc="159" strike="noStrike">
                <a:solidFill>
                  <a:schemeClr val="dk1">
                    <a:lumMod val="75000"/>
                    <a:lumOff val="25000"/>
                  </a:schemeClr>
                </a:solidFill>
                <a:effectLst/>
                <a:uFillTx/>
                <a:latin typeface="Arial"/>
                <a:ea typeface="微软雅黑"/>
              </a:rPr>
              <a:t>55%</a:t>
            </a:r>
            <a:r>
              <a:rPr lang="zh-CN" sz="2000" b="0" u="none" spc="159" strike="noStrike">
                <a:solidFill>
                  <a:schemeClr val="dk1">
                    <a:lumMod val="75000"/>
                    <a:lumOff val="25000"/>
                  </a:schemeClr>
                </a:solidFill>
                <a:effectLst/>
                <a:uFillTx/>
                <a:latin typeface="Arial"/>
                <a:ea typeface="微软雅黑"/>
              </a:rPr>
              <a:t>，家庭感恩表达使冲突率降低</a:t>
            </a:r>
            <a:r>
              <a:rPr lang="en-US" sz="2000" b="0" u="none" spc="159" strike="noStrike">
                <a:solidFill>
                  <a:schemeClr val="dk1">
                    <a:lumMod val="75000"/>
                    <a:lumOff val="25000"/>
                  </a:schemeClr>
                </a:solidFill>
                <a:effectLst/>
                <a:uFillTx/>
                <a:latin typeface="Arial"/>
                <a:ea typeface="微软雅黑"/>
              </a:rPr>
              <a:t>37%</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zh-CN" sz="2000" b="0" u="none" spc="159" strike="noStrike">
                <a:solidFill>
                  <a:schemeClr val="dk1">
                    <a:lumMod val="75000"/>
                    <a:lumOff val="25000"/>
                  </a:schemeClr>
                </a:solidFill>
                <a:effectLst/>
                <a:uFillTx/>
                <a:latin typeface="Arial"/>
                <a:ea typeface="微软雅黑"/>
              </a:rPr>
              <a:t>能更快更好地达成目标：高感恩水平学生学业目标达成率提高</a:t>
            </a:r>
            <a:r>
              <a:rPr lang="en-US" sz="2000" b="0" u="none" spc="159" strike="noStrike">
                <a:solidFill>
                  <a:schemeClr val="dk1">
                    <a:lumMod val="75000"/>
                    <a:lumOff val="25000"/>
                  </a:schemeClr>
                </a:solidFill>
                <a:effectLst/>
                <a:uFillTx/>
                <a:latin typeface="Arial"/>
                <a:ea typeface="微软雅黑"/>
              </a:rPr>
              <a:t>42%</a:t>
            </a:r>
            <a:r>
              <a:rPr lang="zh-CN" sz="2000" b="0" u="none" spc="159" strike="noStrike">
                <a:solidFill>
                  <a:schemeClr val="dk1">
                    <a:lumMod val="75000"/>
                    <a:lumOff val="25000"/>
                  </a:schemeClr>
                </a:solidFill>
                <a:effectLst/>
                <a:uFillTx/>
                <a:latin typeface="Arial"/>
                <a:ea typeface="微软雅黑"/>
              </a:rPr>
              <a:t>，工作场所创新提案量增加</a:t>
            </a:r>
            <a:r>
              <a:rPr lang="en-US" sz="2000" b="0" u="none" spc="159" strike="noStrike">
                <a:solidFill>
                  <a:schemeClr val="dk1">
                    <a:lumMod val="75000"/>
                    <a:lumOff val="25000"/>
                  </a:schemeClr>
                </a:solidFill>
                <a:effectLst/>
                <a:uFillTx/>
                <a:latin typeface="Arial"/>
                <a:ea typeface="微软雅黑"/>
              </a:rPr>
              <a:t>55%</a:t>
            </a:r>
            <a:endParaRPr lang="en-US" sz="2000" b="0" u="none" strike="noStrike">
              <a:solidFill>
                <a:srgbClr val="000000"/>
              </a:solidFill>
              <a:effectLst/>
              <a:uFillTx/>
              <a:latin typeface="Arial"/>
            </a:endParaRPr>
          </a:p>
          <a:p>
            <a:pPr marL="457200" indent="-457200" defTabSz="913680">
              <a:lnSpc>
                <a:spcPct val="130000"/>
              </a:lnSpc>
              <a:spcBef>
                <a:spcPts val="799"/>
              </a:spcBef>
              <a:buClr>
                <a:srgbClr val="404040"/>
              </a:buClr>
              <a:buFont typeface="Arial"/>
              <a:buAutoNum type="arabicPeriod"/>
              <a:tabLst>
                <a:tab algn="l" pos="0"/>
              </a:tabLst>
            </a:pPr>
            <a:r>
              <a:rPr lang="en-US" sz="2000" b="0" u="none" spc="159" strike="noStrike">
                <a:solidFill>
                  <a:schemeClr val="dk1">
                    <a:lumMod val="75000"/>
                    <a:lumOff val="25000"/>
                  </a:schemeClr>
                </a:solidFill>
                <a:effectLst/>
                <a:uFillTx/>
                <a:latin typeface="Arial"/>
                <a:ea typeface="微软雅黑"/>
              </a:rPr>
              <a:t>​改善睡眠质量​，使入睡时间缩短</a:t>
            </a:r>
            <a:r>
              <a:rPr lang="en-US" sz="2000" b="0" u="none" spc="159" strike="noStrike">
                <a:solidFill>
                  <a:schemeClr val="dk1">
                    <a:lumMod val="75000"/>
                    <a:lumOff val="25000"/>
                  </a:schemeClr>
                </a:solidFill>
                <a:effectLst/>
                <a:uFillTx/>
                <a:latin typeface="Arial"/>
                <a:ea typeface="微软雅黑"/>
              </a:rPr>
              <a:t>19</a:t>
            </a:r>
            <a:r>
              <a:rPr lang="zh-CN" sz="2000" b="0" u="none" spc="159" strike="noStrike">
                <a:solidFill>
                  <a:schemeClr val="dk1">
                    <a:lumMod val="75000"/>
                    <a:lumOff val="25000"/>
                  </a:schemeClr>
                </a:solidFill>
                <a:effectLst/>
                <a:uFillTx/>
                <a:latin typeface="Arial"/>
                <a:ea typeface="微软雅黑"/>
              </a:rPr>
              <a:t>分钟，深睡眠时长增加</a:t>
            </a:r>
            <a:r>
              <a:rPr lang="en-US" sz="2000" b="0" u="none" spc="159" strike="noStrike">
                <a:solidFill>
                  <a:schemeClr val="dk1">
                    <a:lumMod val="75000"/>
                    <a:lumOff val="25000"/>
                  </a:schemeClr>
                </a:solidFill>
                <a:effectLst/>
                <a:uFillTx/>
                <a:latin typeface="Arial"/>
                <a:ea typeface="微软雅黑"/>
              </a:rPr>
              <a:t>17%</a:t>
            </a:r>
            <a:r>
              <a:rPr lang="zh-CN" sz="2000" b="0" u="none" spc="159" strike="noStrike">
                <a:solidFill>
                  <a:schemeClr val="dk1">
                    <a:lumMod val="75000"/>
                    <a:lumOff val="25000"/>
                  </a:schemeClr>
                </a:solidFill>
                <a:effectLst/>
                <a:uFillTx/>
                <a:latin typeface="Arial"/>
                <a:ea typeface="微软雅黑"/>
              </a:rPr>
              <a:t>。</a:t>
            </a:r>
            <a:endParaRPr lang="en-US" sz="2000" b="0" u="none" strike="noStrike">
              <a:solidFill>
                <a:srgbClr val="000000"/>
              </a:solidFill>
              <a:effectLst/>
              <a:uFillTx/>
              <a:latin typeface="Arial"/>
            </a:endParaRPr>
          </a:p>
        </p:txBody>
      </p:sp>
      <p:sp>
        <p:nvSpPr>
          <p:cNvPr id="3" name="PlaceHolder 2"/>
          <p:cNvSpPr>
            <a:spLocks noGrp="1"/>
          </p:cNvSpPr>
          <p:nvPr>
            <p:ph type="sldNum" idx="21"/>
          </p:nvPr>
        </p:nvSpPr>
        <p:spPr/>
        <p:txBody>
          <a:bodyPr/>
          <a:p>
            <a:fld id="{5044585F-76B3-429B-B6CA-4F328BAFE95F}" type="slidenum">
              <a:t>10</a:t>
            </a:fld>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34" name="PlaceHolder 1"/>
          <p:cNvSpPr>
            <a:spLocks noGrp="1"/>
          </p:cNvSpPr>
          <p:nvPr>
            <p:ph type="title"/>
          </p:nvPr>
        </p:nvSpPr>
        <p:spPr>
          <a:xfrm>
            <a:off x="2181240" y="132120"/>
            <a:ext cx="7804080" cy="838080"/>
          </a:xfrm>
          <a:prstGeom prst="rect">
            <a:avLst/>
          </a:prstGeom>
          <a:noFill/>
          <a:ln w="0">
            <a:noFill/>
          </a:ln>
        </p:spPr>
        <p:txBody>
          <a:bodyPr lIns="91440" rIns="91440" tIns="45720" bIns="45720" anchor="ctr">
            <a:normAutofit fontScale="85000" lnSpcReduction="1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为什么要修感恩心（利益思维）</a:t>
            </a:r>
            <a:endParaRPr lang="en-US" sz="4400" b="0" u="none" strike="noStrike">
              <a:solidFill>
                <a:srgbClr val="000000"/>
              </a:solidFill>
              <a:effectLst/>
              <a:uFillTx/>
              <a:latin typeface="Arial"/>
            </a:endParaRPr>
          </a:p>
        </p:txBody>
      </p:sp>
      <p:sp>
        <p:nvSpPr>
          <p:cNvPr id="635" name="PlaceHolder 2"/>
          <p:cNvSpPr>
            <a:spLocks noGrp="1"/>
          </p:cNvSpPr>
          <p:nvPr>
            <p:ph/>
          </p:nvPr>
        </p:nvSpPr>
        <p:spPr>
          <a:xfrm>
            <a:off x="482760" y="1440720"/>
            <a:ext cx="6472440" cy="5111640"/>
          </a:xfrm>
          <a:prstGeom prst="rect">
            <a:avLst/>
          </a:prstGeom>
          <a:noFill/>
          <a:ln w="0">
            <a:noFill/>
          </a:ln>
        </p:spPr>
        <p:txBody>
          <a:bodyPr lIns="0" rIns="0" tIns="0" bIns="0" anchor="t">
            <a:noAutofit/>
          </a:bodyPr>
          <a:p>
            <a:pPr indent="0" defTabSz="914400">
              <a:lnSpc>
                <a:spcPct val="150000"/>
              </a:lnSpc>
              <a:spcBef>
                <a:spcPts val="1001"/>
              </a:spcBef>
              <a:buNone/>
              <a:tabLst>
                <a:tab algn="l" pos="0"/>
              </a:tabLst>
            </a:pPr>
            <a:r>
              <a:rPr lang="zh-CN" sz="2400" b="0" u="none" strike="noStrike">
                <a:solidFill>
                  <a:schemeClr val="dk1"/>
                </a:solidFill>
                <a:effectLst/>
                <a:uFillTx/>
                <a:latin typeface="Arial"/>
                <a:ea typeface="微软雅黑"/>
              </a:rPr>
              <a:t>佛法认为，感恩心能给我们带来这些利益：</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感恩是福报的源泉</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使人内心调柔、欢喜</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产生亲和力，让众生欢喜，被众生接纳，与众生建立善缘</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有助于社会和谐</a:t>
            </a:r>
            <a:endParaRPr lang="en-US" sz="24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400" b="0" u="none" strike="noStrike">
                <a:solidFill>
                  <a:schemeClr val="dk1"/>
                </a:solidFill>
                <a:effectLst/>
                <a:uFillTx/>
                <a:latin typeface="Arial"/>
                <a:ea typeface="微软雅黑"/>
              </a:rPr>
              <a:t>是爱心和慈悲心的基础</a:t>
            </a:r>
            <a:endParaRPr lang="en-US" sz="2400" b="0" u="none" strike="noStrike">
              <a:solidFill>
                <a:srgbClr val="000000"/>
              </a:solidFill>
              <a:effectLst/>
              <a:uFillTx/>
              <a:latin typeface="Arial"/>
            </a:endParaRPr>
          </a:p>
        </p:txBody>
      </p:sp>
      <p:sp>
        <p:nvSpPr>
          <p:cNvPr id="636" name="文本框 2"/>
          <p:cNvSpPr/>
          <p:nvPr/>
        </p:nvSpPr>
        <p:spPr>
          <a:xfrm>
            <a:off x="7408440" y="1929600"/>
            <a:ext cx="4232880" cy="4133160"/>
          </a:xfrm>
          <a:prstGeom prst="rect">
            <a:avLst/>
          </a:prstGeom>
          <a:solidFill>
            <a:schemeClr val="accent3">
              <a:lumMod val="20000"/>
              <a:lumOff val="80000"/>
            </a:schemeClr>
          </a:solidFill>
          <a:ln w="0">
            <a:noFill/>
          </a:ln>
        </p:spPr>
        <p:style>
          <a:lnRef idx="0"/>
          <a:fillRef idx="0"/>
          <a:effectRef idx="0"/>
          <a:fontRef idx="minor"/>
        </p:style>
        <p:txBody>
          <a:bodyPr lIns="90000" rIns="90000" tIns="45000" bIns="45000" anchor="t">
            <a:noAutofit/>
          </a:bodyPr>
          <a:p>
            <a:pPr algn="ctr" defTabSz="914400">
              <a:lnSpc>
                <a:spcPct val="150000"/>
              </a:lnSpc>
              <a:tabLst>
                <a:tab algn="l" pos="0"/>
              </a:tabLst>
            </a:pPr>
            <a:r>
              <a:rPr lang="zh-CN" sz="2800" b="1" u="none" strike="noStrike">
                <a:solidFill>
                  <a:schemeClr val="accent3">
                    <a:lumMod val="50000"/>
                  </a:schemeClr>
                </a:solidFill>
                <a:effectLst/>
                <a:uFillTx/>
                <a:latin typeface="Arial"/>
                <a:ea typeface="微软雅黑"/>
              </a:rPr>
              <a:t>交流分享</a:t>
            </a:r>
            <a:r>
              <a:rPr lang="en-US" sz="2800" b="1" u="none" strike="noStrike">
                <a:solidFill>
                  <a:schemeClr val="accent3">
                    <a:lumMod val="50000"/>
                  </a:schemeClr>
                </a:solidFill>
                <a:effectLst/>
                <a:uFillTx/>
                <a:latin typeface="Arial"/>
                <a:ea typeface="微软雅黑"/>
              </a:rPr>
              <a:t> </a:t>
            </a:r>
            <a:r>
              <a:rPr lang="en-US" sz="2000" b="1" u="none" strike="noStrike">
                <a:solidFill>
                  <a:schemeClr val="accent3">
                    <a:lumMod val="50000"/>
                  </a:schemeClr>
                </a:solidFill>
                <a:effectLst/>
                <a:uFillTx/>
                <a:latin typeface="Arial"/>
                <a:ea typeface="微软雅黑"/>
              </a:rPr>
              <a:t>(15</a:t>
            </a:r>
            <a:r>
              <a:rPr lang="zh-CN" sz="2000" b="1" u="none" strike="noStrike">
                <a:solidFill>
                  <a:schemeClr val="accent3">
                    <a:lumMod val="50000"/>
                  </a:schemeClr>
                </a:solidFill>
                <a:effectLst/>
                <a:uFillTx/>
                <a:latin typeface="Arial"/>
                <a:ea typeface="微软雅黑"/>
              </a:rPr>
              <a:t>分钟</a:t>
            </a:r>
            <a:r>
              <a:rPr lang="en-US" sz="2000" b="1" u="none" strike="noStrike">
                <a:solidFill>
                  <a:schemeClr val="accent3">
                    <a:lumMod val="50000"/>
                  </a:schemeClr>
                </a:solidFill>
                <a:effectLst/>
                <a:uFillTx/>
                <a:latin typeface="Arial"/>
                <a:ea typeface="微软雅黑"/>
              </a:rPr>
              <a:t>)</a:t>
            </a:r>
            <a:endParaRPr lang="en-US" sz="2000" b="0" u="none" strike="noStrike">
              <a:solidFill>
                <a:srgbClr val="000000"/>
              </a:solidFill>
              <a:effectLst/>
              <a:uFillTx/>
              <a:latin typeface="Arial"/>
            </a:endParaRPr>
          </a:p>
          <a:p>
            <a:pPr defTabSz="914400">
              <a:lnSpc>
                <a:spcPct val="150000"/>
              </a:lnSpc>
              <a:tabLst>
                <a:tab algn="l" pos="0"/>
              </a:tabLst>
            </a:pPr>
            <a:endParaRPr lang="en-US" sz="2200" b="0" u="none" strike="noStrike">
              <a:solidFill>
                <a:srgbClr val="000000"/>
              </a:solidFill>
              <a:effectLst/>
              <a:uFillTx/>
              <a:latin typeface="Arial"/>
            </a:endParaRPr>
          </a:p>
          <a:p>
            <a:pPr marL="457200" indent="-457200" defTabSz="914400">
              <a:lnSpc>
                <a:spcPct val="150000"/>
              </a:lnSpc>
              <a:buClr>
                <a:srgbClr val="000000"/>
              </a:buClr>
              <a:buFont typeface="Arial"/>
              <a:buAutoNum type="arabicPeriod"/>
              <a:tabLst>
                <a:tab algn="l" pos="0"/>
              </a:tabLst>
            </a:pPr>
            <a:r>
              <a:rPr lang="zh-CN" sz="2200" b="0" u="none" strike="noStrike">
                <a:solidFill>
                  <a:schemeClr val="dk1"/>
                </a:solidFill>
                <a:effectLst/>
                <a:uFillTx/>
                <a:latin typeface="Arial"/>
                <a:ea typeface="微软雅黑"/>
              </a:rPr>
              <a:t>结合现实人生，对感恩的每一条利益，分享自己观察到的现实案例。</a:t>
            </a:r>
            <a:endParaRPr lang="en-US" sz="2200" b="0" u="none" strike="noStrike">
              <a:solidFill>
                <a:srgbClr val="000000"/>
              </a:solidFill>
              <a:effectLst/>
              <a:uFillTx/>
              <a:latin typeface="Arial"/>
            </a:endParaRPr>
          </a:p>
          <a:p>
            <a:pPr marL="457200" indent="-457200" defTabSz="914400">
              <a:lnSpc>
                <a:spcPct val="150000"/>
              </a:lnSpc>
              <a:buClr>
                <a:srgbClr val="000000"/>
              </a:buClr>
              <a:buFont typeface="Arial"/>
              <a:buAutoNum type="arabicPeriod"/>
              <a:tabLst>
                <a:tab algn="l" pos="0"/>
              </a:tabLst>
            </a:pPr>
            <a:r>
              <a:rPr lang="zh-CN" sz="2200" b="0" u="none" strike="noStrike">
                <a:solidFill>
                  <a:schemeClr val="dk1"/>
                </a:solidFill>
                <a:effectLst/>
                <a:uFillTx/>
                <a:latin typeface="Arial"/>
                <a:ea typeface="微软雅黑"/>
              </a:rPr>
              <a:t>我需要修感恩心吗？为什么？</a:t>
            </a:r>
            <a:endParaRPr lang="en-US" sz="2200" b="0" u="none" strike="noStrike">
              <a:solidFill>
                <a:srgbClr val="000000"/>
              </a:solidFill>
              <a:effectLst/>
              <a:uFillTx/>
              <a:latin typeface="Arial"/>
            </a:endParaRPr>
          </a:p>
          <a:p>
            <a:pPr defTabSz="914400">
              <a:lnSpc>
                <a:spcPct val="150000"/>
              </a:lnSpc>
              <a:tabLst>
                <a:tab algn="l" pos="0"/>
              </a:tabLst>
            </a:pPr>
            <a:endParaRPr lang="en-US" sz="2000" b="0" u="none" strike="noStrike">
              <a:solidFill>
                <a:srgbClr val="000000"/>
              </a:solidFill>
              <a:effectLst/>
              <a:uFillTx/>
              <a:latin typeface="Arial"/>
            </a:endParaRPr>
          </a:p>
          <a:p>
            <a:pPr defTabSz="914400">
              <a:lnSpc>
                <a:spcPct val="150000"/>
              </a:lnSpc>
              <a:tabLst>
                <a:tab algn="l" pos="0"/>
              </a:tabLst>
            </a:pPr>
            <a:endParaRPr lang="en-US" sz="2000" b="0" u="none" strike="noStrike">
              <a:solidFill>
                <a:srgbClr val="000000"/>
              </a:solidFill>
              <a:effectLst/>
              <a:uFillTx/>
              <a:latin typeface="Arial"/>
            </a:endParaRPr>
          </a:p>
        </p:txBody>
      </p:sp>
      <p:sp>
        <p:nvSpPr>
          <p:cNvPr id="4" name="PlaceHolder 3"/>
          <p:cNvSpPr>
            <a:spLocks noGrp="1"/>
          </p:cNvSpPr>
          <p:nvPr>
            <p:ph type="sldNum" idx="21"/>
          </p:nvPr>
        </p:nvSpPr>
        <p:spPr/>
        <p:txBody>
          <a:bodyPr/>
          <a:p>
            <a:fld id="{68970C28-8838-4B6C-A790-B601C7362694}" type="slidenum">
              <a:t>11</a:t>
            </a:fld>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title"/>
          </p:nvPr>
        </p:nvSpPr>
        <p:spPr>
          <a:xfrm>
            <a:off x="695880" y="360000"/>
            <a:ext cx="10799280" cy="719280"/>
          </a:xfrm>
          <a:prstGeom prst="rect">
            <a:avLst/>
          </a:prstGeom>
          <a:noFill/>
          <a:ln w="0">
            <a:noFill/>
          </a:ln>
        </p:spPr>
        <p:txBody>
          <a:bodyPr lIns="0" rIns="0" tIns="0" bIns="0" anchor="b">
            <a:noAutofit/>
          </a:bodyPr>
          <a:p>
            <a:pPr indent="0" defTabSz="914400">
              <a:lnSpc>
                <a:spcPct val="100000"/>
              </a:lnSpc>
              <a:buNone/>
              <a:tabLst>
                <a:tab algn="l" pos="0"/>
              </a:tabLst>
            </a:pPr>
            <a:r>
              <a:rPr lang="zh-CN" sz="4000" b="1" u="none" strike="noStrike">
                <a:solidFill>
                  <a:schemeClr val="accent4">
                    <a:lumMod val="50000"/>
                  </a:schemeClr>
                </a:solidFill>
                <a:effectLst/>
                <a:uFillTx/>
                <a:latin typeface="Arial"/>
                <a:ea typeface="微软雅黑"/>
              </a:rPr>
              <a:t>带着感恩心看待众生</a:t>
            </a:r>
            <a:endParaRPr lang="en-US" sz="4000" b="0" u="none" strike="noStrike">
              <a:solidFill>
                <a:srgbClr val="000000"/>
              </a:solidFill>
              <a:effectLst/>
              <a:uFillTx/>
              <a:latin typeface="Arial"/>
            </a:endParaRPr>
          </a:p>
        </p:txBody>
      </p:sp>
      <p:sp useBgFill="1">
        <p:nvSpPr>
          <p:cNvPr id="638" name="矩形 4"/>
          <p:cNvSpPr/>
          <p:nvPr/>
        </p:nvSpPr>
        <p:spPr>
          <a:xfrm>
            <a:off x="700920" y="1575360"/>
            <a:ext cx="10800000" cy="4750920"/>
          </a:xfrm>
          <a:prstGeom prst="rect">
            <a:avLst/>
          </a:prstGeom>
          <a:ln>
            <a:noFill/>
          </a:ln>
          <a:effectLst>
            <a:outerShdw algn="t" blurRad="127080" dir="5400000" dist="38160" rotWithShape="0">
              <a:schemeClr val="dk1">
                <a:alpha val="50000"/>
              </a:schemeClr>
            </a:outerShdw>
          </a:effectLst>
        </p:spPr>
        <p:style>
          <a:lnRef idx="2">
            <a:schemeClr val="accent1">
              <a:shade val="50000"/>
            </a:schemeClr>
          </a:lnRef>
          <a:fillRef idx="1">
            <a:schemeClr val="accent1"/>
          </a:fillRef>
          <a:effectRef idx="0">
            <a:schemeClr val="accent1"/>
          </a:effectRef>
          <a:fontRef idx="minor"/>
        </p:style>
        <p:txBody>
          <a:bodyPr numCol="1" spcCol="0" horzOverflow="overflow" lIns="360000" rIns="360000" tIns="45000" bIns="45000" anchor="ctr">
            <a:noAutofit/>
          </a:bodyPr>
          <a:p>
            <a:pPr algn="just" defTabSz="914400">
              <a:lnSpc>
                <a:spcPct val="130000"/>
              </a:lnSpc>
            </a:pPr>
            <a:endParaRPr lang="en-US" sz="1800" b="0" u="none" spc="150" strike="noStrike">
              <a:solidFill>
                <a:srgbClr val="262626"/>
              </a:solidFill>
              <a:effectLst/>
              <a:uFillTx/>
              <a:latin typeface="微软雅黑"/>
              <a:ea typeface="微软雅黑"/>
            </a:endParaRPr>
          </a:p>
        </p:txBody>
      </p:sp>
      <p:sp>
        <p:nvSpPr>
          <p:cNvPr id="639" name="文本框 5"/>
          <p:cNvSpPr/>
          <p:nvPr/>
        </p:nvSpPr>
        <p:spPr>
          <a:xfrm>
            <a:off x="1137960" y="1828080"/>
            <a:ext cx="9915480" cy="424620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spcBef>
                <a:spcPts val="1001"/>
              </a:spcBef>
              <a:buClr>
                <a:srgbClr val="404040"/>
              </a:buClr>
              <a:buFont typeface="Arial"/>
              <a:buChar char="•"/>
            </a:pPr>
            <a:r>
              <a:rPr lang="zh-CN" sz="2200" b="0" u="none" spc="99" strike="noStrike">
                <a:solidFill>
                  <a:schemeClr val="dk1">
                    <a:lumMod val="75000"/>
                    <a:lumOff val="25000"/>
                  </a:schemeClr>
                </a:solidFill>
                <a:effectLst/>
                <a:uFillTx/>
                <a:latin typeface="Arial"/>
                <a:ea typeface="微软雅黑"/>
              </a:rPr>
              <a:t>如果没有感恩心，看别人往往没感觉，甚至会心生对立，觉得世上都是敌人，都在算计你。当你带着这样的心态看人，看到谁都不欢喜，别人看到你也不欢喜。</a:t>
            </a:r>
            <a:endParaRPr lang="en-US" sz="2200" b="0" u="none" strike="noStrike">
              <a:solidFill>
                <a:srgbClr val="000000"/>
              </a:solidFill>
              <a:effectLst/>
              <a:uFillTx/>
              <a:latin typeface="Arial"/>
            </a:endParaRPr>
          </a:p>
          <a:p>
            <a:pPr marL="343080" indent="-343080" defTabSz="914400">
              <a:lnSpc>
                <a:spcPct val="150000"/>
              </a:lnSpc>
              <a:spcBef>
                <a:spcPts val="1001"/>
              </a:spcBef>
              <a:buClr>
                <a:srgbClr val="404040"/>
              </a:buClr>
              <a:buFont typeface="Arial"/>
              <a:buChar char="•"/>
            </a:pPr>
            <a:r>
              <a:rPr lang="zh-CN" sz="2200" b="0" u="none" spc="99" strike="noStrike">
                <a:solidFill>
                  <a:schemeClr val="dk1">
                    <a:lumMod val="75000"/>
                    <a:lumOff val="25000"/>
                  </a:schemeClr>
                </a:solidFill>
                <a:effectLst/>
                <a:uFillTx/>
                <a:latin typeface="Arial"/>
                <a:ea typeface="微软雅黑"/>
              </a:rPr>
              <a:t>如果我们认识到，自己每天在享受他人的给予，不仅是父母、亲戚、朋友的帮助关爱，还有社会各行各业的人提供服务，乃至飞鸟鱼虫，都在为地球共建生态环境，就能带着感恩心看待众生，看到一切都心生欢喜。当我们以这样的心看待众生，就会产生亲和力，让众生欢喜，被众生接纳。这种和乐就是幸福的助缘。</a:t>
            </a:r>
            <a:endParaRPr lang="en-US" sz="2200" b="0" u="none" strike="noStrike">
              <a:solidFill>
                <a:srgbClr val="000000"/>
              </a:solidFill>
              <a:effectLst/>
              <a:uFillTx/>
              <a:latin typeface="Arial"/>
            </a:endParaRPr>
          </a:p>
        </p:txBody>
      </p:sp>
      <p:sp>
        <p:nvSpPr>
          <p:cNvPr id="640"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标题"/>
          <p:cNvSpPr/>
          <p:nvPr/>
        </p:nvSpPr>
        <p:spPr>
          <a:xfrm>
            <a:off x="1191960" y="3217680"/>
            <a:ext cx="4785120" cy="2219760"/>
          </a:xfrm>
          <a:prstGeom prst="rect">
            <a:avLst/>
          </a:prstGeom>
          <a:noFill/>
          <a:ln w="0">
            <a:noFill/>
          </a:ln>
        </p:spPr>
        <p:style>
          <a:lnRef idx="0"/>
          <a:fillRef idx="0"/>
          <a:effectRef idx="0"/>
          <a:fontRef idx="minor"/>
        </p:style>
        <p:txBody>
          <a:bodyPr lIns="0" rIns="0" tIns="0" bIns="0" anchor="t">
            <a:noAutofit/>
          </a:bodyPr>
          <a:p>
            <a:pPr defTabSz="914400">
              <a:lnSpc>
                <a:spcPct val="150000"/>
              </a:lnSpc>
            </a:pPr>
            <a:r>
              <a:rPr lang="zh-CN" sz="4000" b="1" u="none" strike="noStrike">
                <a:solidFill>
                  <a:srgbClr val="262626"/>
                </a:solidFill>
                <a:effectLst/>
                <a:uFillTx/>
                <a:latin typeface="Arial"/>
                <a:ea typeface="微软雅黑"/>
              </a:rPr>
              <a:t>修习感恩</a:t>
            </a:r>
            <a:r>
              <a:rPr lang="en-US" sz="4000" b="1" u="none" strike="noStrike">
                <a:solidFill>
                  <a:srgbClr val="262626"/>
                </a:solidFill>
                <a:effectLst/>
                <a:uFillTx/>
                <a:latin typeface="Arial"/>
                <a:ea typeface="微软雅黑"/>
              </a:rPr>
              <a:t>—— </a:t>
            </a:r>
            <a:endParaRPr lang="en-US" sz="4000" b="0" u="none" strike="noStrike">
              <a:solidFill>
                <a:srgbClr val="000000"/>
              </a:solidFill>
              <a:effectLst/>
              <a:uFillTx/>
              <a:latin typeface="Arial"/>
            </a:endParaRPr>
          </a:p>
          <a:p>
            <a:pPr defTabSz="914400">
              <a:lnSpc>
                <a:spcPct val="150000"/>
              </a:lnSpc>
            </a:pPr>
            <a:r>
              <a:rPr lang="zh-CN" sz="4000" b="1" u="none" strike="noStrike">
                <a:solidFill>
                  <a:srgbClr val="262626"/>
                </a:solidFill>
                <a:effectLst/>
                <a:uFillTx/>
                <a:latin typeface="Arial"/>
                <a:ea typeface="微软雅黑"/>
              </a:rPr>
              <a:t>感恩日记、因缘之网</a:t>
            </a:r>
            <a:endParaRPr lang="en-US" sz="4000" b="0" u="none" strike="noStrike">
              <a:solidFill>
                <a:srgbClr val="000000"/>
              </a:solidFill>
              <a:effectLst/>
              <a:uFillTx/>
              <a:latin typeface="Arial"/>
            </a:endParaRPr>
          </a:p>
        </p:txBody>
      </p:sp>
      <p:sp>
        <p:nvSpPr>
          <p:cNvPr id="642" name="节编号"/>
          <p:cNvSpPr/>
          <p:nvPr/>
        </p:nvSpPr>
        <p:spPr>
          <a:xfrm>
            <a:off x="1190520" y="1855080"/>
            <a:ext cx="4263840" cy="122328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03</a:t>
            </a:r>
            <a:endParaRPr lang="en-US" sz="5400" b="0" u="none" strike="noStrike">
              <a:solidFill>
                <a:srgbClr val="000000"/>
              </a:solidFill>
              <a:effectLst/>
              <a:uFillTx/>
              <a:latin typeface="Arial"/>
            </a:endParaRPr>
          </a:p>
        </p:txBody>
      </p:sp>
      <p:sp>
        <p:nvSpPr>
          <p:cNvPr id="643" name="弦形 2"/>
          <p:cNvSpPr/>
          <p:nvPr/>
        </p:nvSpPr>
        <p:spPr>
          <a:xfrm>
            <a:off x="10685880" y="1906920"/>
            <a:ext cx="3002040" cy="302904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12"/>
          </p:nvPr>
        </p:nvSpPr>
        <p:spPr/>
        <p:txBody>
          <a:bodyPr/>
          <a:p>
            <a:fld id="{166DF4AF-BFAF-4689-9A95-B5E5C72CE2C6}" type="slidenum">
              <a:t>13</a:t>
            </a:fld>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4" name="PlaceHolder 1"/>
          <p:cNvSpPr>
            <a:spLocks noGrp="1"/>
          </p:cNvSpPr>
          <p:nvPr>
            <p:ph type="title"/>
          </p:nvPr>
        </p:nvSpPr>
        <p:spPr>
          <a:xfrm>
            <a:off x="1193040" y="2571120"/>
            <a:ext cx="4293000" cy="2219760"/>
          </a:xfrm>
          <a:prstGeom prst="rect">
            <a:avLst/>
          </a:prstGeom>
          <a:noFill/>
          <a:ln w="0">
            <a:noFill/>
          </a:ln>
        </p:spPr>
        <p:txBody>
          <a:bodyPr lIns="0" rIns="0" tIns="0" bIns="0" anchor="t">
            <a:noAutofit/>
          </a:bodyPr>
          <a:p>
            <a:pPr indent="0" defTabSz="914400">
              <a:lnSpc>
                <a:spcPct val="150000"/>
              </a:lnSpc>
              <a:buNone/>
              <a:tabLst>
                <a:tab algn="l" pos="0"/>
              </a:tabLst>
            </a:pPr>
            <a:r>
              <a:rPr lang="en-US" sz="5400" b="1" u="none" strike="noStrike">
                <a:solidFill>
                  <a:schemeClr val="accent4">
                    <a:lumMod val="50000"/>
                  </a:schemeClr>
                </a:solidFill>
                <a:effectLst/>
                <a:uFillTx/>
                <a:latin typeface="Arial"/>
                <a:ea typeface="微软雅黑"/>
              </a:rPr>
              <a:t>1. </a:t>
            </a:r>
            <a:r>
              <a:rPr lang="zh-CN" sz="5400" b="1" u="none" strike="noStrike">
                <a:solidFill>
                  <a:schemeClr val="accent4">
                    <a:lumMod val="50000"/>
                  </a:schemeClr>
                </a:solidFill>
                <a:effectLst/>
                <a:uFillTx/>
                <a:latin typeface="Arial"/>
                <a:ea typeface="微软雅黑"/>
              </a:rPr>
              <a:t>感恩日记</a:t>
            </a:r>
            <a:endParaRPr lang="en-US" sz="5400" b="0" u="none" strike="noStrike">
              <a:solidFill>
                <a:srgbClr val="000000"/>
              </a:solidFill>
              <a:effectLst/>
              <a:uFillTx/>
              <a:latin typeface="Arial"/>
            </a:endParaRPr>
          </a:p>
        </p:txBody>
      </p:sp>
      <p:sp>
        <p:nvSpPr>
          <p:cNvPr id="645" name="椭圆 5"/>
          <p:cNvSpPr/>
          <p:nvPr/>
        </p:nvSpPr>
        <p:spPr>
          <a:xfrm>
            <a:off x="-1349280" y="-85968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46" name="项标题" descr="7b0a202020202262756c6c6574223a20227b5c2263617465676f727949645c223a5c225c222c5c2274656d706c61746549645c223a32303233313638347d220a7d0a"/>
          <p:cNvSpPr/>
          <p:nvPr/>
        </p:nvSpPr>
        <p:spPr>
          <a:xfrm>
            <a:off x="1191960" y="3764160"/>
            <a:ext cx="5974560" cy="13694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看见并感恩生活中的点滴美好</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647"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48" name="PlaceHolder 1"/>
          <p:cNvSpPr>
            <a:spLocks noGrp="1"/>
          </p:cNvSpPr>
          <p:nvPr>
            <p:ph type="title"/>
          </p:nvPr>
        </p:nvSpPr>
        <p:spPr>
          <a:xfrm>
            <a:off x="695880" y="360000"/>
            <a:ext cx="10799280" cy="719280"/>
          </a:xfrm>
          <a:prstGeom prst="rect">
            <a:avLst/>
          </a:prstGeom>
          <a:noFill/>
          <a:ln w="0">
            <a:noFill/>
          </a:ln>
        </p:spPr>
        <p:txBody>
          <a:bodyPr lIns="91440" rIns="91440" tIns="45720" bIns="45720" anchor="ctr">
            <a:normAutofit fontScale="77500" lnSpcReduction="19999"/>
          </a:bodyPr>
          <a:p>
            <a:pPr indent="0" algn="ctr" defTabSz="914400">
              <a:lnSpc>
                <a:spcPct val="150000"/>
              </a:lnSpc>
              <a:buNone/>
              <a:tabLst>
                <a:tab algn="l" pos="0"/>
              </a:tabLst>
            </a:pPr>
            <a:r>
              <a:rPr lang="zh-CN" sz="4400" b="0" u="none" strike="noStrike">
                <a:solidFill>
                  <a:schemeClr val="accent1">
                    <a:lumMod val="50000"/>
                  </a:schemeClr>
                </a:solidFill>
                <a:effectLst/>
                <a:uFillTx/>
                <a:latin typeface="Arial"/>
                <a:ea typeface="微软雅黑"/>
              </a:rPr>
              <a:t>现场练习：感恩日记</a:t>
            </a:r>
            <a:endParaRPr lang="en-US" sz="4400" b="0" u="none" strike="noStrike">
              <a:solidFill>
                <a:srgbClr val="000000"/>
              </a:solidFill>
              <a:effectLst/>
              <a:uFillTx/>
              <a:latin typeface="Arial"/>
            </a:endParaRPr>
          </a:p>
        </p:txBody>
      </p:sp>
      <p:sp>
        <p:nvSpPr>
          <p:cNvPr id="649" name="PlaceHolder 2"/>
          <p:cNvSpPr>
            <a:spLocks noGrp="1"/>
          </p:cNvSpPr>
          <p:nvPr>
            <p:ph/>
          </p:nvPr>
        </p:nvSpPr>
        <p:spPr>
          <a:xfrm>
            <a:off x="695880" y="1301760"/>
            <a:ext cx="10799280" cy="4872960"/>
          </a:xfrm>
          <a:prstGeom prst="rect">
            <a:avLst/>
          </a:prstGeom>
          <a:noFill/>
          <a:ln w="0">
            <a:noFill/>
          </a:ln>
        </p:spPr>
        <p:txBody>
          <a:bodyPr lIns="0" rIns="0" tIns="0" bIns="0" anchor="t">
            <a:noAutofit/>
          </a:bodyPr>
          <a:p>
            <a:pPr indent="0">
              <a:spcBef>
                <a:spcPts val="1417"/>
              </a:spcBef>
              <a:buNone/>
            </a:pPr>
            <a:endParaRPr lang="en-US" sz="1800" b="0" u="none" strike="noStrike">
              <a:solidFill>
                <a:srgbClr val="000000"/>
              </a:solidFill>
              <a:effectLst/>
              <a:uFillTx/>
              <a:latin typeface="Arial"/>
            </a:endParaRPr>
          </a:p>
        </p:txBody>
      </p:sp>
      <p:sp>
        <p:nvSpPr>
          <p:cNvPr id="650" name="文本框 5"/>
          <p:cNvSpPr/>
          <p:nvPr/>
        </p:nvSpPr>
        <p:spPr>
          <a:xfrm>
            <a:off x="900360" y="1423080"/>
            <a:ext cx="10158480" cy="4660920"/>
          </a:xfrm>
          <a:prstGeom prst="rect">
            <a:avLst/>
          </a:prstGeom>
          <a:noFill/>
          <a:ln w="0">
            <a:noFill/>
          </a:ln>
        </p:spPr>
        <p:style>
          <a:lnRef idx="0"/>
          <a:fillRef idx="0"/>
          <a:effectRef idx="0"/>
          <a:fontRef idx="minor"/>
        </p:style>
        <p:txBody>
          <a:bodyPr lIns="90000" rIns="90000" tIns="45000" bIns="45000" anchor="t">
            <a:spAutoFit/>
          </a:bodyPr>
          <a:p>
            <a:pPr defTabSz="914400">
              <a:lnSpc>
                <a:spcPct val="150000"/>
              </a:lnSpc>
              <a:tabLst>
                <a:tab algn="l" pos="0"/>
              </a:tabLst>
            </a:pPr>
            <a:r>
              <a:rPr lang="zh-CN" sz="2200" b="0" u="none" strike="noStrike">
                <a:solidFill>
                  <a:schemeClr val="dk1"/>
                </a:solidFill>
                <a:effectLst/>
                <a:uFillTx/>
                <a:latin typeface="Arial"/>
                <a:ea typeface="微软雅黑"/>
              </a:rPr>
              <a:t>仔细观察生活中值得感恩的人、事、物，用手机或纸笔写下来，多多益善。并评估自己对每一项的“感恩程度”（</a:t>
            </a:r>
            <a:r>
              <a:rPr lang="en-US" sz="2200" b="0" u="none" strike="noStrike">
                <a:solidFill>
                  <a:schemeClr val="dk1"/>
                </a:solidFill>
                <a:effectLst/>
                <a:uFillTx/>
                <a:latin typeface="Arial"/>
                <a:ea typeface="微软雅黑"/>
              </a:rPr>
              <a:t>1-5</a:t>
            </a:r>
            <a:r>
              <a:rPr lang="zh-CN" sz="2200" b="0" u="none" strike="noStrike">
                <a:solidFill>
                  <a:schemeClr val="dk1"/>
                </a:solidFill>
                <a:effectLst/>
                <a:uFillTx/>
                <a:latin typeface="Arial"/>
                <a:ea typeface="微软雅黑"/>
              </a:rPr>
              <a:t>分，</a:t>
            </a:r>
            <a:r>
              <a:rPr lang="en-US" sz="2200" b="0" u="none" strike="noStrike">
                <a:solidFill>
                  <a:schemeClr val="dk1"/>
                </a:solidFill>
                <a:effectLst/>
                <a:uFillTx/>
                <a:latin typeface="Arial"/>
                <a:ea typeface="微软雅黑"/>
              </a:rPr>
              <a:t>5</a:t>
            </a:r>
            <a:r>
              <a:rPr lang="zh-CN" sz="2200" b="0" u="none" strike="noStrike">
                <a:solidFill>
                  <a:schemeClr val="dk1"/>
                </a:solidFill>
                <a:effectLst/>
                <a:uFillTx/>
                <a:latin typeface="Arial"/>
                <a:ea typeface="微软雅黑"/>
              </a:rPr>
              <a:t>分代表非常感恩）。</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1</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2</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a:t>
            </a:r>
            <a:r>
              <a:rPr lang="en-US" sz="2200" b="0" u="none" strike="noStrike">
                <a:solidFill>
                  <a:schemeClr val="dk1"/>
                </a:solidFill>
                <a:effectLst/>
                <a:uFillTx/>
                <a:latin typeface="Arial"/>
                <a:ea typeface="微软雅黑"/>
              </a:rPr>
              <a:t>_____________________________</a:t>
            </a:r>
            <a:endParaRPr lang="en-US" sz="2200" b="0" u="none" strike="noStrike">
              <a:solidFill>
                <a:srgbClr val="000000"/>
              </a:solidFill>
              <a:effectLst/>
              <a:uFillTx/>
              <a:latin typeface="Arial"/>
            </a:endParaRPr>
          </a:p>
          <a:p>
            <a:pPr marL="457200" defTabSz="914400">
              <a:lnSpc>
                <a:spcPct val="150000"/>
              </a:lnSpc>
              <a:tabLst>
                <a:tab algn="l" pos="0"/>
              </a:tabLst>
            </a:pPr>
            <a:r>
              <a:rPr lang="en-US" sz="2200" b="0" u="none" strike="noStrike">
                <a:solidFill>
                  <a:schemeClr val="dk1"/>
                </a:solidFill>
                <a:effectLst/>
                <a:uFillTx/>
                <a:latin typeface="Arial"/>
                <a:ea typeface="微软雅黑"/>
              </a:rPr>
              <a:t>······</a:t>
            </a:r>
            <a:endParaRPr lang="en-US" sz="2200" b="0" u="none" strike="noStrike">
              <a:solidFill>
                <a:srgbClr val="000000"/>
              </a:solidFill>
              <a:effectLst/>
              <a:uFillTx/>
              <a:latin typeface="Arial"/>
            </a:endParaRPr>
          </a:p>
          <a:p>
            <a:pPr marL="457200" algn="ctr" defTabSz="914400">
              <a:lnSpc>
                <a:spcPct val="150000"/>
              </a:lnSpc>
              <a:tabLst>
                <a:tab algn="l" pos="0"/>
              </a:tabLst>
            </a:pPr>
            <a:endParaRPr lang="en-US" sz="2200" b="0" u="none" strike="noStrike">
              <a:solidFill>
                <a:srgbClr val="000000"/>
              </a:solidFill>
              <a:effectLst/>
              <a:uFillTx/>
              <a:latin typeface="Arial"/>
            </a:endParaRPr>
          </a:p>
          <a:p>
            <a:pPr marL="457200" algn="ctr" defTabSz="914400">
              <a:lnSpc>
                <a:spcPct val="150000"/>
              </a:lnSpc>
              <a:tabLst>
                <a:tab algn="l" pos="0"/>
              </a:tabLst>
            </a:pPr>
            <a:endParaRPr lang="en-US" sz="2200" b="0" u="none" strike="noStrike">
              <a:solidFill>
                <a:srgbClr val="000000"/>
              </a:solidFill>
              <a:effectLst/>
              <a:uFillTx/>
              <a:latin typeface="Arial"/>
            </a:endParaRPr>
          </a:p>
          <a:p>
            <a:pPr marL="457200" algn="ctr" defTabSz="914400">
              <a:lnSpc>
                <a:spcPct val="150000"/>
              </a:lnSpc>
              <a:tabLst>
                <a:tab algn="l" pos="0"/>
              </a:tabLst>
            </a:pPr>
            <a:r>
              <a:rPr lang="zh-CN" sz="2200" b="0" u="none" strike="noStrike">
                <a:solidFill>
                  <a:schemeClr val="dk1"/>
                </a:solidFill>
                <a:effectLst/>
                <a:uFillTx/>
                <a:latin typeface="Arial"/>
                <a:ea typeface="微软雅黑"/>
              </a:rPr>
              <a:t>写完后回顾一下，体会内心生起的感恩之心，安住于此</a:t>
            </a:r>
            <a:r>
              <a:rPr lang="en-US" sz="2200" b="0" u="none" strike="noStrike">
                <a:solidFill>
                  <a:schemeClr val="dk1"/>
                </a:solidFill>
                <a:effectLst/>
                <a:uFillTx/>
                <a:latin typeface="Arial"/>
                <a:ea typeface="微软雅黑"/>
              </a:rPr>
              <a:t>30</a:t>
            </a:r>
            <a:r>
              <a:rPr lang="zh-CN" sz="2200" b="0" u="none" strike="noStrike">
                <a:solidFill>
                  <a:schemeClr val="dk1"/>
                </a:solidFill>
                <a:effectLst/>
                <a:uFillTx/>
                <a:latin typeface="Arial"/>
                <a:ea typeface="微软雅黑"/>
              </a:rPr>
              <a:t>秒。</a:t>
            </a:r>
            <a:endParaRPr lang="en-US" sz="2200" b="0" u="none" strike="noStrike">
              <a:solidFill>
                <a:srgbClr val="000000"/>
              </a:solidFill>
              <a:effectLst/>
              <a:uFillTx/>
              <a:latin typeface="Arial"/>
            </a:endParaRPr>
          </a:p>
        </p:txBody>
      </p:sp>
      <p:sp>
        <p:nvSpPr>
          <p:cNvPr id="651" name="文本框 6"/>
          <p:cNvSpPr/>
          <p:nvPr/>
        </p:nvSpPr>
        <p:spPr>
          <a:xfrm>
            <a:off x="2456280" y="4710960"/>
            <a:ext cx="7046640" cy="450720"/>
          </a:xfrm>
          <a:prstGeom prst="rect">
            <a:avLst/>
          </a:prstGeom>
          <a:solidFill>
            <a:schemeClr val="accent3">
              <a:lumMod val="20000"/>
              <a:lumOff val="80000"/>
            </a:schemeClr>
          </a:solidFill>
          <a:ln w="0">
            <a:noFill/>
          </a:ln>
        </p:spPr>
        <p:style>
          <a:lnRef idx="0"/>
          <a:fillRef idx="0"/>
          <a:effectRef idx="0"/>
          <a:fontRef idx="minor"/>
        </p:style>
        <p:txBody>
          <a:bodyPr lIns="90000" rIns="90000" tIns="45000" bIns="45000" anchor="t">
            <a:noAutofit/>
          </a:bodyPr>
          <a:p>
            <a:pPr algn="ctr" defTabSz="914400">
              <a:lnSpc>
                <a:spcPct val="100000"/>
              </a:lnSpc>
            </a:pPr>
            <a:r>
              <a:rPr lang="zh-CN" sz="2200" b="0" u="none" strike="noStrike">
                <a:solidFill>
                  <a:schemeClr val="dk1"/>
                </a:solidFill>
                <a:effectLst/>
                <a:uFillTx/>
                <a:latin typeface="Arial"/>
                <a:ea typeface="微软雅黑"/>
              </a:rPr>
              <a:t>现场练习：计时</a:t>
            </a: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分钟，看看自己能写多少？</a:t>
            </a:r>
            <a:endParaRPr lang="en-US" sz="2200" b="0" u="none" strike="noStrike">
              <a:solidFill>
                <a:srgbClr val="000000"/>
              </a:solidFill>
              <a:effectLst/>
              <a:uFillTx/>
              <a:latin typeface="Arial"/>
            </a:endParaRPr>
          </a:p>
        </p:txBody>
      </p:sp>
      <p:sp>
        <p:nvSpPr>
          <p:cNvPr id="4" name="PlaceHolder 3"/>
          <p:cNvSpPr>
            <a:spLocks noGrp="1"/>
          </p:cNvSpPr>
          <p:nvPr>
            <p:ph type="sldNum" idx="21"/>
          </p:nvPr>
        </p:nvSpPr>
        <p:spPr/>
        <p:txBody>
          <a:bodyPr/>
          <a:p>
            <a:fld id="{84987A61-BEF8-496E-ACE4-B69EA83ACBB1}" type="slidenum">
              <a:t>15</a:t>
            </a:fld>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椭圆 5"/>
          <p:cNvSpPr/>
          <p:nvPr/>
        </p:nvSpPr>
        <p:spPr>
          <a:xfrm>
            <a:off x="-1349280" y="-85968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53" name="项标题" descr="7b0a202020202262756c6c6574223a20227b5c2263617465676f727949645c223a5c225c222c5c2274656d706c61746549645c223a32303233313638347d220a7d0a"/>
          <p:cNvSpPr/>
          <p:nvPr/>
        </p:nvSpPr>
        <p:spPr>
          <a:xfrm>
            <a:off x="5033160" y="3083400"/>
            <a:ext cx="6676200" cy="23666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17"/>
              <a:buBlip>
                <a:blip r:embed="rId1"/>
              </a:buBlip>
            </a:pPr>
            <a:r>
              <a:rPr lang="zh-CN" sz="2400" b="0" u="none" spc="300" strike="noStrike">
                <a:solidFill>
                  <a:schemeClr val="dk1">
                    <a:lumMod val="85000"/>
                    <a:lumOff val="15000"/>
                  </a:schemeClr>
                </a:solidFill>
                <a:effectLst/>
                <a:uFillTx/>
                <a:latin typeface="Arial"/>
                <a:ea typeface="微软雅黑"/>
              </a:rPr>
              <a:t>分享自己的感恩日记</a:t>
            </a:r>
            <a:endParaRPr lang="en-US" sz="2400" b="0" u="none" strike="noStrike">
              <a:solidFill>
                <a:srgbClr val="000000"/>
              </a:solidFill>
              <a:effectLst/>
              <a:uFillTx/>
              <a:latin typeface="Arial"/>
            </a:endParaRPr>
          </a:p>
          <a:p>
            <a:pPr marL="343080" indent="-343080" defTabSz="914400">
              <a:lnSpc>
                <a:spcPct val="150000"/>
              </a:lnSpc>
              <a:buSzPct val="100017"/>
              <a:buBlip>
                <a:blip r:embed="rId2"/>
              </a:buBlip>
            </a:pPr>
            <a:r>
              <a:rPr lang="zh-CN" sz="2400" b="0" u="none" spc="300" strike="noStrike">
                <a:solidFill>
                  <a:schemeClr val="dk1">
                    <a:lumMod val="85000"/>
                    <a:lumOff val="15000"/>
                  </a:schemeClr>
                </a:solidFill>
                <a:effectLst/>
                <a:uFillTx/>
                <a:latin typeface="Arial"/>
                <a:ea typeface="微软雅黑"/>
              </a:rPr>
              <a:t>练习过程中有哪些感触？</a:t>
            </a:r>
            <a:endParaRPr lang="en-US" sz="2400" b="0" u="none" strike="noStrike">
              <a:solidFill>
                <a:srgbClr val="000000"/>
              </a:solidFill>
              <a:effectLst/>
              <a:uFillTx/>
              <a:latin typeface="Arial"/>
            </a:endParaRPr>
          </a:p>
          <a:p>
            <a:pPr marL="343080" indent="-343080" defTabSz="914400">
              <a:lnSpc>
                <a:spcPct val="150000"/>
              </a:lnSpc>
              <a:buSzPct val="100017"/>
              <a:buBlip>
                <a:blip r:embed="rId3"/>
              </a:buBlip>
            </a:pPr>
            <a:r>
              <a:rPr lang="zh-CN" sz="2400" b="0" u="none" spc="300" strike="noStrike">
                <a:solidFill>
                  <a:schemeClr val="dk1">
                    <a:lumMod val="85000"/>
                    <a:lumOff val="15000"/>
                  </a:schemeClr>
                </a:solidFill>
                <a:effectLst/>
                <a:uFillTx/>
                <a:latin typeface="Arial"/>
                <a:ea typeface="微软雅黑"/>
              </a:rPr>
              <a:t>这个简单的练习，有什么作用？我需要持续做吗？为什么？</a:t>
            </a:r>
            <a:endParaRPr lang="en-US" sz="2400" b="0" u="none" strike="noStrike">
              <a:solidFill>
                <a:srgbClr val="000000"/>
              </a:solidFill>
              <a:effectLst/>
              <a:uFillTx/>
              <a:latin typeface="Arial"/>
            </a:endParaRPr>
          </a:p>
        </p:txBody>
      </p:sp>
      <p:sp>
        <p:nvSpPr>
          <p:cNvPr id="654" name="标题 3"/>
          <p:cNvSpPr/>
          <p:nvPr/>
        </p:nvSpPr>
        <p:spPr>
          <a:xfrm>
            <a:off x="5244480" y="1949400"/>
            <a:ext cx="5438160" cy="925200"/>
          </a:xfrm>
          <a:prstGeom prst="rect">
            <a:avLst/>
          </a:prstGeom>
          <a:noFill/>
          <a:ln w="0">
            <a:noFill/>
          </a:ln>
        </p:spPr>
        <p:style>
          <a:lnRef idx="0"/>
          <a:fillRef idx="0"/>
          <a:effectRef idx="0"/>
          <a:fontRef idx="minor"/>
        </p:style>
        <p:txBody>
          <a:bodyPr lIns="0" rIns="0" tIns="0" bIns="0" anchor="b">
            <a:normAutofit/>
          </a:bodyPr>
          <a:p>
            <a:pPr defTabSz="914400">
              <a:lnSpc>
                <a:spcPct val="100000"/>
              </a:lnSpc>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title"/>
          </p:nvPr>
        </p:nvSpPr>
        <p:spPr>
          <a:xfrm>
            <a:off x="5551920" y="1039320"/>
            <a:ext cx="5575320" cy="786600"/>
          </a:xfrm>
          <a:prstGeom prst="rect">
            <a:avLst/>
          </a:prstGeom>
          <a:noFill/>
          <a:ln w="0">
            <a:noFill/>
          </a:ln>
        </p:spPr>
        <p:txBody>
          <a:bodyPr lIns="0" rIns="0" tIns="0" bIns="0" anchor="b" vert="eaVert">
            <a:normAutofit fontScale="32500" lnSpcReduction="19999"/>
          </a:bodyPr>
          <a:p>
            <a:pPr indent="0" defTabSz="914400">
              <a:lnSpc>
                <a:spcPct val="150000"/>
              </a:lnSpc>
              <a:buNone/>
              <a:tabLst>
                <a:tab algn="l" pos="0"/>
              </a:tabLst>
            </a:pPr>
            <a:r>
              <a:rPr lang="zh-CN" sz="4000" b="1" u="none" strike="noStrike">
                <a:solidFill>
                  <a:schemeClr val="accent4">
                    <a:lumMod val="50000"/>
                  </a:schemeClr>
                </a:solidFill>
                <a:effectLst/>
                <a:uFillTx/>
                <a:latin typeface="Arial"/>
                <a:ea typeface="微软雅黑"/>
              </a:rPr>
              <a:t>感恩需要刻意修习</a:t>
            </a:r>
            <a:endParaRPr lang="en-US" sz="4000" b="0" u="none" strike="noStrike">
              <a:solidFill>
                <a:srgbClr val="000000"/>
              </a:solidFill>
              <a:effectLst/>
              <a:uFillTx/>
              <a:latin typeface="Arial"/>
            </a:endParaRPr>
          </a:p>
        </p:txBody>
      </p:sp>
      <p:sp>
        <p:nvSpPr>
          <p:cNvPr id="656" name="椭圆 5"/>
          <p:cNvSpPr/>
          <p:nvPr/>
        </p:nvSpPr>
        <p:spPr>
          <a:xfrm>
            <a:off x="-1349280" y="-85968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57" name="项标题" descr="7b0a202020202262756c6c6574223a20227b5c2263617465676f727949645c223a5c225c222c5c2274656d706c61746549645c223a32303233313638347d220a7d0a"/>
          <p:cNvSpPr/>
          <p:nvPr/>
        </p:nvSpPr>
        <p:spPr>
          <a:xfrm>
            <a:off x="5320080" y="2187720"/>
            <a:ext cx="6426000" cy="397116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如果我们没有留心关注自己拥有的一切</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就会不自觉地被负面的事物所吸引。</a:t>
            </a:r>
            <a:endParaRPr lang="en-US" sz="2200" b="0" u="none" strike="noStrike">
              <a:solidFill>
                <a:srgbClr val="000000"/>
              </a:solidFill>
              <a:effectLst/>
              <a:uFillTx/>
              <a:latin typeface="Arial"/>
            </a:endParaRPr>
          </a:p>
          <a:p>
            <a:pPr marL="343080" indent="-343080" defTabSz="914400">
              <a:lnSpc>
                <a:spcPct val="150000"/>
              </a:lnSpc>
              <a:buSzPct val="100000"/>
              <a:buBlip>
                <a:blip r:embed="rId2"/>
              </a:buBlip>
            </a:pPr>
            <a:r>
              <a:rPr lang="zh-CN" sz="2200" b="0" u="none" spc="300" strike="noStrike">
                <a:solidFill>
                  <a:schemeClr val="dk1">
                    <a:lumMod val="85000"/>
                    <a:lumOff val="15000"/>
                  </a:schemeClr>
                </a:solidFill>
                <a:effectLst/>
                <a:uFillTx/>
                <a:latin typeface="Arial"/>
                <a:ea typeface="微软雅黑"/>
              </a:rPr>
              <a:t>当我们将焦点放在负面事物上</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它们就会不断涌现</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更重要的是</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过于关注负面事物会屏蔽幸福。</a:t>
            </a:r>
            <a:endParaRPr lang="en-US" sz="2200" b="0" u="none" strike="noStrike">
              <a:solidFill>
                <a:srgbClr val="000000"/>
              </a:solidFill>
              <a:effectLst/>
              <a:uFillTx/>
              <a:latin typeface="Arial"/>
            </a:endParaRPr>
          </a:p>
          <a:p>
            <a:pPr marL="343080" indent="-343080" defTabSz="914400">
              <a:lnSpc>
                <a:spcPct val="150000"/>
              </a:lnSpc>
              <a:buSzPct val="100000"/>
              <a:buBlip>
                <a:blip r:embed="rId3"/>
              </a:buBlip>
            </a:pPr>
            <a:r>
              <a:rPr lang="zh-CN" sz="2200" b="0" u="none" spc="300" strike="noStrike">
                <a:solidFill>
                  <a:schemeClr val="dk1">
                    <a:lumMod val="85000"/>
                    <a:lumOff val="15000"/>
                  </a:schemeClr>
                </a:solidFill>
                <a:effectLst/>
                <a:uFillTx/>
                <a:latin typeface="Arial"/>
                <a:ea typeface="微软雅黑"/>
              </a:rPr>
              <a:t>让自己尽可能多地心存感恩</a:t>
            </a:r>
            <a:r>
              <a:rPr lang="en-US" sz="2200" b="0" u="none" spc="300" strike="noStrike">
                <a:solidFill>
                  <a:schemeClr val="dk1">
                    <a:lumMod val="85000"/>
                    <a:lumOff val="15000"/>
                  </a:schemeClr>
                </a:solidFill>
                <a:effectLst/>
                <a:uFillTx/>
                <a:latin typeface="Arial"/>
                <a:ea typeface="微软雅黑"/>
              </a:rPr>
              <a:t>,</a:t>
            </a:r>
            <a:r>
              <a:rPr lang="zh-CN" sz="2200" b="0" u="none" spc="300" strike="noStrike">
                <a:solidFill>
                  <a:schemeClr val="dk1">
                    <a:lumMod val="85000"/>
                    <a:lumOff val="15000"/>
                  </a:schemeClr>
                </a:solidFill>
                <a:effectLst/>
                <a:uFillTx/>
                <a:latin typeface="Arial"/>
                <a:ea typeface="微软雅黑"/>
              </a:rPr>
              <a:t>将给自己带来最美好的“生命体验”和最“富足”的人生。</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title"/>
          </p:nvPr>
        </p:nvSpPr>
        <p:spPr>
          <a:xfrm>
            <a:off x="1193040" y="2498760"/>
            <a:ext cx="4293000" cy="2219760"/>
          </a:xfrm>
          <a:prstGeom prst="rect">
            <a:avLst/>
          </a:prstGeom>
          <a:noFill/>
          <a:ln w="0">
            <a:noFill/>
          </a:ln>
        </p:spPr>
        <p:txBody>
          <a:bodyPr lIns="0" rIns="0" tIns="0" bIns="0" anchor="t">
            <a:noAutofit/>
          </a:bodyPr>
          <a:p>
            <a:pPr indent="0" defTabSz="914400">
              <a:lnSpc>
                <a:spcPct val="150000"/>
              </a:lnSpc>
              <a:buNone/>
              <a:tabLst>
                <a:tab algn="l" pos="0"/>
              </a:tabLst>
            </a:pPr>
            <a:r>
              <a:rPr lang="en-US" sz="5400" b="1" u="none" strike="noStrike">
                <a:solidFill>
                  <a:schemeClr val="accent4">
                    <a:lumMod val="50000"/>
                  </a:schemeClr>
                </a:solidFill>
                <a:effectLst/>
                <a:uFillTx/>
                <a:latin typeface="Arial"/>
                <a:ea typeface="微软雅黑"/>
              </a:rPr>
              <a:t>2. </a:t>
            </a:r>
            <a:r>
              <a:rPr lang="zh-CN" sz="5400" b="1" u="none" strike="noStrike">
                <a:solidFill>
                  <a:schemeClr val="accent4">
                    <a:lumMod val="50000"/>
                  </a:schemeClr>
                </a:solidFill>
                <a:effectLst/>
                <a:uFillTx/>
                <a:latin typeface="Arial"/>
                <a:ea typeface="微软雅黑"/>
              </a:rPr>
              <a:t>因缘之网</a:t>
            </a:r>
            <a:endParaRPr lang="en-US" sz="5400" b="0" u="none" strike="noStrike">
              <a:solidFill>
                <a:srgbClr val="000000"/>
              </a:solidFill>
              <a:effectLst/>
              <a:uFillTx/>
              <a:latin typeface="Arial"/>
            </a:endParaRPr>
          </a:p>
        </p:txBody>
      </p:sp>
      <p:sp>
        <p:nvSpPr>
          <p:cNvPr id="659" name="椭圆 5"/>
          <p:cNvSpPr/>
          <p:nvPr/>
        </p:nvSpPr>
        <p:spPr>
          <a:xfrm>
            <a:off x="-1349280" y="-85968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60" name="项标题" descr="7b0a202020202262756c6c6574223a20227b5c2263617465676f727949645c223a5c225c222c5c2274656d706c61746549645c223a32303233313638347d220a7d0a"/>
          <p:cNvSpPr/>
          <p:nvPr/>
        </p:nvSpPr>
        <p:spPr>
          <a:xfrm>
            <a:off x="1191960" y="3764160"/>
            <a:ext cx="5974560" cy="1369440"/>
          </a:xfrm>
          <a:prstGeom prst="rect">
            <a:avLst/>
          </a:prstGeom>
          <a:noFill/>
          <a:ln w="0">
            <a:noFill/>
          </a:ln>
        </p:spPr>
        <p:style>
          <a:lnRef idx="0"/>
          <a:fillRef idx="0"/>
          <a:effectRef idx="0"/>
          <a:fontRef idx="minor"/>
        </p:style>
        <p:txBody>
          <a:bodyPr lIns="0" rIns="0" tIns="0" bIns="0" anchor="ctr">
            <a:noAutofit/>
          </a:bodyPr>
          <a:p>
            <a:pPr marL="343080" indent="-343080" defTabSz="914400">
              <a:lnSpc>
                <a:spcPct val="150000"/>
              </a:lnSpc>
              <a:buSzPct val="100000"/>
              <a:buBlip>
                <a:blip r:embed="rId1"/>
              </a:buBlip>
            </a:pPr>
            <a:r>
              <a:rPr lang="zh-CN" sz="2200" b="0" u="none" spc="300" strike="noStrike">
                <a:solidFill>
                  <a:schemeClr val="dk1">
                    <a:lumMod val="85000"/>
                    <a:lumOff val="15000"/>
                  </a:schemeClr>
                </a:solidFill>
                <a:effectLst/>
                <a:uFillTx/>
                <a:latin typeface="Arial"/>
                <a:ea typeface="微软雅黑"/>
              </a:rPr>
              <a:t>每一份美好都是缘起而非独立存在的，由无数众生与因缘条件共同成就。</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矩形 15"/>
          <p:cNvSpPr/>
          <p:nvPr/>
        </p:nvSpPr>
        <p:spPr>
          <a:xfrm>
            <a:off x="8235360" y="0"/>
            <a:ext cx="3946320" cy="685728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微软雅黑"/>
              <a:ea typeface="微软雅黑"/>
            </a:endParaRPr>
          </a:p>
        </p:txBody>
      </p:sp>
      <p:sp>
        <p:nvSpPr>
          <p:cNvPr id="662" name="内容占位符 2"/>
          <p:cNvSpPr/>
          <p:nvPr/>
        </p:nvSpPr>
        <p:spPr>
          <a:xfrm>
            <a:off x="371520" y="1283400"/>
            <a:ext cx="7863120" cy="4616280"/>
          </a:xfrm>
          <a:prstGeom prst="rect">
            <a:avLst/>
          </a:prstGeom>
          <a:noFill/>
          <a:ln w="0">
            <a:noFill/>
          </a:ln>
        </p:spPr>
        <p:style>
          <a:lnRef idx="0"/>
          <a:fillRef idx="0"/>
          <a:effectRef idx="0"/>
          <a:fontRef idx="minor"/>
        </p:style>
        <p:txBody>
          <a:bodyPr lIns="90000" rIns="90000" tIns="46800" bIns="46800" anchor="t">
            <a:noAutofit/>
          </a:bodyPr>
          <a:p>
            <a:pPr marL="228600" indent="-228600" defTabSz="914400">
              <a:lnSpc>
                <a:spcPct val="150000"/>
              </a:lnSpc>
              <a:spcAft>
                <a:spcPts val="1001"/>
              </a:spcAft>
              <a:buClr>
                <a:srgbClr val="262626"/>
              </a:buClr>
              <a:buFont typeface="Arial"/>
              <a:buChar char="●"/>
            </a:pPr>
            <a:r>
              <a:rPr lang="zh-CN" sz="2000" b="0" u="none" spc="150" strike="noStrike">
                <a:solidFill>
                  <a:schemeClr val="dk1">
                    <a:lumMod val="85000"/>
                    <a:lumOff val="15000"/>
                  </a:schemeClr>
                </a:solidFill>
                <a:effectLst/>
                <a:uFillTx/>
                <a:latin typeface="Arial"/>
                <a:ea typeface="微软雅黑"/>
              </a:rPr>
              <a:t>我们不是孤立地生活在这个世界，需要父母养育，需要老师教导，长大成人后，依然离不开社会大众的给予。否则，我们就要自己种田，自己织布，自己制造生活所需。仅仅是每天的衣食住行，我们就得到了众生多少帮助，多少付出啊。所以说，</a:t>
            </a:r>
            <a:r>
              <a:rPr lang="zh-CN" sz="2000" b="0" u="none" spc="150" strike="noStrike">
                <a:solidFill>
                  <a:schemeClr val="accent2">
                    <a:lumMod val="75000"/>
                  </a:schemeClr>
                </a:solidFill>
                <a:effectLst/>
                <a:uFillTx/>
                <a:latin typeface="Arial"/>
                <a:ea typeface="微软雅黑"/>
              </a:rPr>
              <a:t>每个众生都是对我们有恩的人</a:t>
            </a:r>
            <a:r>
              <a:rPr lang="zh-CN" sz="2000" b="0" u="none" spc="150" strike="noStrike">
                <a:solidFill>
                  <a:schemeClr val="dk1">
                    <a:lumMod val="85000"/>
                    <a:lumOff val="15000"/>
                  </a:schemeClr>
                </a:solidFill>
                <a:effectLst/>
                <a:uFillTx/>
                <a:latin typeface="Arial"/>
                <a:ea typeface="微软雅黑"/>
              </a:rPr>
              <a:t>，是需要我们用感恩心回报的。</a:t>
            </a:r>
            <a:endParaRPr lang="en-US" sz="2000" b="0" u="none" strike="noStrike">
              <a:solidFill>
                <a:srgbClr val="000000"/>
              </a:solidFill>
              <a:effectLst/>
              <a:uFillTx/>
              <a:latin typeface="Arial"/>
            </a:endParaRPr>
          </a:p>
          <a:p>
            <a:pPr marL="228600" indent="-228600" defTabSz="914400">
              <a:lnSpc>
                <a:spcPct val="150000"/>
              </a:lnSpc>
              <a:spcAft>
                <a:spcPts val="1001"/>
              </a:spcAft>
              <a:buClr>
                <a:srgbClr val="262626"/>
              </a:buClr>
              <a:buFont typeface="Arial"/>
              <a:buChar char="●"/>
            </a:pPr>
            <a:r>
              <a:rPr lang="zh-CN" sz="2000" b="0" u="none" spc="150" strike="noStrike">
                <a:solidFill>
                  <a:schemeClr val="dk1">
                    <a:lumMod val="85000"/>
                    <a:lumOff val="15000"/>
                  </a:schemeClr>
                </a:solidFill>
                <a:effectLst/>
                <a:uFillTx/>
                <a:latin typeface="Arial"/>
                <a:ea typeface="微软雅黑"/>
              </a:rPr>
              <a:t>现代人比较注重</a:t>
            </a:r>
            <a:r>
              <a:rPr lang="en-US" sz="2000" b="0" u="none" spc="150" strike="noStrike">
                <a:solidFill>
                  <a:schemeClr val="dk1">
                    <a:lumMod val="85000"/>
                    <a:lumOff val="15000"/>
                  </a:schemeClr>
                </a:solidFill>
                <a:effectLst/>
                <a:uFillTx/>
                <a:latin typeface="Arial"/>
                <a:ea typeface="微软雅黑"/>
              </a:rPr>
              <a:t>“自我”的感受，而从佛法来看，这个“自我”无非是一场彻头彻尾的超级骗局。在这种感受的误导下，人们很容易将自己和世界对立起来，甚至将每个人视为潜在的敌人，导致孤独、自闭乃至抑郁等心理疾病。如果换个角度，想着每个人都有恩于你，</a:t>
            </a:r>
            <a:r>
              <a:rPr lang="zh-CN" sz="2000" b="0" u="none" spc="150" strike="noStrike">
                <a:solidFill>
                  <a:schemeClr val="accent2">
                    <a:lumMod val="75000"/>
                  </a:schemeClr>
                </a:solidFill>
                <a:effectLst/>
                <a:uFillTx/>
                <a:latin typeface="Arial"/>
                <a:ea typeface="微软雅黑"/>
              </a:rPr>
              <a:t>整个世界都在为你服务</a:t>
            </a:r>
            <a:r>
              <a:rPr lang="zh-CN" sz="2000" b="0" u="none" spc="150" strike="noStrike">
                <a:solidFill>
                  <a:schemeClr val="dk1">
                    <a:lumMod val="85000"/>
                    <a:lumOff val="15000"/>
                  </a:schemeClr>
                </a:solidFill>
                <a:effectLst/>
                <a:uFillTx/>
                <a:latin typeface="Arial"/>
                <a:ea typeface="微软雅黑"/>
              </a:rPr>
              <a:t>，那么，看到任何人都不会觉得陌生。</a:t>
            </a:r>
            <a:endParaRPr lang="en-US" sz="2000" b="0" u="none" strike="noStrike">
              <a:solidFill>
                <a:srgbClr val="000000"/>
              </a:solidFill>
              <a:effectLst/>
              <a:uFillTx/>
              <a:latin typeface="Arial"/>
            </a:endParaRPr>
          </a:p>
        </p:txBody>
      </p:sp>
      <p:grpSp>
        <p:nvGrpSpPr>
          <p:cNvPr id="663" name="组合 295"/>
          <p:cNvGrpSpPr/>
          <p:nvPr/>
        </p:nvGrpSpPr>
        <p:grpSpPr>
          <a:xfrm>
            <a:off x="8426520" y="2294280"/>
            <a:ext cx="456480" cy="455760"/>
            <a:chOff x="8426520" y="2294280"/>
            <a:chExt cx="456480" cy="455760"/>
          </a:xfrm>
        </p:grpSpPr>
        <p:sp>
          <p:nvSpPr>
            <p:cNvPr id="664" name="任意多边形: 形状 1"/>
            <p:cNvSpPr/>
            <p:nvPr/>
          </p:nvSpPr>
          <p:spPr>
            <a:xfrm>
              <a:off x="8612640" y="2342880"/>
              <a:ext cx="360" cy="360"/>
            </a:xfrm>
            <a:custGeom>
              <a:avLst/>
              <a:gdLst>
                <a:gd name="textAreaLeft" fmla="*/ 0 w 360"/>
                <a:gd name="textAreaRight" fmla="*/ 720 w 360"/>
                <a:gd name="textAreaTop" fmla="*/ 0 h 360"/>
                <a:gd name="textAreaBottom" fmla="*/ 720 h 360"/>
              </a:gdLst>
              <a:ahLst/>
              <a:cxnLst/>
              <a:rect l="textAreaLeft" t="textAreaTop" r="textAreaRight" b="textAreaBottom"/>
              <a:pathLst>
                <a:path w="1" h="1">
                  <a:moveTo>
                    <a:pt x="0" y="0"/>
                  </a:moveTo>
                </a:path>
              </a:pathLst>
            </a:custGeom>
            <a:solidFill>
              <a:srgbClr val="f13c73"/>
            </a:solidFill>
            <a:ln>
              <a:noFill/>
            </a:ln>
          </p:spPr>
          <p:style>
            <a:lnRef idx="2">
              <a:schemeClr val="accent1">
                <a:shade val="50000"/>
              </a:schemeClr>
            </a:lnRef>
            <a:fillRef idx="1">
              <a:schemeClr val="accent1"/>
            </a:fillRef>
            <a:effectRef idx="0">
              <a:schemeClr val="accent1"/>
            </a:effectRef>
            <a:fontRef idx="minor"/>
          </p:style>
          <p:txBody>
            <a:bodyPr lIns="90000" rIns="90000" tIns="-44640" bIns="-44640" anchor="ctr">
              <a:noAutofit/>
            </a:bodyPr>
            <a:p>
              <a:pPr algn="ctr" defTabSz="914400">
                <a:lnSpc>
                  <a:spcPct val="100000"/>
                </a:lnSpc>
              </a:pPr>
              <a:endParaRPr lang="en-US" sz="2400" b="0" u="none" strike="noStrike">
                <a:solidFill>
                  <a:srgbClr val="ff0000"/>
                </a:solidFill>
                <a:effectLst/>
                <a:uFillTx/>
                <a:latin typeface="Arial"/>
                <a:ea typeface="微软雅黑"/>
              </a:endParaRPr>
            </a:p>
          </p:txBody>
        </p:sp>
        <p:grpSp>
          <p:nvGrpSpPr>
            <p:cNvPr id="665" name="组合 13"/>
            <p:cNvGrpSpPr/>
            <p:nvPr/>
          </p:nvGrpSpPr>
          <p:grpSpPr>
            <a:xfrm>
              <a:off x="8426520" y="2294280"/>
              <a:ext cx="456480" cy="455760"/>
              <a:chOff x="8426520" y="2294280"/>
              <a:chExt cx="456480" cy="455760"/>
            </a:xfrm>
          </p:grpSpPr>
          <p:sp>
            <p:nvSpPr>
              <p:cNvPr id="666" name="任意多边形: 形状 2"/>
              <p:cNvSpPr/>
              <p:nvPr/>
            </p:nvSpPr>
            <p:spPr>
              <a:xfrm>
                <a:off x="8426520" y="2322360"/>
                <a:ext cx="456480" cy="395280"/>
              </a:xfrm>
              <a:custGeom>
                <a:avLst/>
                <a:gdLst>
                  <a:gd name="textAreaLeft" fmla="*/ 0 w 456480"/>
                  <a:gd name="textAreaRight" fmla="*/ 457200 w 456480"/>
                  <a:gd name="textAreaTop" fmla="*/ 0 h 395280"/>
                  <a:gd name="textAreaBottom" fmla="*/ 396000 h 395280"/>
                  <a:gd name="GluePoint1X" fmla="*/ 3859530 w 5146040"/>
                  <a:gd name="GluePoint1Y" fmla="*/ 0 h 4457700"/>
                  <a:gd name="GluePoint2X" fmla="*/ 1286510 w 5146040"/>
                  <a:gd name="GluePoint2Y" fmla="*/ 0 h 4457700"/>
                  <a:gd name="GluePoint3X" fmla="*/ 0 w 5146040"/>
                  <a:gd name="GluePoint3Y" fmla="*/ 2228850 h 4457700"/>
                  <a:gd name="GluePoint4X" fmla="*/ 1286510 w 5146040"/>
                  <a:gd name="GluePoint4Y" fmla="*/ 4457700 h 4457700"/>
                  <a:gd name="GluePoint5X" fmla="*/ 3859530 w 5146040"/>
                  <a:gd name="GluePoint5Y" fmla="*/ 4457700 h 4457700"/>
                  <a:gd name="GluePoint6X" fmla="*/ 5146040 w 5146040"/>
                  <a:gd name="GluePoint6Y" fmla="*/ 2228850 h 4457700"/>
                  <a:gd name="GluePoint7X" fmla="*/ 3859530 w 5146040"/>
                  <a:gd name="GluePoint7Y" fmla="*/ 0 h 4457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40000"/>
                      <a:lumOff val="60000"/>
                    </a:schemeClr>
                  </a:solidFill>
                  <a:effectLst/>
                  <a:uFillTx/>
                  <a:latin typeface="Arial"/>
                  <a:ea typeface="微软雅黑"/>
                </a:endParaRPr>
              </a:p>
            </p:txBody>
          </p:sp>
          <p:sp>
            <p:nvSpPr>
              <p:cNvPr id="667" name="任意多边形: 形状 3"/>
              <p:cNvSpPr/>
              <p:nvPr/>
            </p:nvSpPr>
            <p:spPr>
              <a:xfrm>
                <a:off x="8429040" y="2302920"/>
                <a:ext cx="446760" cy="433800"/>
              </a:xfrm>
              <a:custGeom>
                <a:avLst/>
                <a:gdLst>
                  <a:gd name="textAreaLeft" fmla="*/ 0 w 446760"/>
                  <a:gd name="textAreaRight" fmla="*/ 447480 w 446760"/>
                  <a:gd name="textAreaTop" fmla="*/ 0 h 433800"/>
                  <a:gd name="textAreaBottom" fmla="*/ 434520 h 433800"/>
                  <a:gd name="GluePoint1X" fmla="*/ 5036820 w 5036820"/>
                  <a:gd name="GluePoint1Y" fmla="*/ 1916430 h 4892040"/>
                  <a:gd name="GluePoint2X" fmla="*/ 3319780 w 5036820"/>
                  <a:gd name="GluePoint2Y" fmla="*/ 0 h 4892040"/>
                  <a:gd name="GluePoint3X" fmla="*/ 800100 w 5036820"/>
                  <a:gd name="GluePoint3Y" fmla="*/ 529590 h 4892040"/>
                  <a:gd name="GluePoint4X" fmla="*/ 0 w 5036820"/>
                  <a:gd name="GluePoint4Y" fmla="*/ 2975610 h 4892040"/>
                  <a:gd name="GluePoint5X" fmla="*/ 1717040 w 5036820"/>
                  <a:gd name="GluePoint5Y" fmla="*/ 4892040 h 4892040"/>
                  <a:gd name="GluePoint6X" fmla="*/ 4236720 w 5036820"/>
                  <a:gd name="GluePoint6Y" fmla="*/ 4362450 h 4892040"/>
                  <a:gd name="GluePoint7X" fmla="*/ 5036820 w 5036820"/>
                  <a:gd name="GluePoint7Y" fmla="*/ 1916430 h 4892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60000"/>
                      <a:lumOff val="40000"/>
                    </a:schemeClr>
                  </a:solidFill>
                  <a:effectLst/>
                  <a:uFillTx/>
                  <a:latin typeface="Arial"/>
                  <a:ea typeface="微软雅黑"/>
                </a:endParaRPr>
              </a:p>
            </p:txBody>
          </p:sp>
          <p:sp>
            <p:nvSpPr>
              <p:cNvPr id="668" name="任意多边形: 形状 4"/>
              <p:cNvSpPr/>
              <p:nvPr/>
            </p:nvSpPr>
            <p:spPr>
              <a:xfrm>
                <a:off x="8446680" y="2294280"/>
                <a:ext cx="407160" cy="455760"/>
              </a:xfrm>
              <a:custGeom>
                <a:avLst/>
                <a:gdLst>
                  <a:gd name="textAreaLeft" fmla="*/ 0 w 407160"/>
                  <a:gd name="textAreaRight" fmla="*/ 407880 w 407160"/>
                  <a:gd name="textAreaTop" fmla="*/ 0 h 455760"/>
                  <a:gd name="textAreaBottom" fmla="*/ 456480 h 455760"/>
                  <a:gd name="GluePoint1X" fmla="*/ 4451350 w 4592320"/>
                  <a:gd name="GluePoint1Y" fmla="*/ 3976370 h 5138420"/>
                  <a:gd name="GluePoint2X" fmla="*/ 4592320 w 4592320"/>
                  <a:gd name="GluePoint2Y" fmla="*/ 1405890 h 5138420"/>
                  <a:gd name="GluePoint3X" fmla="*/ 2437130 w 4592320"/>
                  <a:gd name="GluePoint3Y" fmla="*/ 0 h 5138420"/>
                  <a:gd name="GluePoint4X" fmla="*/ 140970 w 4592320"/>
                  <a:gd name="GluePoint4Y" fmla="*/ 1162050 h 5138420"/>
                  <a:gd name="GluePoint5X" fmla="*/ 0 w 4592320"/>
                  <a:gd name="GluePoint5Y" fmla="*/ 3732530 h 5138420"/>
                  <a:gd name="GluePoint6X" fmla="*/ 2155190 w 4592320"/>
                  <a:gd name="GluePoint6Y" fmla="*/ 5138420 h 5138420"/>
                  <a:gd name="GluePoint7X" fmla="*/ 4451350 w 4592320"/>
                  <a:gd name="GluePoint7Y" fmla="*/ 3976370 h 51384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grpSp>
        <p:sp>
          <p:nvSpPr>
            <p:cNvPr id="669" name="任意多边形: 形状 6"/>
            <p:cNvSpPr/>
            <p:nvPr/>
          </p:nvSpPr>
          <p:spPr>
            <a:xfrm>
              <a:off x="8577000" y="2381040"/>
              <a:ext cx="155880" cy="276840"/>
            </a:xfrm>
            <a:custGeom>
              <a:avLst/>
              <a:gdLst>
                <a:gd name="textAreaLeft" fmla="*/ 0 w 155880"/>
                <a:gd name="textAreaRight" fmla="*/ 156240 w 155880"/>
                <a:gd name="textAreaTop" fmla="*/ 0 h 276840"/>
                <a:gd name="textAreaBottom" fmla="*/ 277200 h 276840"/>
              </a:gdLst>
              <a:ahLst/>
              <a:cxnLst/>
              <a:rect l="textAreaLeft" t="textAreaTop" r="textAreaRight" b="textAreaBottom"/>
              <a:pathLst>
                <a:path w="1762761" h="3124201">
                  <a:moveTo>
                    <a:pt x="765810" y="34290"/>
                  </a:moveTo>
                  <a:lnTo>
                    <a:pt x="1103630" y="33020"/>
                  </a:lnTo>
                  <a:cubicBezTo>
                    <a:pt x="1132840" y="33020"/>
                    <a:pt x="1158240" y="25400"/>
                    <a:pt x="1178560" y="13970"/>
                  </a:cubicBezTo>
                  <a:cubicBezTo>
                    <a:pt x="1201420" y="0"/>
                    <a:pt x="1230630" y="15240"/>
                    <a:pt x="1230630" y="41910"/>
                  </a:cubicBezTo>
                  <a:lnTo>
                    <a:pt x="1242060" y="2278380"/>
                  </a:lnTo>
                  <a:cubicBezTo>
                    <a:pt x="1236980" y="2548890"/>
                    <a:pt x="1291590" y="2602230"/>
                    <a:pt x="1357630" y="2600960"/>
                  </a:cubicBezTo>
                  <a:lnTo>
                    <a:pt x="1607820" y="2599690"/>
                  </a:lnTo>
                  <a:cubicBezTo>
                    <a:pt x="1691640" y="2599690"/>
                    <a:pt x="1761490" y="2667000"/>
                    <a:pt x="1761490" y="2752090"/>
                  </a:cubicBezTo>
                  <a:lnTo>
                    <a:pt x="1762760" y="2962910"/>
                  </a:lnTo>
                  <a:cubicBezTo>
                    <a:pt x="1762760" y="3046730"/>
                    <a:pt x="1695451" y="3116580"/>
                    <a:pt x="1610360" y="3116580"/>
                  </a:cubicBezTo>
                  <a:lnTo>
                    <a:pt x="166371" y="3124200"/>
                  </a:lnTo>
                  <a:cubicBezTo>
                    <a:pt x="82550" y="3124200"/>
                    <a:pt x="12700" y="3056890"/>
                    <a:pt x="12700" y="2971800"/>
                  </a:cubicBezTo>
                  <a:lnTo>
                    <a:pt x="11430" y="2760980"/>
                  </a:lnTo>
                  <a:cubicBezTo>
                    <a:pt x="11430" y="2677160"/>
                    <a:pt x="78740" y="2607310"/>
                    <a:pt x="163830" y="2607310"/>
                  </a:cubicBezTo>
                  <a:lnTo>
                    <a:pt x="389890" y="2606040"/>
                  </a:lnTo>
                  <a:cubicBezTo>
                    <a:pt x="473710" y="2606040"/>
                    <a:pt x="542290" y="2537460"/>
                    <a:pt x="542290" y="2452370"/>
                  </a:cubicBezTo>
                  <a:lnTo>
                    <a:pt x="534670" y="969010"/>
                  </a:lnTo>
                  <a:cubicBezTo>
                    <a:pt x="534670" y="862330"/>
                    <a:pt x="426720" y="788670"/>
                    <a:pt x="326390" y="826770"/>
                  </a:cubicBezTo>
                  <a:cubicBezTo>
                    <a:pt x="276860" y="845820"/>
                    <a:pt x="238760" y="858520"/>
                    <a:pt x="204470" y="869950"/>
                  </a:cubicBezTo>
                  <a:cubicBezTo>
                    <a:pt x="106680" y="902970"/>
                    <a:pt x="3810" y="831850"/>
                    <a:pt x="2540" y="727710"/>
                  </a:cubicBezTo>
                  <a:cubicBezTo>
                    <a:pt x="2540" y="687070"/>
                    <a:pt x="1270" y="647700"/>
                    <a:pt x="1270" y="613410"/>
                  </a:cubicBezTo>
                  <a:cubicBezTo>
                    <a:pt x="0" y="554990"/>
                    <a:pt x="33020" y="502920"/>
                    <a:pt x="83820" y="476250"/>
                  </a:cubicBezTo>
                  <a:cubicBezTo>
                    <a:pt x="307340" y="360680"/>
                    <a:pt x="496570" y="269240"/>
                    <a:pt x="651510" y="87630"/>
                  </a:cubicBezTo>
                  <a:cubicBezTo>
                    <a:pt x="679450" y="54610"/>
                    <a:pt x="721360" y="34290"/>
                    <a:pt x="765810" y="3429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rgbClr val="ff0000"/>
                </a:solidFill>
                <a:effectLst/>
                <a:uFillTx/>
                <a:latin typeface="Arial"/>
                <a:ea typeface="微软雅黑"/>
              </a:endParaRPr>
            </a:p>
          </p:txBody>
        </p:sp>
      </p:grpSp>
      <p:grpSp>
        <p:nvGrpSpPr>
          <p:cNvPr id="670" name="组合 298"/>
          <p:cNvGrpSpPr/>
          <p:nvPr/>
        </p:nvGrpSpPr>
        <p:grpSpPr>
          <a:xfrm>
            <a:off x="8421480" y="4272120"/>
            <a:ext cx="456480" cy="455760"/>
            <a:chOff x="8421480" y="4272120"/>
            <a:chExt cx="456480" cy="455760"/>
          </a:xfrm>
        </p:grpSpPr>
        <p:grpSp>
          <p:nvGrpSpPr>
            <p:cNvPr id="671" name="组合 20"/>
            <p:cNvGrpSpPr/>
            <p:nvPr/>
          </p:nvGrpSpPr>
          <p:grpSpPr>
            <a:xfrm>
              <a:off x="8421480" y="4272120"/>
              <a:ext cx="456480" cy="455760"/>
              <a:chOff x="8421480" y="4272120"/>
              <a:chExt cx="456480" cy="455760"/>
            </a:xfrm>
          </p:grpSpPr>
          <p:sp>
            <p:nvSpPr>
              <p:cNvPr id="672" name="任意多边形: 形状 8"/>
              <p:cNvSpPr/>
              <p:nvPr/>
            </p:nvSpPr>
            <p:spPr>
              <a:xfrm>
                <a:off x="8421480" y="4300200"/>
                <a:ext cx="456480" cy="395280"/>
              </a:xfrm>
              <a:custGeom>
                <a:avLst/>
                <a:gdLst>
                  <a:gd name="textAreaLeft" fmla="*/ 0 w 456480"/>
                  <a:gd name="textAreaRight" fmla="*/ 457200 w 456480"/>
                  <a:gd name="textAreaTop" fmla="*/ 0 h 395280"/>
                  <a:gd name="textAreaBottom" fmla="*/ 396000 h 395280"/>
                  <a:gd name="GluePoint1X" fmla="*/ 3859530 w 5146040"/>
                  <a:gd name="GluePoint1Y" fmla="*/ 0 h 4457700"/>
                  <a:gd name="GluePoint2X" fmla="*/ 1286510 w 5146040"/>
                  <a:gd name="GluePoint2Y" fmla="*/ 0 h 4457700"/>
                  <a:gd name="GluePoint3X" fmla="*/ 0 w 5146040"/>
                  <a:gd name="GluePoint3Y" fmla="*/ 2228850 h 4457700"/>
                  <a:gd name="GluePoint4X" fmla="*/ 1286510 w 5146040"/>
                  <a:gd name="GluePoint4Y" fmla="*/ 4457700 h 4457700"/>
                  <a:gd name="GluePoint5X" fmla="*/ 3859530 w 5146040"/>
                  <a:gd name="GluePoint5Y" fmla="*/ 4457700 h 4457700"/>
                  <a:gd name="GluePoint6X" fmla="*/ 5146040 w 5146040"/>
                  <a:gd name="GluePoint6Y" fmla="*/ 2228850 h 4457700"/>
                  <a:gd name="GluePoint7X" fmla="*/ 3859530 w 5146040"/>
                  <a:gd name="GluePoint7Y" fmla="*/ 0 h 445770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146040" h="4457700">
                    <a:moveTo>
                      <a:pt x="3859530" y="0"/>
                    </a:moveTo>
                    <a:lnTo>
                      <a:pt x="1286510" y="0"/>
                    </a:lnTo>
                    <a:lnTo>
                      <a:pt x="0" y="2228850"/>
                    </a:lnTo>
                    <a:lnTo>
                      <a:pt x="1286510" y="4457700"/>
                    </a:lnTo>
                    <a:lnTo>
                      <a:pt x="3859530" y="4457700"/>
                    </a:lnTo>
                    <a:lnTo>
                      <a:pt x="5146040" y="2228850"/>
                    </a:lnTo>
                    <a:lnTo>
                      <a:pt x="3859530" y="0"/>
                    </a:lnTo>
                  </a:path>
                </a:pathLst>
              </a:custGeom>
              <a:solidFill>
                <a:schemeClr val="accent1">
                  <a:lumMod val="20000"/>
                  <a:lumOff val="8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sp>
            <p:nvSpPr>
              <p:cNvPr id="673" name="任意多边形: 形状 9"/>
              <p:cNvSpPr/>
              <p:nvPr/>
            </p:nvSpPr>
            <p:spPr>
              <a:xfrm>
                <a:off x="8424000" y="4281120"/>
                <a:ext cx="446760" cy="433800"/>
              </a:xfrm>
              <a:custGeom>
                <a:avLst/>
                <a:gdLst>
                  <a:gd name="textAreaLeft" fmla="*/ 0 w 446760"/>
                  <a:gd name="textAreaRight" fmla="*/ 447480 w 446760"/>
                  <a:gd name="textAreaTop" fmla="*/ 0 h 433800"/>
                  <a:gd name="textAreaBottom" fmla="*/ 434520 h 433800"/>
                  <a:gd name="GluePoint1X" fmla="*/ 5036820 w 5036820"/>
                  <a:gd name="GluePoint1Y" fmla="*/ 1916430 h 4892040"/>
                  <a:gd name="GluePoint2X" fmla="*/ 3319780 w 5036820"/>
                  <a:gd name="GluePoint2Y" fmla="*/ 0 h 4892040"/>
                  <a:gd name="GluePoint3X" fmla="*/ 800100 w 5036820"/>
                  <a:gd name="GluePoint3Y" fmla="*/ 529590 h 4892040"/>
                  <a:gd name="GluePoint4X" fmla="*/ 0 w 5036820"/>
                  <a:gd name="GluePoint4Y" fmla="*/ 2975610 h 4892040"/>
                  <a:gd name="GluePoint5X" fmla="*/ 1717040 w 5036820"/>
                  <a:gd name="GluePoint5Y" fmla="*/ 4892040 h 4892040"/>
                  <a:gd name="GluePoint6X" fmla="*/ 4236720 w 5036820"/>
                  <a:gd name="GluePoint6Y" fmla="*/ 4362450 h 4892040"/>
                  <a:gd name="GluePoint7X" fmla="*/ 5036820 w 5036820"/>
                  <a:gd name="GluePoint7Y" fmla="*/ 1916430 h 489204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5036820" h="4892040">
                    <a:moveTo>
                      <a:pt x="5036820" y="1916430"/>
                    </a:moveTo>
                    <a:lnTo>
                      <a:pt x="3319780" y="0"/>
                    </a:lnTo>
                    <a:lnTo>
                      <a:pt x="800100" y="529590"/>
                    </a:lnTo>
                    <a:lnTo>
                      <a:pt x="0" y="2975610"/>
                    </a:lnTo>
                    <a:lnTo>
                      <a:pt x="1717040" y="4892040"/>
                    </a:lnTo>
                    <a:lnTo>
                      <a:pt x="4236720" y="4362450"/>
                    </a:lnTo>
                    <a:lnTo>
                      <a:pt x="5036820" y="1916430"/>
                    </a:lnTo>
                  </a:path>
                </a:pathLst>
              </a:custGeom>
              <a:solidFill>
                <a:schemeClr val="accent1">
                  <a:lumMod val="60000"/>
                  <a:lumOff val="40000"/>
                </a:schemeClr>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sp>
            <p:nvSpPr>
              <p:cNvPr id="674" name="任意多边形: 形状 10"/>
              <p:cNvSpPr/>
              <p:nvPr/>
            </p:nvSpPr>
            <p:spPr>
              <a:xfrm>
                <a:off x="8441280" y="4272120"/>
                <a:ext cx="407160" cy="455760"/>
              </a:xfrm>
              <a:custGeom>
                <a:avLst/>
                <a:gdLst>
                  <a:gd name="textAreaLeft" fmla="*/ 0 w 407160"/>
                  <a:gd name="textAreaRight" fmla="*/ 407880 w 407160"/>
                  <a:gd name="textAreaTop" fmla="*/ 0 h 455760"/>
                  <a:gd name="textAreaBottom" fmla="*/ 456480 h 455760"/>
                  <a:gd name="GluePoint1X" fmla="*/ 4451350 w 4592320"/>
                  <a:gd name="GluePoint1Y" fmla="*/ 3976370 h 5138420"/>
                  <a:gd name="GluePoint2X" fmla="*/ 4592320 w 4592320"/>
                  <a:gd name="GluePoint2Y" fmla="*/ 1405890 h 5138420"/>
                  <a:gd name="GluePoint3X" fmla="*/ 2437130 w 4592320"/>
                  <a:gd name="GluePoint3Y" fmla="*/ 0 h 5138420"/>
                  <a:gd name="GluePoint4X" fmla="*/ 140970 w 4592320"/>
                  <a:gd name="GluePoint4Y" fmla="*/ 1162050 h 5138420"/>
                  <a:gd name="GluePoint5X" fmla="*/ 0 w 4592320"/>
                  <a:gd name="GluePoint5Y" fmla="*/ 3732530 h 5138420"/>
                  <a:gd name="GluePoint6X" fmla="*/ 2155190 w 4592320"/>
                  <a:gd name="GluePoint6Y" fmla="*/ 5138420 h 5138420"/>
                  <a:gd name="GluePoint7X" fmla="*/ 4451350 w 4592320"/>
                  <a:gd name="GluePoint7Y" fmla="*/ 3976370 h 5138420"/>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4592320" h="5138420">
                    <a:moveTo>
                      <a:pt x="4451350" y="3976370"/>
                    </a:moveTo>
                    <a:lnTo>
                      <a:pt x="4592320" y="1405890"/>
                    </a:lnTo>
                    <a:lnTo>
                      <a:pt x="2437130" y="0"/>
                    </a:lnTo>
                    <a:lnTo>
                      <a:pt x="140970" y="1162050"/>
                    </a:lnTo>
                    <a:lnTo>
                      <a:pt x="0" y="3732530"/>
                    </a:lnTo>
                    <a:lnTo>
                      <a:pt x="2155190" y="5138420"/>
                    </a:lnTo>
                    <a:lnTo>
                      <a:pt x="4451350" y="3976370"/>
                    </a:lnTo>
                  </a:path>
                </a:pathLst>
              </a:custGeom>
              <a:solidFill>
                <a:schemeClr val="accent1"/>
              </a:solidFill>
              <a:ln>
                <a:no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75000"/>
                    </a:schemeClr>
                  </a:solidFill>
                  <a:effectLst/>
                  <a:uFillTx/>
                  <a:latin typeface="Arial"/>
                  <a:ea typeface="微软雅黑"/>
                </a:endParaRPr>
              </a:p>
            </p:txBody>
          </p:sp>
        </p:grpSp>
        <p:sp>
          <p:nvSpPr>
            <p:cNvPr id="675" name="任意多边形: 形状 12"/>
            <p:cNvSpPr/>
            <p:nvPr/>
          </p:nvSpPr>
          <p:spPr>
            <a:xfrm>
              <a:off x="8566200" y="4356720"/>
              <a:ext cx="166680" cy="260280"/>
            </a:xfrm>
            <a:custGeom>
              <a:avLst/>
              <a:gdLst>
                <a:gd name="textAreaLeft" fmla="*/ 0 w 166680"/>
                <a:gd name="textAreaRight" fmla="*/ 167040 w 166680"/>
                <a:gd name="textAreaTop" fmla="*/ 0 h 260280"/>
                <a:gd name="textAreaBottom" fmla="*/ 260640 h 260280"/>
              </a:gdLst>
              <a:ahLst/>
              <a:cxnLst/>
              <a:rect l="textAreaLeft" t="textAreaTop" r="textAreaRight" b="textAreaBottom"/>
              <a:pathLst>
                <a:path w="1884680" h="2938781">
                  <a:moveTo>
                    <a:pt x="417830" y="1035050"/>
                  </a:moveTo>
                  <a:lnTo>
                    <a:pt x="132080" y="979170"/>
                  </a:lnTo>
                  <a:cubicBezTo>
                    <a:pt x="52070" y="963930"/>
                    <a:pt x="0" y="885190"/>
                    <a:pt x="17780" y="806450"/>
                  </a:cubicBezTo>
                  <a:cubicBezTo>
                    <a:pt x="134620" y="271780"/>
                    <a:pt x="443230" y="3810"/>
                    <a:pt x="943610" y="1270"/>
                  </a:cubicBezTo>
                  <a:cubicBezTo>
                    <a:pt x="1236980" y="0"/>
                    <a:pt x="1460500" y="80010"/>
                    <a:pt x="1615440" y="242570"/>
                  </a:cubicBezTo>
                  <a:cubicBezTo>
                    <a:pt x="1769110" y="405130"/>
                    <a:pt x="1846580" y="604520"/>
                    <a:pt x="1847850" y="839470"/>
                  </a:cubicBezTo>
                  <a:cubicBezTo>
                    <a:pt x="1849120" y="1082040"/>
                    <a:pt x="1765300" y="1320800"/>
                    <a:pt x="1597660" y="1553210"/>
                  </a:cubicBezTo>
                  <a:cubicBezTo>
                    <a:pt x="1478280" y="1718310"/>
                    <a:pt x="1285240" y="1903730"/>
                    <a:pt x="1016000" y="2108200"/>
                  </a:cubicBezTo>
                  <a:cubicBezTo>
                    <a:pt x="905510" y="2193290"/>
                    <a:pt x="966470" y="2369820"/>
                    <a:pt x="1104900" y="2369820"/>
                  </a:cubicBezTo>
                  <a:lnTo>
                    <a:pt x="1617979" y="2367280"/>
                  </a:lnTo>
                  <a:cubicBezTo>
                    <a:pt x="1766570" y="2366010"/>
                    <a:pt x="1884679" y="2493010"/>
                    <a:pt x="1873250" y="2641600"/>
                  </a:cubicBezTo>
                  <a:lnTo>
                    <a:pt x="1861820" y="2797810"/>
                  </a:lnTo>
                  <a:cubicBezTo>
                    <a:pt x="1855470" y="2874010"/>
                    <a:pt x="1793240" y="2932430"/>
                    <a:pt x="1717040" y="2932430"/>
                  </a:cubicBezTo>
                  <a:lnTo>
                    <a:pt x="147320" y="2938780"/>
                  </a:lnTo>
                  <a:cubicBezTo>
                    <a:pt x="67310" y="2938780"/>
                    <a:pt x="1270" y="2874010"/>
                    <a:pt x="1270" y="2794000"/>
                  </a:cubicBezTo>
                  <a:lnTo>
                    <a:pt x="0" y="2440940"/>
                  </a:lnTo>
                  <a:cubicBezTo>
                    <a:pt x="0" y="2399030"/>
                    <a:pt x="17780" y="2358390"/>
                    <a:pt x="49530" y="2330450"/>
                  </a:cubicBezTo>
                  <a:cubicBezTo>
                    <a:pt x="547370" y="1897380"/>
                    <a:pt x="859790" y="1590040"/>
                    <a:pt x="985520" y="1408430"/>
                  </a:cubicBezTo>
                  <a:cubicBezTo>
                    <a:pt x="1116330" y="1220470"/>
                    <a:pt x="1181100" y="1042670"/>
                    <a:pt x="1179830" y="875030"/>
                  </a:cubicBezTo>
                  <a:cubicBezTo>
                    <a:pt x="1178560" y="635000"/>
                    <a:pt x="1087120" y="515620"/>
                    <a:pt x="906780" y="516890"/>
                  </a:cubicBezTo>
                  <a:cubicBezTo>
                    <a:pt x="797560" y="516890"/>
                    <a:pt x="718820" y="565150"/>
                    <a:pt x="669290" y="660400"/>
                  </a:cubicBezTo>
                  <a:cubicBezTo>
                    <a:pt x="635000" y="726440"/>
                    <a:pt x="608330" y="811530"/>
                    <a:pt x="590550" y="916940"/>
                  </a:cubicBezTo>
                  <a:cubicBezTo>
                    <a:pt x="575310" y="996950"/>
                    <a:pt x="497840" y="1050290"/>
                    <a:pt x="417830" y="103505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2400" b="0" u="none" strike="noStrike">
                <a:solidFill>
                  <a:schemeClr val="accent1">
                    <a:lumMod val="60000"/>
                    <a:lumOff val="40000"/>
                  </a:schemeClr>
                </a:solidFill>
                <a:effectLst/>
                <a:uFillTx/>
                <a:latin typeface="Arial"/>
                <a:ea typeface="微软雅黑"/>
              </a:endParaRPr>
            </a:p>
          </p:txBody>
        </p:sp>
      </p:grpSp>
      <p:sp>
        <p:nvSpPr>
          <p:cNvPr id="676" name="文本框 25"/>
          <p:cNvSpPr/>
          <p:nvPr/>
        </p:nvSpPr>
        <p:spPr>
          <a:xfrm>
            <a:off x="8939520" y="2294280"/>
            <a:ext cx="3004200" cy="3925440"/>
          </a:xfrm>
          <a:prstGeom prst="rect">
            <a:avLst/>
          </a:prstGeom>
          <a:noFill/>
          <a:ln w="0">
            <a:noFill/>
          </a:ln>
        </p:spPr>
        <p:style>
          <a:lnRef idx="0"/>
          <a:fillRef idx="0"/>
          <a:effectRef idx="0"/>
          <a:fontRef idx="minor"/>
        </p:style>
        <p:txBody>
          <a:bodyPr lIns="101520" rIns="82440" tIns="0" bIns="0" anchor="t">
            <a:spAutoFit/>
          </a:bodyPr>
          <a:p>
            <a:pPr defTabSz="914400">
              <a:lnSpc>
                <a:spcPct val="130000"/>
              </a:lnSpc>
              <a:spcBef>
                <a:spcPts val="2534"/>
              </a:spcBef>
              <a:tabLst>
                <a:tab algn="l" pos="0"/>
              </a:tabLst>
            </a:pPr>
            <a:r>
              <a:rPr lang="zh-CN" sz="2000" b="0" u="none" spc="31" strike="noStrike">
                <a:solidFill>
                  <a:srgbClr val="404040"/>
                </a:solidFill>
                <a:effectLst/>
                <a:uFillTx/>
                <a:latin typeface="Arial"/>
                <a:ea typeface="微软雅黑"/>
              </a:rPr>
              <a:t>生活中，我通常会把身边哪些人的付出当作是理所当然的，很少对他们生起感恩之心？</a:t>
            </a:r>
            <a:endParaRPr lang="en-US" sz="2000" b="0" u="none" strike="noStrike">
              <a:solidFill>
                <a:srgbClr val="000000"/>
              </a:solidFill>
              <a:effectLst/>
              <a:uFillTx/>
              <a:latin typeface="Arial"/>
            </a:endParaRPr>
          </a:p>
          <a:p>
            <a:pPr defTabSz="914400">
              <a:lnSpc>
                <a:spcPct val="130000"/>
              </a:lnSpc>
              <a:spcBef>
                <a:spcPts val="2534"/>
              </a:spcBef>
              <a:tabLst>
                <a:tab algn="l" pos="0"/>
              </a:tabLst>
            </a:pPr>
            <a:r>
              <a:rPr lang="zh-CN" sz="2000" b="0" u="none" spc="31" strike="noStrike">
                <a:solidFill>
                  <a:srgbClr val="404040"/>
                </a:solidFill>
                <a:effectLst/>
                <a:uFillTx/>
                <a:latin typeface="Arial"/>
                <a:ea typeface="微软雅黑"/>
              </a:rPr>
              <a:t>生活中，有哪些人我觉得是毫无关系的陌生人？我是以怎样的心态和表现面对这些“陌生人”的？</a:t>
            </a:r>
            <a:endParaRPr lang="en-US" sz="2000" b="0" u="none" strike="noStrike">
              <a:solidFill>
                <a:srgbClr val="000000"/>
              </a:solidFill>
              <a:effectLst/>
              <a:uFillTx/>
              <a:latin typeface="Arial"/>
            </a:endParaRPr>
          </a:p>
        </p:txBody>
      </p:sp>
      <p:sp>
        <p:nvSpPr>
          <p:cNvPr id="677" name="文本框 4"/>
          <p:cNvSpPr/>
          <p:nvPr/>
        </p:nvSpPr>
        <p:spPr>
          <a:xfrm>
            <a:off x="8685360" y="1283400"/>
            <a:ext cx="3038400" cy="670320"/>
          </a:xfrm>
          <a:prstGeom prst="rect">
            <a:avLst/>
          </a:prstGeom>
          <a:solidFill>
            <a:schemeClr val="accent3">
              <a:lumMod val="40000"/>
              <a:lumOff val="60000"/>
            </a:schemeClr>
          </a:solidFill>
          <a:ln w="0">
            <a:noFill/>
          </a:ln>
        </p:spPr>
        <p:style>
          <a:lnRef idx="0"/>
          <a:fillRef idx="0"/>
          <a:effectRef idx="0"/>
          <a:fontRef idx="minor"/>
        </p:style>
        <p:txBody>
          <a:bodyPr lIns="90000" rIns="90000" tIns="45000" bIns="45000" anchor="t">
            <a:noAutofit/>
          </a:bodyPr>
          <a:p>
            <a:pPr algn="ctr" defTabSz="914400">
              <a:lnSpc>
                <a:spcPct val="150000"/>
              </a:lnSpc>
            </a:pPr>
            <a:r>
              <a:rPr lang="zh-CN" sz="2800" b="1" u="none" strike="noStrike">
                <a:solidFill>
                  <a:schemeClr val="dk1"/>
                </a:solidFill>
                <a:effectLst/>
                <a:uFillTx/>
                <a:latin typeface="Arial"/>
                <a:ea typeface="微软雅黑"/>
              </a:rPr>
              <a:t>交流分享</a:t>
            </a:r>
            <a:r>
              <a:rPr lang="en-US" sz="2000" b="1" u="none" strike="noStrike">
                <a:solidFill>
                  <a:schemeClr val="dk1"/>
                </a:solidFill>
                <a:effectLst/>
                <a:uFillTx/>
                <a:latin typeface="Arial"/>
                <a:ea typeface="微软雅黑"/>
              </a:rPr>
              <a:t> </a:t>
            </a:r>
            <a:r>
              <a:rPr lang="en-US" sz="2000" b="1" u="none" strike="noStrike">
                <a:solidFill>
                  <a:schemeClr val="dk1"/>
                </a:solidFill>
                <a:effectLst/>
                <a:uFillTx/>
                <a:latin typeface="Arial"/>
                <a:ea typeface="微软雅黑"/>
              </a:rPr>
              <a:t>(10</a:t>
            </a:r>
            <a:r>
              <a:rPr lang="zh-CN" sz="2000" b="1" u="none" strike="noStrike">
                <a:solidFill>
                  <a:schemeClr val="dk1"/>
                </a:solidFill>
                <a:effectLst/>
                <a:uFillTx/>
                <a:latin typeface="Arial"/>
                <a:ea typeface="微软雅黑"/>
              </a:rPr>
              <a:t>分钟</a:t>
            </a:r>
            <a:r>
              <a:rPr lang="en-US" sz="2000" b="1" u="none" strike="noStrike">
                <a:solidFill>
                  <a:schemeClr val="dk1"/>
                </a:solidFill>
                <a:effectLst/>
                <a:uFillTx/>
                <a:latin typeface="Arial"/>
                <a:ea typeface="微软雅黑"/>
              </a:rPr>
              <a:t>)</a:t>
            </a:r>
            <a:endParaRPr lang="en-US" sz="2000" b="0" u="none" strike="noStrike">
              <a:solidFill>
                <a:srgbClr val="000000"/>
              </a:solidFill>
              <a:effectLst/>
              <a:uFillTx/>
              <a:latin typeface="Arial"/>
            </a:endParaRPr>
          </a:p>
        </p:txBody>
      </p:sp>
      <p:sp>
        <p:nvSpPr>
          <p:cNvPr id="678" name="文本框 1"/>
          <p:cNvSpPr/>
          <p:nvPr/>
        </p:nvSpPr>
        <p:spPr>
          <a:xfrm>
            <a:off x="371520" y="365760"/>
            <a:ext cx="7863120" cy="670320"/>
          </a:xfrm>
          <a:prstGeom prst="rect">
            <a:avLst/>
          </a:prstGeom>
          <a:solidFill>
            <a:schemeClr val="accent6">
              <a:lumMod val="20000"/>
              <a:lumOff val="80000"/>
            </a:schemeClr>
          </a:solidFill>
          <a:ln w="0">
            <a:noFill/>
          </a:ln>
        </p:spPr>
        <p:style>
          <a:lnRef idx="0"/>
          <a:fillRef idx="0"/>
          <a:effectRef idx="0"/>
          <a:fontRef idx="minor"/>
        </p:style>
        <p:txBody>
          <a:bodyPr lIns="90000" rIns="90000" tIns="45000" bIns="45000" anchor="ctr">
            <a:noAutofit/>
          </a:bodyPr>
          <a:p>
            <a:pPr defTabSz="914400">
              <a:lnSpc>
                <a:spcPct val="100000"/>
              </a:lnSpc>
            </a:pPr>
            <a:r>
              <a:rPr lang="zh-CN" sz="2800" b="0" u="none" strike="noStrike">
                <a:solidFill>
                  <a:schemeClr val="lt2">
                    <a:lumMod val="10000"/>
                  </a:schemeClr>
                </a:solidFill>
                <a:effectLst/>
                <a:uFillTx/>
                <a:latin typeface="Arial"/>
                <a:ea typeface="微软雅黑"/>
              </a:rPr>
              <a:t>每个人都有恩于你，整个世界都在为你服务</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0" name="PlaceHolder 1"/>
          <p:cNvSpPr>
            <a:spLocks noGrp="1"/>
          </p:cNvSpPr>
          <p:nvPr>
            <p:ph type="title"/>
          </p:nvPr>
        </p:nvSpPr>
        <p:spPr>
          <a:xfrm>
            <a:off x="1616760" y="217080"/>
            <a:ext cx="8958960" cy="970200"/>
          </a:xfrm>
          <a:prstGeom prst="rect">
            <a:avLst/>
          </a:prstGeom>
          <a:noFill/>
          <a:ln w="0">
            <a:noFill/>
          </a:ln>
        </p:spPr>
        <p:txBody>
          <a:bodyPr lIns="91440" rIns="91440" tIns="45720" bIns="45720" anchor="ctr">
            <a:normAutofit fontScale="92500" lnSpcReduction="9999"/>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现场练习：因缘之网</a:t>
            </a:r>
            <a:r>
              <a:rPr lang="en-US" sz="4400" b="1" u="none" strike="noStrike">
                <a:solidFill>
                  <a:schemeClr val="accent1">
                    <a:lumMod val="50000"/>
                  </a:schemeClr>
                </a:solidFill>
                <a:effectLst/>
                <a:uFillTx/>
                <a:latin typeface="Arial"/>
                <a:ea typeface="微软雅黑"/>
              </a:rPr>
              <a:t> </a:t>
            </a:r>
            <a:r>
              <a:rPr lang="en-US" sz="2700" b="1" u="none" strike="noStrike">
                <a:solidFill>
                  <a:schemeClr val="accent1">
                    <a:lumMod val="50000"/>
                  </a:schemeClr>
                </a:solidFill>
                <a:effectLst/>
                <a:uFillTx/>
                <a:latin typeface="Arial"/>
                <a:ea typeface="微软雅黑"/>
              </a:rPr>
              <a:t>(10</a:t>
            </a:r>
            <a:r>
              <a:rPr lang="zh-CN" sz="2700" b="1" u="none" strike="noStrike">
                <a:solidFill>
                  <a:schemeClr val="accent1">
                    <a:lumMod val="50000"/>
                  </a:schemeClr>
                </a:solidFill>
                <a:effectLst/>
                <a:uFillTx/>
                <a:latin typeface="Arial"/>
                <a:ea typeface="微软雅黑"/>
              </a:rPr>
              <a:t>分钟</a:t>
            </a:r>
            <a:r>
              <a:rPr lang="en-US" sz="2700" b="1" u="none" strike="noStrike">
                <a:solidFill>
                  <a:schemeClr val="accent1">
                    <a:lumMod val="50000"/>
                  </a:schemeClr>
                </a:solidFill>
                <a:effectLst/>
                <a:uFillTx/>
                <a:latin typeface="Arial"/>
                <a:ea typeface="微软雅黑"/>
              </a:rPr>
              <a:t>)</a:t>
            </a:r>
            <a:endParaRPr lang="en-US" sz="2700" b="0" u="none" strike="noStrike">
              <a:solidFill>
                <a:srgbClr val="000000"/>
              </a:solidFill>
              <a:effectLst/>
              <a:uFillTx/>
              <a:latin typeface="Arial"/>
            </a:endParaRPr>
          </a:p>
        </p:txBody>
      </p:sp>
      <p:sp>
        <p:nvSpPr>
          <p:cNvPr id="681" name="PlaceHolder 2"/>
          <p:cNvSpPr>
            <a:spLocks noGrp="1"/>
          </p:cNvSpPr>
          <p:nvPr>
            <p:ph/>
          </p:nvPr>
        </p:nvSpPr>
        <p:spPr>
          <a:xfrm>
            <a:off x="482760" y="1577520"/>
            <a:ext cx="5895360" cy="4249440"/>
          </a:xfrm>
          <a:prstGeom prst="rect">
            <a:avLst/>
          </a:prstGeom>
          <a:noFill/>
          <a:ln w="0">
            <a:noFill/>
          </a:ln>
        </p:spPr>
        <p:txBody>
          <a:bodyPr lIns="0" rIns="0" tIns="0" bIns="0" anchor="t">
            <a:noAutofit/>
          </a:bodyPr>
          <a:p>
            <a:pPr indent="0" defTabSz="914400">
              <a:lnSpc>
                <a:spcPct val="150000"/>
              </a:lnSpc>
              <a:spcBef>
                <a:spcPts val="1001"/>
              </a:spcBef>
              <a:buNone/>
              <a:tabLst>
                <a:tab algn="l" pos="0"/>
              </a:tabLst>
            </a:pPr>
            <a:r>
              <a:rPr lang="zh-CN" sz="2000" b="0" u="none" strike="noStrike">
                <a:solidFill>
                  <a:schemeClr val="dk1"/>
                </a:solidFill>
                <a:effectLst/>
                <a:uFillTx/>
                <a:latin typeface="微软雅黑"/>
                <a:ea typeface="微软雅黑"/>
              </a:rPr>
              <a:t>现代社会“原子化”的生活，常常让人们产生一种孤立的错觉。事实上，所有的生命都紧密相连、相互依存。</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请选择一个自己感恩的事物，写在纸的中心。</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把成就这个事物的因缘（人、事、物）逐个列出来，用线条连接，方框表示事、物，圆圈表示人。</a:t>
            </a:r>
            <a:endParaRPr lang="en-US" sz="2000" b="0" u="none" strike="noStrike">
              <a:solidFill>
                <a:srgbClr val="000000"/>
              </a:solidFill>
              <a:effectLst/>
              <a:uFillTx/>
              <a:latin typeface="Arial"/>
            </a:endParaRPr>
          </a:p>
          <a:p>
            <a:pPr marL="457200" indent="-457200" defTabSz="914400">
              <a:lnSpc>
                <a:spcPct val="150000"/>
              </a:lnSpc>
              <a:spcBef>
                <a:spcPts val="1001"/>
              </a:spcBef>
              <a:buClr>
                <a:srgbClr val="000000"/>
              </a:buClr>
              <a:buFont typeface="Arial"/>
              <a:buAutoNum type="arabicPeriod"/>
              <a:tabLst>
                <a:tab algn="l" pos="0"/>
              </a:tabLst>
            </a:pPr>
            <a:r>
              <a:rPr lang="zh-CN" sz="2000" b="0" u="none" strike="noStrike">
                <a:solidFill>
                  <a:schemeClr val="dk1"/>
                </a:solidFill>
                <a:effectLst/>
                <a:uFillTx/>
                <a:latin typeface="微软雅黑"/>
                <a:ea typeface="微软雅黑"/>
              </a:rPr>
              <a:t>每个人或事又是缘起而非独存的，再把成就他们的因缘依次列出来，形成“因缘之网”。</a:t>
            </a:r>
            <a:endParaRPr lang="en-US" sz="2000" b="0" u="none" strike="noStrike">
              <a:solidFill>
                <a:srgbClr val="000000"/>
              </a:solidFill>
              <a:effectLst/>
              <a:uFillTx/>
              <a:latin typeface="Arial"/>
            </a:endParaRPr>
          </a:p>
        </p:txBody>
      </p:sp>
      <p:pic>
        <p:nvPicPr>
          <p:cNvPr id="682" name="图片 2" descr="/private/var/folders/4n/5m4ktf016qx9chhsdzg_zts40000gn/T/com.kingsoft.wpsoffice.mac/photoeditapp/20251015182945/temp.pngtemp"/>
          <p:cNvPicPr/>
          <p:nvPr/>
        </p:nvPicPr>
        <p:blipFill>
          <a:blip r:embed="rId1"/>
          <a:stretch/>
        </p:blipFill>
        <p:spPr>
          <a:xfrm>
            <a:off x="6562080" y="1757520"/>
            <a:ext cx="5222880" cy="3750840"/>
          </a:xfrm>
          <a:prstGeom prst="rect">
            <a:avLst/>
          </a:prstGeom>
          <a:noFill/>
          <a:ln w="0">
            <a:noFill/>
          </a:ln>
        </p:spPr>
      </p:pic>
      <p:sp>
        <p:nvSpPr>
          <p:cNvPr id="4" name="PlaceHolder 3"/>
          <p:cNvSpPr>
            <a:spLocks noGrp="1"/>
          </p:cNvSpPr>
          <p:nvPr>
            <p:ph type="sldNum" idx="21"/>
          </p:nvPr>
        </p:nvSpPr>
        <p:spPr/>
        <p:txBody>
          <a:bodyPr/>
          <a:p>
            <a:fld id="{ACED2522-CCEF-418E-82C3-A9F4D46D91C5}" type="slidenum">
              <a:t>20</a:t>
            </a:fld>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title"/>
          </p:nvPr>
        </p:nvSpPr>
        <p:spPr>
          <a:xfrm>
            <a:off x="5979240" y="1949400"/>
            <a:ext cx="5236200" cy="925200"/>
          </a:xfrm>
          <a:prstGeom prst="rect">
            <a:avLst/>
          </a:prstGeom>
          <a:noFill/>
          <a:ln w="0">
            <a:noFill/>
          </a:ln>
        </p:spPr>
        <p:txBody>
          <a:bodyPr lIns="0" rIns="0" tIns="0" bIns="0" anchor="b" vert="eaVert">
            <a:normAutofit fontScale="55000" lnSpcReduction="19999"/>
          </a:bodyPr>
          <a:p>
            <a:pPr indent="0" defTabSz="914400">
              <a:lnSpc>
                <a:spcPct val="100000"/>
              </a:lnSpc>
              <a:buNone/>
              <a:tabLst>
                <a:tab algn="l" pos="0"/>
              </a:tabLst>
            </a:pPr>
            <a:r>
              <a:rPr lang="zh-CN" sz="4890" b="1" u="none" strike="noStrike">
                <a:solidFill>
                  <a:schemeClr val="lt2">
                    <a:lumMod val="25000"/>
                  </a:schemeClr>
                </a:solidFill>
                <a:effectLst/>
                <a:uFillTx/>
                <a:latin typeface="Arial"/>
                <a:ea typeface="微软雅黑"/>
              </a:rPr>
              <a:t>互动练习</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
        <p:nvSpPr>
          <p:cNvPr id="684" name="椭圆 4"/>
          <p:cNvSpPr/>
          <p:nvPr/>
        </p:nvSpPr>
        <p:spPr>
          <a:xfrm>
            <a:off x="-1145520" y="-69516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5" name="项标题" descr="7b0a202020202262756c6c6574223a20227b5c2263617465676f727949645c223a5c225c222c5c2274656d706c61746549645c223a32303233313638347d220a7d0a"/>
          <p:cNvSpPr/>
          <p:nvPr/>
        </p:nvSpPr>
        <p:spPr>
          <a:xfrm>
            <a:off x="5695920" y="3216960"/>
            <a:ext cx="6278040" cy="276336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200000"/>
              </a:lnSpc>
              <a:buSzPct val="100000"/>
              <a:buBlip>
                <a:blip r:embed="rId1"/>
              </a:buBlip>
            </a:pPr>
            <a:r>
              <a:rPr lang="en-US" sz="2200" b="0" u="none" strike="noStrike">
                <a:solidFill>
                  <a:schemeClr val="lt2">
                    <a:lumMod val="25000"/>
                  </a:schemeClr>
                </a:solidFill>
                <a:effectLst/>
                <a:uFillTx/>
                <a:latin typeface="Arial"/>
                <a:ea typeface="微软雅黑"/>
              </a:rPr>
              <a:t>2</a:t>
            </a:r>
            <a:r>
              <a:rPr lang="zh-CN" sz="2200" b="0" u="none" strike="noStrike">
                <a:solidFill>
                  <a:schemeClr val="lt2">
                    <a:lumMod val="25000"/>
                  </a:schemeClr>
                </a:solidFill>
                <a:effectLst/>
                <a:uFillTx/>
                <a:latin typeface="Arial"/>
                <a:ea typeface="微软雅黑"/>
              </a:rPr>
              <a:t>人一组，交换各自的“因缘之网”练习，互相补充：还有哪些我能想到的因缘？</a:t>
            </a:r>
            <a:r>
              <a:rPr lang="en-US" sz="2200" b="0" u="none" strike="noStrike">
                <a:solidFill>
                  <a:schemeClr val="lt2">
                    <a:lumMod val="25000"/>
                  </a:schemeClr>
                </a:solidFill>
                <a:effectLst/>
                <a:uFillTx/>
                <a:latin typeface="Arial"/>
                <a:ea typeface="微软雅黑"/>
              </a:rPr>
              <a:t>(5</a:t>
            </a:r>
            <a:r>
              <a:rPr lang="zh-CN" sz="2200" b="0" u="none" strike="noStrike">
                <a:solidFill>
                  <a:schemeClr val="lt2">
                    <a:lumMod val="25000"/>
                  </a:schemeClr>
                </a:solidFill>
                <a:effectLst/>
                <a:uFillTx/>
                <a:latin typeface="Arial"/>
                <a:ea typeface="微软雅黑"/>
              </a:rPr>
              <a:t>分钟</a:t>
            </a:r>
            <a:r>
              <a:rPr lang="en-US" sz="2200" b="0" u="none" strike="noStrike">
                <a:solidFill>
                  <a:schemeClr val="lt2">
                    <a:lumMod val="25000"/>
                  </a:schemeClr>
                </a:solidFill>
                <a:effectLst/>
                <a:uFillTx/>
                <a:latin typeface="Arial"/>
                <a:ea typeface="微软雅黑"/>
              </a:rPr>
              <a:t>)</a:t>
            </a:r>
            <a:endParaRPr lang="en-US" sz="2200" b="0" u="none" strike="noStrike">
              <a:solidFill>
                <a:srgbClr val="000000"/>
              </a:solidFill>
              <a:effectLst/>
              <a:uFillTx/>
              <a:latin typeface="Arial"/>
            </a:endParaRPr>
          </a:p>
          <a:p>
            <a:pPr marL="457200" indent="-457200" defTabSz="914400">
              <a:lnSpc>
                <a:spcPct val="200000"/>
              </a:lnSpc>
              <a:buSzPct val="100000"/>
              <a:buBlip>
                <a:blip r:embed="rId2"/>
              </a:buBlip>
            </a:pPr>
            <a:r>
              <a:rPr lang="en-US" sz="2200" b="0" u="none" strike="noStrike">
                <a:solidFill>
                  <a:schemeClr val="lt2">
                    <a:lumMod val="25000"/>
                  </a:schemeClr>
                </a:solidFill>
                <a:effectLst/>
                <a:uFillTx/>
                <a:latin typeface="Arial"/>
                <a:ea typeface="微软雅黑"/>
              </a:rPr>
              <a:t>2</a:t>
            </a:r>
            <a:r>
              <a:rPr lang="zh-CN" sz="2200" b="0" u="none" strike="noStrike">
                <a:solidFill>
                  <a:schemeClr val="lt2">
                    <a:lumMod val="25000"/>
                  </a:schemeClr>
                </a:solidFill>
                <a:effectLst/>
                <a:uFillTx/>
                <a:latin typeface="Arial"/>
                <a:ea typeface="微软雅黑"/>
              </a:rPr>
              <a:t>人互相分享自己补充的内容和心得</a:t>
            </a:r>
            <a:r>
              <a:rPr lang="en-US" sz="2200" b="0" u="none" strike="noStrike">
                <a:solidFill>
                  <a:schemeClr val="lt2">
                    <a:lumMod val="25000"/>
                  </a:schemeClr>
                </a:solidFill>
                <a:effectLst/>
                <a:uFillTx/>
                <a:latin typeface="Arial"/>
                <a:ea typeface="微软雅黑"/>
              </a:rPr>
              <a:t>(5</a:t>
            </a:r>
            <a:r>
              <a:rPr lang="zh-CN" sz="2200" b="0" u="none" strike="noStrike">
                <a:solidFill>
                  <a:schemeClr val="lt2">
                    <a:lumMod val="25000"/>
                  </a:schemeClr>
                </a:solidFill>
                <a:effectLst/>
                <a:uFillTx/>
                <a:latin typeface="Arial"/>
                <a:ea typeface="微软雅黑"/>
              </a:rPr>
              <a:t>分钟</a:t>
            </a:r>
            <a:r>
              <a:rPr lang="en-US" sz="2200" b="0" u="none" strike="noStrike">
                <a:solidFill>
                  <a:schemeClr val="lt2">
                    <a:lumMod val="25000"/>
                  </a:schemeClr>
                </a:solidFill>
                <a:effectLst/>
                <a:uFillTx/>
                <a:latin typeface="Arial"/>
                <a:ea typeface="微软雅黑"/>
              </a:rPr>
              <a:t>)</a:t>
            </a:r>
            <a:endParaRPr lang="en-US" sz="2200" b="0" u="none" strike="noStrike">
              <a:solidFill>
                <a:srgbClr val="000000"/>
              </a:solidFill>
              <a:effectLst/>
              <a:uFillTx/>
              <a:latin typeface="Arial"/>
            </a:endParaRPr>
          </a:p>
        </p:txBody>
      </p:sp>
      <p:sp>
        <p:nvSpPr>
          <p:cNvPr id="3" name="PlaceHolder 2"/>
          <p:cNvSpPr>
            <a:spLocks noGrp="1"/>
          </p:cNvSpPr>
          <p:nvPr>
            <p:ph type="sldNum" idx="24"/>
          </p:nvPr>
        </p:nvSpPr>
        <p:spPr/>
        <p:txBody>
          <a:bodyPr/>
          <a:p>
            <a:fld id="{C9F15746-805B-4F2D-A875-F38C3B60F541}" type="slidenum">
              <a:t>21</a:t>
            </a:fld>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6" name="PlaceHolder 1"/>
          <p:cNvSpPr>
            <a:spLocks noGrp="1"/>
          </p:cNvSpPr>
          <p:nvPr>
            <p:ph type="title"/>
          </p:nvPr>
        </p:nvSpPr>
        <p:spPr>
          <a:xfrm>
            <a:off x="5979240" y="1949400"/>
            <a:ext cx="5236200" cy="925200"/>
          </a:xfrm>
          <a:prstGeom prst="rect">
            <a:avLst/>
          </a:prstGeom>
          <a:noFill/>
          <a:ln w="0">
            <a:noFill/>
          </a:ln>
        </p:spPr>
        <p:txBody>
          <a:bodyPr lIns="0" rIns="0" tIns="0" bIns="0" anchor="b" vert="eaVert">
            <a:normAutofit fontScale="55000" lnSpcReduction="19999"/>
          </a:bodyPr>
          <a:p>
            <a:pPr indent="0" defTabSz="914400">
              <a:lnSpc>
                <a:spcPct val="100000"/>
              </a:lnSpc>
              <a:buNone/>
              <a:tabLst>
                <a:tab algn="l" pos="0"/>
              </a:tabLst>
            </a:pPr>
            <a:r>
              <a:rPr lang="zh-CN" sz="4890" b="1" u="none" strike="noStrike">
                <a:solidFill>
                  <a:schemeClr val="lt2">
                    <a:lumMod val="25000"/>
                  </a:schemeClr>
                </a:solidFill>
                <a:effectLst/>
                <a:uFillTx/>
                <a:latin typeface="Arial"/>
                <a:ea typeface="微软雅黑"/>
              </a:rPr>
              <a:t>交流分享</a:t>
            </a:r>
            <a:r>
              <a:rPr lang="en-US" sz="4890" b="1" u="none" strike="noStrike">
                <a:solidFill>
                  <a:schemeClr val="lt2">
                    <a:lumMod val="25000"/>
                  </a:schemeClr>
                </a:solidFill>
                <a:effectLst/>
                <a:uFillTx/>
                <a:latin typeface="Arial"/>
                <a:ea typeface="微软雅黑"/>
              </a:rPr>
              <a:t> </a:t>
            </a:r>
            <a:r>
              <a:rPr lang="en-US" sz="2400" b="1" u="none" strike="noStrike">
                <a:solidFill>
                  <a:schemeClr val="lt2">
                    <a:lumMod val="25000"/>
                  </a:schemeClr>
                </a:solidFill>
                <a:effectLst/>
                <a:uFillTx/>
                <a:latin typeface="Arial"/>
                <a:ea typeface="微软雅黑"/>
              </a:rPr>
              <a:t>(10</a:t>
            </a:r>
            <a:r>
              <a:rPr lang="zh-CN" sz="2400" b="1" u="none" strike="noStrike">
                <a:solidFill>
                  <a:schemeClr val="lt2">
                    <a:lumMod val="25000"/>
                  </a:schemeClr>
                </a:solidFill>
                <a:effectLst/>
                <a:uFillTx/>
                <a:latin typeface="Arial"/>
                <a:ea typeface="微软雅黑"/>
              </a:rPr>
              <a:t>分钟</a:t>
            </a:r>
            <a:r>
              <a:rPr lang="en-US" sz="2400" b="1" u="none" strike="noStrike">
                <a:solidFill>
                  <a:schemeClr val="lt2">
                    <a:lumMod val="25000"/>
                  </a:schemeClr>
                </a:solidFill>
                <a:effectLst/>
                <a:uFillTx/>
                <a:latin typeface="Arial"/>
                <a:ea typeface="微软雅黑"/>
              </a:rPr>
              <a:t>)</a:t>
            </a:r>
            <a:endParaRPr lang="en-US" sz="2400" b="0" u="none" strike="noStrike">
              <a:solidFill>
                <a:srgbClr val="000000"/>
              </a:solidFill>
              <a:effectLst/>
              <a:uFillTx/>
              <a:latin typeface="Arial"/>
            </a:endParaRPr>
          </a:p>
        </p:txBody>
      </p:sp>
      <p:sp>
        <p:nvSpPr>
          <p:cNvPr id="687" name="椭圆 4"/>
          <p:cNvSpPr/>
          <p:nvPr/>
        </p:nvSpPr>
        <p:spPr>
          <a:xfrm>
            <a:off x="-1145520" y="-69516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688" name="项标题" descr="7b0a202020202262756c6c6574223a20227b5c2263617465676f727949645c223a5c225c222c5c2274656d706c61746549645c223a32303233313638347d220a7d0a"/>
          <p:cNvSpPr/>
          <p:nvPr/>
        </p:nvSpPr>
        <p:spPr>
          <a:xfrm>
            <a:off x="5695920" y="3216960"/>
            <a:ext cx="6278040" cy="2386800"/>
          </a:xfrm>
          <a:prstGeom prst="rect">
            <a:avLst/>
          </a:prstGeom>
          <a:noFill/>
          <a:ln w="0">
            <a:noFill/>
          </a:ln>
        </p:spPr>
        <p:style>
          <a:lnRef idx="0"/>
          <a:fillRef idx="0"/>
          <a:effectRef idx="0"/>
          <a:fontRef idx="minor"/>
        </p:style>
        <p:txBody>
          <a:bodyPr lIns="0" rIns="0" tIns="0" bIns="0" anchor="ctr">
            <a:noAutofit/>
          </a:bodyPr>
          <a:p>
            <a:pPr marL="457200" indent="-457200" defTabSz="914400">
              <a:lnSpc>
                <a:spcPct val="200000"/>
              </a:lnSpc>
              <a:buSzPct val="100017"/>
              <a:buBlip>
                <a:blip r:embed="rId1"/>
              </a:buBlip>
            </a:pPr>
            <a:r>
              <a:rPr lang="zh-CN" sz="2400" b="0" u="none" strike="noStrike">
                <a:solidFill>
                  <a:schemeClr val="lt2">
                    <a:lumMod val="25000"/>
                  </a:schemeClr>
                </a:solidFill>
                <a:effectLst/>
                <a:uFillTx/>
                <a:latin typeface="Arial"/>
                <a:ea typeface="微软雅黑"/>
              </a:rPr>
              <a:t>在刚刚的练习中，我有什么想法和感受？</a:t>
            </a:r>
            <a:endParaRPr lang="en-US" sz="2400" b="0" u="none" strike="noStrike">
              <a:solidFill>
                <a:srgbClr val="000000"/>
              </a:solidFill>
              <a:effectLst/>
              <a:uFillTx/>
              <a:latin typeface="Arial"/>
            </a:endParaRPr>
          </a:p>
          <a:p>
            <a:pPr marL="457200" indent="-457200" defTabSz="914400">
              <a:lnSpc>
                <a:spcPct val="200000"/>
              </a:lnSpc>
              <a:buSzPct val="100017"/>
              <a:buBlip>
                <a:blip r:embed="rId2"/>
              </a:buBlip>
            </a:pPr>
            <a:r>
              <a:rPr lang="zh-CN" sz="2400" b="0" u="none" strike="noStrike">
                <a:solidFill>
                  <a:schemeClr val="lt2">
                    <a:lumMod val="25000"/>
                  </a:schemeClr>
                </a:solidFill>
                <a:effectLst/>
                <a:uFillTx/>
                <a:latin typeface="Arial"/>
                <a:ea typeface="微软雅黑"/>
              </a:rPr>
              <a:t>分享其中一个给自己带来触动的因缘链条</a:t>
            </a:r>
            <a:endParaRPr lang="en-US" sz="2400" b="0" u="none" strike="noStrike">
              <a:solidFill>
                <a:srgbClr val="000000"/>
              </a:solidFill>
              <a:effectLst/>
              <a:uFillTx/>
              <a:latin typeface="Arial"/>
            </a:endParaRPr>
          </a:p>
          <a:p>
            <a:pPr marL="457200" indent="-457200" defTabSz="914400">
              <a:lnSpc>
                <a:spcPct val="200000"/>
              </a:lnSpc>
              <a:buSzPct val="100017"/>
              <a:buBlip>
                <a:blip r:embed="rId3"/>
              </a:buBlip>
            </a:pPr>
            <a:r>
              <a:rPr lang="zh-CN" sz="2400" b="0" u="none" strike="noStrike">
                <a:solidFill>
                  <a:schemeClr val="lt2">
                    <a:lumMod val="25000"/>
                  </a:schemeClr>
                </a:solidFill>
                <a:effectLst/>
                <a:uFillTx/>
                <a:latin typeface="Arial"/>
                <a:ea typeface="微软雅黑"/>
              </a:rPr>
              <a:t>有哪些因缘，是我从未想过要感恩的？</a:t>
            </a:r>
            <a:endParaRPr lang="en-US" sz="2400" b="0" u="none" strike="noStrike">
              <a:solidFill>
                <a:srgbClr val="000000"/>
              </a:solidFill>
              <a:effectLst/>
              <a:uFillTx/>
              <a:latin typeface="Arial"/>
            </a:endParaRPr>
          </a:p>
        </p:txBody>
      </p:sp>
      <p:sp>
        <p:nvSpPr>
          <p:cNvPr id="3" name="PlaceHolder 2"/>
          <p:cNvSpPr>
            <a:spLocks noGrp="1"/>
          </p:cNvSpPr>
          <p:nvPr>
            <p:ph type="sldNum" idx="24"/>
          </p:nvPr>
        </p:nvSpPr>
        <p:spPr/>
        <p:txBody>
          <a:bodyPr/>
          <a:p>
            <a:fld id="{9B860BD5-AA5A-4C0C-BFB3-3297C6FB3FB6}" type="slidenum">
              <a:t>22</a:t>
            </a:fld>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title"/>
          </p:nvPr>
        </p:nvSpPr>
        <p:spPr>
          <a:xfrm>
            <a:off x="695880" y="360000"/>
            <a:ext cx="10799280" cy="719280"/>
          </a:xfrm>
          <a:prstGeom prst="rect">
            <a:avLst/>
          </a:prstGeom>
          <a:noFill/>
          <a:ln w="0">
            <a:noFill/>
          </a:ln>
        </p:spPr>
        <p:txBody>
          <a:bodyPr lIns="0" rIns="0" tIns="0" bIns="0" anchor="b">
            <a:noAutofit/>
          </a:bodyPr>
          <a:p>
            <a:pPr indent="0" defTabSz="914400">
              <a:lnSpc>
                <a:spcPct val="100000"/>
              </a:lnSpc>
              <a:buNone/>
              <a:tabLst>
                <a:tab algn="l" pos="0"/>
              </a:tabLst>
            </a:pPr>
            <a:r>
              <a:rPr lang="zh-CN" sz="4000" b="1" u="none" strike="noStrike">
                <a:solidFill>
                  <a:schemeClr val="accent4">
                    <a:lumMod val="50000"/>
                  </a:schemeClr>
                </a:solidFill>
                <a:effectLst/>
                <a:uFillTx/>
                <a:latin typeface="Arial"/>
                <a:ea typeface="微软雅黑"/>
              </a:rPr>
              <a:t>看到并感恩自己拥有的一切</a:t>
            </a:r>
            <a:endParaRPr lang="en-US" sz="4000" b="0" u="none" strike="noStrike">
              <a:solidFill>
                <a:srgbClr val="000000"/>
              </a:solidFill>
              <a:effectLst/>
              <a:uFillTx/>
              <a:latin typeface="Arial"/>
            </a:endParaRPr>
          </a:p>
        </p:txBody>
      </p:sp>
      <p:sp useBgFill="1">
        <p:nvSpPr>
          <p:cNvPr id="690" name="矩形 4"/>
          <p:cNvSpPr/>
          <p:nvPr/>
        </p:nvSpPr>
        <p:spPr>
          <a:xfrm>
            <a:off x="700920" y="1828800"/>
            <a:ext cx="10800000" cy="3823200"/>
          </a:xfrm>
          <a:prstGeom prst="rect">
            <a:avLst/>
          </a:prstGeom>
          <a:ln>
            <a:noFill/>
          </a:ln>
          <a:effectLst>
            <a:outerShdw algn="t" blurRad="127080" dir="5400000" dist="38160" rotWithShape="0">
              <a:schemeClr val="dk1">
                <a:alpha val="50000"/>
              </a:schemeClr>
            </a:outerShdw>
          </a:effectLst>
        </p:spPr>
        <p:style>
          <a:lnRef idx="2">
            <a:schemeClr val="accent1">
              <a:shade val="50000"/>
            </a:schemeClr>
          </a:lnRef>
          <a:fillRef idx="1">
            <a:schemeClr val="accent1"/>
          </a:fillRef>
          <a:effectRef idx="0">
            <a:schemeClr val="accent1"/>
          </a:effectRef>
          <a:fontRef idx="minor"/>
        </p:style>
        <p:txBody>
          <a:bodyPr numCol="1" spcCol="0" horzOverflow="overflow" lIns="360000" rIns="360000" tIns="45000" bIns="45000" anchor="ctr">
            <a:noAutofit/>
          </a:bodyPr>
          <a:p>
            <a:pPr algn="just" defTabSz="914400">
              <a:lnSpc>
                <a:spcPct val="130000"/>
              </a:lnSpc>
            </a:pPr>
            <a:endParaRPr lang="en-US" sz="1800" b="0" u="none" spc="150" strike="noStrike">
              <a:solidFill>
                <a:srgbClr val="262626"/>
              </a:solidFill>
              <a:effectLst/>
              <a:uFillTx/>
              <a:latin typeface="微软雅黑"/>
              <a:ea typeface="微软雅黑"/>
            </a:endParaRPr>
          </a:p>
        </p:txBody>
      </p:sp>
      <p:sp>
        <p:nvSpPr>
          <p:cNvPr id="691" name="文本框 5"/>
          <p:cNvSpPr/>
          <p:nvPr/>
        </p:nvSpPr>
        <p:spPr>
          <a:xfrm>
            <a:off x="1143720" y="2055600"/>
            <a:ext cx="9915480" cy="3354480"/>
          </a:xfrm>
          <a:prstGeom prst="rect">
            <a:avLst/>
          </a:prstGeom>
          <a:noFill/>
          <a:ln w="0">
            <a:noFill/>
          </a:ln>
        </p:spPr>
        <p:style>
          <a:lnRef idx="0"/>
          <a:fillRef idx="0"/>
          <a:effectRef idx="0"/>
          <a:fontRef idx="minor"/>
        </p:style>
        <p:txBody>
          <a:bodyPr lIns="0" rIns="0" tIns="0" bIns="0" anchor="ctr">
            <a:noAutofit/>
          </a:bodyPr>
          <a:p>
            <a:pPr defTabSz="914400">
              <a:lnSpc>
                <a:spcPct val="150000"/>
              </a:lnSpc>
              <a:tabLst>
                <a:tab algn="l" pos="0"/>
              </a:tabLst>
            </a:pPr>
            <a:r>
              <a:rPr lang="zh-CN" sz="2400" b="0" u="none" strike="noStrike">
                <a:solidFill>
                  <a:schemeClr val="dk1">
                    <a:lumMod val="85000"/>
                    <a:lumOff val="15000"/>
                  </a:schemeClr>
                </a:solidFill>
                <a:effectLst/>
                <a:uFillTx/>
                <a:latin typeface="Arial"/>
                <a:ea typeface="微软雅黑"/>
              </a:rPr>
              <a:t>生活在世间，我们既是独立的个体，也是世界的一部分，离不开万物的滋养，众生的护佑。我们今天在这里，同样有众多因缘的成就，所以要对这一切心生感恩。佛法说的</a:t>
            </a:r>
            <a:r>
              <a:rPr lang="en-US" sz="2400" b="0" u="none" strike="noStrike">
                <a:solidFill>
                  <a:schemeClr val="dk1">
                    <a:lumMod val="85000"/>
                    <a:lumOff val="15000"/>
                  </a:schemeClr>
                </a:solidFill>
                <a:effectLst/>
                <a:uFillTx/>
                <a:latin typeface="Arial"/>
                <a:ea typeface="微软雅黑"/>
              </a:rPr>
              <a:t>“上报四重恩”，就是感念父母、师长、国家、众生的恩德，发愿报答。当我们生起感恩，内心是欢喜且柔软的，会主动想着为社会、为众生做些什么。这是增长慈悲心的基础。</a:t>
            </a:r>
            <a:endParaRPr lang="en-US" sz="2400" b="0" u="none" strike="noStrike">
              <a:solidFill>
                <a:srgbClr val="000000"/>
              </a:solidFill>
              <a:effectLst/>
              <a:uFillTx/>
              <a:latin typeface="Arial"/>
            </a:endParaRPr>
          </a:p>
        </p:txBody>
      </p:sp>
      <p:sp>
        <p:nvSpPr>
          <p:cNvPr id="692"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标题"/>
          <p:cNvSpPr/>
          <p:nvPr/>
        </p:nvSpPr>
        <p:spPr>
          <a:xfrm>
            <a:off x="1191960" y="3217680"/>
            <a:ext cx="4293000" cy="2219760"/>
          </a:xfrm>
          <a:prstGeom prst="rect">
            <a:avLst/>
          </a:prstGeom>
          <a:noFill/>
          <a:ln w="0">
            <a:noFill/>
          </a:ln>
        </p:spPr>
        <p:style>
          <a:lnRef idx="0"/>
          <a:fillRef idx="0"/>
          <a:effectRef idx="0"/>
          <a:fontRef idx="minor"/>
        </p:style>
        <p:txBody>
          <a:bodyPr lIns="0" rIns="0" tIns="0" bIns="0" anchor="t">
            <a:normAutofit/>
          </a:bodyPr>
          <a:p>
            <a:pPr defTabSz="914400">
              <a:lnSpc>
                <a:spcPct val="150000"/>
              </a:lnSpc>
            </a:pPr>
            <a:r>
              <a:rPr lang="zh-CN" sz="4800" b="1" u="none" strike="noStrike">
                <a:solidFill>
                  <a:srgbClr val="262626"/>
                </a:solidFill>
                <a:effectLst/>
                <a:uFillTx/>
                <a:latin typeface="Arial"/>
                <a:ea typeface="微软雅黑"/>
              </a:rPr>
              <a:t>小结</a:t>
            </a:r>
            <a:r>
              <a:rPr lang="en-US" sz="4800" b="1" u="none" strike="noStrike">
                <a:solidFill>
                  <a:srgbClr val="262626"/>
                </a:solidFill>
                <a:effectLst/>
                <a:uFillTx/>
                <a:latin typeface="Arial"/>
                <a:ea typeface="微软雅黑"/>
              </a:rPr>
              <a:t>&amp;</a:t>
            </a:r>
            <a:r>
              <a:rPr lang="zh-CN" sz="4800" b="1" u="none" strike="noStrike">
                <a:solidFill>
                  <a:srgbClr val="262626"/>
                </a:solidFill>
                <a:effectLst/>
                <a:uFillTx/>
                <a:latin typeface="Arial"/>
                <a:ea typeface="微软雅黑"/>
              </a:rPr>
              <a:t>练习计划</a:t>
            </a:r>
            <a:endParaRPr lang="en-US" sz="4800" b="0" u="none" strike="noStrike">
              <a:solidFill>
                <a:srgbClr val="000000"/>
              </a:solidFill>
              <a:effectLst/>
              <a:uFillTx/>
              <a:latin typeface="Arial"/>
            </a:endParaRPr>
          </a:p>
        </p:txBody>
      </p:sp>
      <p:sp>
        <p:nvSpPr>
          <p:cNvPr id="694" name="节编号"/>
          <p:cNvSpPr/>
          <p:nvPr/>
        </p:nvSpPr>
        <p:spPr>
          <a:xfrm>
            <a:off x="1190520" y="1855080"/>
            <a:ext cx="4263840" cy="1223280"/>
          </a:xfrm>
          <a:prstGeom prst="rect">
            <a:avLst/>
          </a:prstGeom>
          <a:noFill/>
          <a:ln w="0">
            <a:noFill/>
          </a:ln>
        </p:spPr>
        <p:style>
          <a:lnRef idx="0"/>
          <a:fillRef idx="0"/>
          <a:effectRef idx="0"/>
          <a:fontRef idx="minor"/>
        </p:style>
        <p:txBody>
          <a:bodyPr wrap="none" lIns="0" rIns="0" tIns="0" bIns="0" anchor="ctr">
            <a:normAutofit/>
          </a:bodyPr>
          <a:p>
            <a:pPr defTabSz="914400">
              <a:lnSpc>
                <a:spcPct val="130000"/>
              </a:lnSpc>
              <a:spcBef>
                <a:spcPts val="1001"/>
              </a:spcBef>
              <a:tabLst>
                <a:tab algn="l" pos="0"/>
              </a:tabLst>
            </a:pPr>
            <a:r>
              <a:rPr lang="en-US" sz="5400" b="1" u="none" strike="noStrike">
                <a:solidFill>
                  <a:srgbClr val="8d624f"/>
                </a:solidFill>
                <a:effectLst/>
                <a:uFillTx/>
                <a:latin typeface="Arial"/>
                <a:ea typeface="微软雅黑"/>
              </a:rPr>
              <a:t>PART 06</a:t>
            </a:r>
            <a:endParaRPr lang="en-US" sz="5400" b="0" u="none" strike="noStrike">
              <a:solidFill>
                <a:srgbClr val="000000"/>
              </a:solidFill>
              <a:effectLst/>
              <a:uFillTx/>
              <a:latin typeface="Arial"/>
            </a:endParaRPr>
          </a:p>
        </p:txBody>
      </p:sp>
      <p:sp>
        <p:nvSpPr>
          <p:cNvPr id="695" name="弦形 2"/>
          <p:cNvSpPr/>
          <p:nvPr/>
        </p:nvSpPr>
        <p:spPr>
          <a:xfrm>
            <a:off x="10685880" y="1906920"/>
            <a:ext cx="3002040" cy="3029040"/>
          </a:xfrm>
          <a:prstGeom prst="chord">
            <a:avLst>
              <a:gd name="adj1" fmla="val 5338894"/>
              <a:gd name="adj2" fmla="val 16200000"/>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12"/>
          </p:nvPr>
        </p:nvSpPr>
        <p:spPr/>
        <p:txBody>
          <a:bodyPr/>
          <a:p>
            <a:fld id="{1B6A2E47-396C-486F-B822-FE658065CEDB}" type="slidenum">
              <a:t>24</a:t>
            </a:fld>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title"/>
          </p:nvPr>
        </p:nvSpPr>
        <p:spPr>
          <a:xfrm>
            <a:off x="695880" y="360000"/>
            <a:ext cx="10799280" cy="719280"/>
          </a:xfrm>
          <a:prstGeom prst="rect">
            <a:avLst/>
          </a:prstGeom>
          <a:noFill/>
          <a:ln w="0">
            <a:noFill/>
          </a:ln>
        </p:spPr>
        <p:txBody>
          <a:bodyPr lIns="0" rIns="0" tIns="0" bIns="0" anchor="b">
            <a:noAutofit/>
          </a:bodyPr>
          <a:p>
            <a:pPr indent="0" defTabSz="914400">
              <a:lnSpc>
                <a:spcPct val="100000"/>
              </a:lnSpc>
              <a:buNone/>
              <a:tabLst>
                <a:tab algn="l" pos="0"/>
              </a:tabLst>
            </a:pPr>
            <a:r>
              <a:rPr lang="zh-CN" sz="3200" b="1" u="none" strike="noStrike">
                <a:solidFill>
                  <a:schemeClr val="lt2">
                    <a:lumMod val="25000"/>
                  </a:schemeClr>
                </a:solidFill>
                <a:effectLst/>
                <a:uFillTx/>
                <a:latin typeface="Arial"/>
                <a:ea typeface="微软雅黑"/>
              </a:rPr>
              <a:t>要点回顾</a:t>
            </a:r>
            <a:endParaRPr lang="en-US" sz="3200" b="0" u="none" strike="noStrike">
              <a:solidFill>
                <a:srgbClr val="000000"/>
              </a:solidFill>
              <a:effectLst/>
              <a:uFillTx/>
              <a:latin typeface="Arial"/>
            </a:endParaRPr>
          </a:p>
        </p:txBody>
      </p:sp>
      <p:sp>
        <p:nvSpPr>
          <p:cNvPr id="697" name="PlaceHolder 2"/>
          <p:cNvSpPr>
            <a:spLocks noGrp="1"/>
          </p:cNvSpPr>
          <p:nvPr>
            <p:ph/>
          </p:nvPr>
        </p:nvSpPr>
        <p:spPr>
          <a:xfrm>
            <a:off x="695880" y="1301760"/>
            <a:ext cx="10799280" cy="4872960"/>
          </a:xfrm>
          <a:prstGeom prst="rect">
            <a:avLst/>
          </a:prstGeom>
          <a:noFill/>
          <a:ln w="0">
            <a:noFill/>
          </a:ln>
        </p:spPr>
        <p:txBody>
          <a:bodyPr lIns="0" rIns="0" tIns="0" bIns="0" anchor="t">
            <a:normAutofit lnSpcReduction="9999"/>
          </a:bodyPr>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感恩心的内涵？</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对拥有的一切心怀感恩，感激所有付出的人。</a:t>
            </a:r>
            <a:endParaRPr lang="en-US" sz="2200" b="0" u="none" strike="noStrike">
              <a:solidFill>
                <a:srgbClr val="000000"/>
              </a:solidFill>
              <a:effectLst/>
              <a:uFillTx/>
              <a:latin typeface="Arial"/>
            </a:endParaRPr>
          </a:p>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修习感恩有什么利益？</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幸福、欢喜、福报、和谐</a:t>
            </a:r>
            <a:r>
              <a:rPr lang="en-US" sz="2200" b="0" u="none" strike="noStrike">
                <a:solidFill>
                  <a:schemeClr val="dk1">
                    <a:lumMod val="65000"/>
                    <a:lumOff val="35000"/>
                  </a:schemeClr>
                </a:solidFill>
                <a:effectLst/>
                <a:uFillTx/>
                <a:latin typeface="Arial"/>
                <a:ea typeface="微软雅黑"/>
              </a:rPr>
              <a:t>......</a:t>
            </a:r>
            <a:endParaRPr lang="en-US" sz="2200" b="0" u="none" strike="noStrike">
              <a:solidFill>
                <a:srgbClr val="000000"/>
              </a:solidFill>
              <a:effectLst/>
              <a:uFillTx/>
              <a:latin typeface="Arial"/>
            </a:endParaRPr>
          </a:p>
          <a:p>
            <a:pPr marL="457200" indent="-457200" defTabSz="914400">
              <a:lnSpc>
                <a:spcPct val="200000"/>
              </a:lnSpc>
              <a:spcBef>
                <a:spcPts val="1001"/>
              </a:spcBef>
              <a:buClr>
                <a:srgbClr val="000000"/>
              </a:buClr>
              <a:buFont typeface="Arial"/>
              <a:buAutoNum type="arabicPeriod"/>
            </a:pPr>
            <a:r>
              <a:rPr lang="zh-CN" sz="2400" b="0" u="none" strike="noStrike">
                <a:solidFill>
                  <a:schemeClr val="dk1"/>
                </a:solidFill>
                <a:effectLst/>
                <a:uFillTx/>
                <a:latin typeface="Arial"/>
                <a:ea typeface="微软雅黑"/>
              </a:rPr>
              <a:t>如何修习感恩</a:t>
            </a:r>
            <a:endParaRPr lang="en-US" sz="24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【感恩日记】主动留意生活中值得感恩的人、事、物</a:t>
            </a:r>
            <a:endParaRPr lang="en-US" sz="2200" b="0" u="none" strike="noStrike">
              <a:solidFill>
                <a:srgbClr val="000000"/>
              </a:solidFill>
              <a:effectLst/>
              <a:uFillTx/>
              <a:latin typeface="Arial"/>
            </a:endParaRPr>
          </a:p>
          <a:p>
            <a:pPr marL="800280" lvl="1" indent="-343080" defTabSz="914400">
              <a:lnSpc>
                <a:spcPct val="200000"/>
              </a:lnSpc>
              <a:buClr>
                <a:srgbClr val="595959"/>
              </a:buClr>
              <a:buFont typeface="Arial"/>
              <a:buChar char="•"/>
            </a:pPr>
            <a:r>
              <a:rPr lang="zh-CN" sz="2200" b="0" u="none" strike="noStrike">
                <a:solidFill>
                  <a:schemeClr val="dk1">
                    <a:lumMod val="65000"/>
                    <a:lumOff val="35000"/>
                  </a:schemeClr>
                </a:solidFill>
                <a:effectLst/>
                <a:uFillTx/>
                <a:latin typeface="Arial"/>
                <a:ea typeface="微软雅黑"/>
              </a:rPr>
              <a:t>【因缘之网】通过缘起思维建立感恩心</a:t>
            </a:r>
            <a:endParaRPr lang="en-US" sz="2200" b="0" u="none" strike="noStrike">
              <a:solidFill>
                <a:srgbClr val="000000"/>
              </a:solidFill>
              <a:effectLst/>
              <a:uFillTx/>
              <a:latin typeface="Arial"/>
            </a:endParaRPr>
          </a:p>
        </p:txBody>
      </p:sp>
      <p:sp>
        <p:nvSpPr>
          <p:cNvPr id="698" name="PlaceHolder 3"/>
          <p:cNvSpPr>
            <a:spLocks noGrp="1"/>
          </p:cNvSpPr>
          <p:nvPr>
            <p:ph type="sldNum" idx="37"/>
          </p:nvPr>
        </p:nvSpPr>
        <p:spPr>
          <a:xfrm>
            <a:off x="8754120" y="6356520"/>
            <a:ext cx="2742480" cy="36432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699"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title"/>
          </p:nvPr>
        </p:nvSpPr>
        <p:spPr>
          <a:xfrm>
            <a:off x="695880" y="360000"/>
            <a:ext cx="10799280" cy="719280"/>
          </a:xfrm>
          <a:prstGeom prst="rect">
            <a:avLst/>
          </a:prstGeom>
          <a:noFill/>
          <a:ln w="0">
            <a:noFill/>
          </a:ln>
        </p:spPr>
        <p:txBody>
          <a:bodyPr lIns="0" rIns="0" tIns="0" bIns="0" anchor="b">
            <a:normAutofit/>
          </a:bodyPr>
          <a:p>
            <a:pPr indent="0" defTabSz="914400">
              <a:lnSpc>
                <a:spcPct val="100000"/>
              </a:lnSpc>
              <a:buNone/>
              <a:tabLst>
                <a:tab algn="l" pos="0"/>
              </a:tabLst>
            </a:pPr>
            <a:r>
              <a:rPr lang="zh-CN" sz="3600" b="1" u="none" strike="noStrike">
                <a:solidFill>
                  <a:schemeClr val="accent1">
                    <a:lumMod val="50000"/>
                  </a:schemeClr>
                </a:solidFill>
                <a:effectLst/>
                <a:uFillTx/>
                <a:latin typeface="Arial"/>
                <a:ea typeface="微软雅黑"/>
              </a:rPr>
              <a:t>练习目的</a:t>
            </a:r>
            <a:endParaRPr lang="en-US" sz="3600" b="0" u="none" strike="noStrike">
              <a:solidFill>
                <a:srgbClr val="000000"/>
              </a:solidFill>
              <a:effectLst/>
              <a:uFillTx/>
              <a:latin typeface="Arial"/>
            </a:endParaRPr>
          </a:p>
        </p:txBody>
      </p:sp>
      <p:sp>
        <p:nvSpPr>
          <p:cNvPr id="701"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Hiragino Sans GB W3"/>
              <a:ea typeface="Hiragino Sans GB W3"/>
            </a:endParaRPr>
          </a:p>
        </p:txBody>
      </p:sp>
      <p:sp>
        <p:nvSpPr>
          <p:cNvPr id="702" name="PlaceHolder 2"/>
          <p:cNvSpPr>
            <a:spLocks noGrp="1"/>
          </p:cNvSpPr>
          <p:nvPr>
            <p:ph type="sldNum" idx="38"/>
          </p:nvPr>
        </p:nvSpPr>
        <p:spPr>
          <a:xfrm>
            <a:off x="8754120" y="6007680"/>
            <a:ext cx="2742480" cy="364320"/>
          </a:xfrm>
          <a:prstGeom prst="rect">
            <a:avLst/>
          </a:prstGeom>
          <a:noFill/>
          <a:ln w="0">
            <a:noFill/>
          </a:ln>
        </p:spPr>
        <p:txBody>
          <a:bodyPr lIns="91440" rIns="91440" tIns="45720" bIns="45720" anchor="ctr">
            <a:noAutofit/>
          </a:bodyPr>
          <a:p>
            <a:pPr indent="0">
              <a:buNone/>
            </a:pPr>
            <a:endParaRPr lang="en-US" sz="1800" b="0" u="none" strike="noStrike">
              <a:solidFill>
                <a:srgbClr val="000000"/>
              </a:solidFill>
              <a:effectLst/>
              <a:uFillTx/>
              <a:latin typeface="Times New Roman"/>
            </a:endParaRPr>
          </a:p>
        </p:txBody>
      </p:sp>
      <p:sp>
        <p:nvSpPr>
          <p:cNvPr id="703" name="矩形: 圆角 44"/>
          <p:cNvSpPr/>
          <p:nvPr/>
        </p:nvSpPr>
        <p:spPr>
          <a:xfrm>
            <a:off x="695880" y="1366560"/>
            <a:ext cx="10799280" cy="1472400"/>
          </a:xfrm>
          <a:prstGeom prst="roundRect">
            <a:avLst>
              <a:gd name="adj" fmla="val 5124"/>
            </a:avLst>
          </a:prstGeom>
          <a:gradFill rotWithShape="0">
            <a:gsLst>
              <a:gs pos="0">
                <a:srgbClr val="fefbf5">
                  <a:alpha val="0"/>
                </a:srgbClr>
              </a:gs>
              <a:gs pos="100000">
                <a:srgbClr val="fbefd9">
                  <a:alpha val="20000"/>
                </a:srgbClr>
              </a:gs>
            </a:gsLst>
            <a:lin ang="0"/>
          </a:gradFill>
          <a:ln w="9525">
            <a:solidFill>
              <a:srgbClr val="fbefd9"/>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0" u="none" strike="noStrike">
              <a:solidFill>
                <a:schemeClr val="dk1"/>
              </a:solidFill>
              <a:effectLst/>
              <a:uFillTx/>
              <a:latin typeface="Hiragino Sans GB W3"/>
              <a:ea typeface="Hiragino Sans GB W3"/>
            </a:endParaRPr>
          </a:p>
        </p:txBody>
      </p:sp>
      <p:sp>
        <p:nvSpPr>
          <p:cNvPr id="704" name="矩形 50"/>
          <p:cNvSpPr/>
          <p:nvPr/>
        </p:nvSpPr>
        <p:spPr>
          <a:xfrm>
            <a:off x="937440" y="1367280"/>
            <a:ext cx="2271240" cy="1471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2"/>
                </a:solidFill>
                <a:effectLst/>
                <a:uFillTx/>
                <a:latin typeface="Arial"/>
                <a:ea typeface="微软雅黑"/>
              </a:rPr>
              <a:t>反观自照</a:t>
            </a:r>
            <a:endParaRPr lang="en-US" sz="2800" b="0" u="none" strike="noStrike">
              <a:solidFill>
                <a:srgbClr val="000000"/>
              </a:solidFill>
              <a:effectLst/>
              <a:uFillTx/>
              <a:latin typeface="Arial"/>
            </a:endParaRPr>
          </a:p>
        </p:txBody>
      </p:sp>
      <p:sp>
        <p:nvSpPr>
          <p:cNvPr id="705" name="矩形 51"/>
          <p:cNvSpPr/>
          <p:nvPr/>
        </p:nvSpPr>
        <p:spPr>
          <a:xfrm>
            <a:off x="3572640" y="1367280"/>
            <a:ext cx="7922880" cy="147168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建立在生活中的不同场景中有意识的带着感恩心面对当下的人和事的习惯。</a:t>
            </a:r>
            <a:endParaRPr lang="en-US" sz="2400" b="0" u="none" strike="noStrike">
              <a:solidFill>
                <a:srgbClr val="000000"/>
              </a:solidFill>
              <a:effectLst/>
              <a:uFillTx/>
              <a:latin typeface="Arial"/>
            </a:endParaRPr>
          </a:p>
        </p:txBody>
      </p:sp>
      <p:cxnSp>
        <p:nvCxnSpPr>
          <p:cNvPr id="706" name="直接连接符 52"/>
          <p:cNvCxnSpPr/>
          <p:nvPr/>
        </p:nvCxnSpPr>
        <p:spPr>
          <a:xfrm>
            <a:off x="3367800" y="1645920"/>
            <a:ext cx="720" cy="915480"/>
          </a:xfrm>
          <a:prstGeom prst="straightConnector1">
            <a:avLst/>
          </a:prstGeom>
          <a:ln w="12700">
            <a:solidFill>
              <a:srgbClr val="eab140"/>
            </a:solidFill>
            <a:round/>
          </a:ln>
        </p:spPr>
      </p:cxnSp>
      <p:sp>
        <p:nvSpPr>
          <p:cNvPr id="707" name="矩形: 圆角 44"/>
          <p:cNvSpPr/>
          <p:nvPr/>
        </p:nvSpPr>
        <p:spPr>
          <a:xfrm>
            <a:off x="695880" y="3088800"/>
            <a:ext cx="10799280" cy="1472400"/>
          </a:xfrm>
          <a:prstGeom prst="roundRect">
            <a:avLst>
              <a:gd name="adj" fmla="val 5124"/>
            </a:avLst>
          </a:prstGeom>
          <a:gradFill rotWithShape="0">
            <a:gsLst>
              <a:gs pos="0">
                <a:srgbClr val="fef9f6">
                  <a:alpha val="0"/>
                </a:srgbClr>
              </a:gs>
              <a:gs pos="100000">
                <a:srgbClr val="fae8dd">
                  <a:alpha val="20000"/>
                </a:srgbClr>
              </a:gs>
            </a:gsLst>
            <a:lin ang="0"/>
          </a:gradFill>
          <a:ln w="9525">
            <a:solidFill>
              <a:srgbClr val="fae8dd"/>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1" u="none" strike="noStrike">
              <a:solidFill>
                <a:schemeClr val="dk1"/>
              </a:solidFill>
              <a:effectLst/>
              <a:uFillTx/>
              <a:latin typeface="Hiragino Sans GB W6"/>
              <a:ea typeface="Hiragino Sans GB W6"/>
            </a:endParaRPr>
          </a:p>
        </p:txBody>
      </p:sp>
      <p:sp>
        <p:nvSpPr>
          <p:cNvPr id="708" name="矩形 54"/>
          <p:cNvSpPr/>
          <p:nvPr/>
        </p:nvSpPr>
        <p:spPr>
          <a:xfrm>
            <a:off x="3572640" y="3089160"/>
            <a:ext cx="7922880" cy="147168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建立留意生活中的善意、好事（哪怕很微小）的习惯。</a:t>
            </a:r>
            <a:endParaRPr lang="en-US" sz="2400" b="0" u="none" strike="noStrike">
              <a:solidFill>
                <a:srgbClr val="000000"/>
              </a:solidFill>
              <a:effectLst/>
              <a:uFillTx/>
              <a:latin typeface="Arial"/>
            </a:endParaRPr>
          </a:p>
        </p:txBody>
      </p:sp>
      <p:cxnSp>
        <p:nvCxnSpPr>
          <p:cNvPr id="709" name="直接连接符 56"/>
          <p:cNvCxnSpPr/>
          <p:nvPr/>
        </p:nvCxnSpPr>
        <p:spPr>
          <a:xfrm>
            <a:off x="3367800" y="3367800"/>
            <a:ext cx="720" cy="915840"/>
          </a:xfrm>
          <a:prstGeom prst="straightConnector1">
            <a:avLst/>
          </a:prstGeom>
          <a:ln w="12700">
            <a:solidFill>
              <a:srgbClr val="e78a55"/>
            </a:solidFill>
            <a:round/>
          </a:ln>
        </p:spPr>
      </p:cxnSp>
      <p:sp>
        <p:nvSpPr>
          <p:cNvPr id="710" name="矩形: 圆角 44"/>
          <p:cNvSpPr/>
          <p:nvPr/>
        </p:nvSpPr>
        <p:spPr>
          <a:xfrm>
            <a:off x="695880" y="4810680"/>
            <a:ext cx="10799280" cy="1472400"/>
          </a:xfrm>
          <a:prstGeom prst="roundRect">
            <a:avLst>
              <a:gd name="adj" fmla="val 5124"/>
            </a:avLst>
          </a:prstGeom>
          <a:gradFill rotWithShape="0">
            <a:gsLst>
              <a:gs pos="0">
                <a:srgbClr val="fefbf5">
                  <a:alpha val="0"/>
                </a:srgbClr>
              </a:gs>
              <a:gs pos="100000">
                <a:srgbClr val="fbefd9">
                  <a:alpha val="20000"/>
                </a:srgbClr>
              </a:gs>
            </a:gsLst>
            <a:lin ang="0"/>
          </a:gradFill>
          <a:ln w="9525">
            <a:solidFill>
              <a:srgbClr val="fbefd9"/>
            </a:solidFill>
            <a:round/>
          </a:ln>
        </p:spPr>
        <p:style>
          <a:lnRef idx="0"/>
          <a:fillRef idx="0"/>
          <a:effectRef idx="0"/>
          <a:fontRef idx="minor"/>
        </p:style>
        <p:txBody>
          <a:bodyPr numCol="1" spcCol="0" lIns="90000" rIns="90000" tIns="45000" bIns="45000" anchor="t">
            <a:noAutofit/>
          </a:bodyPr>
          <a:p>
            <a:pPr defTabSz="914400">
              <a:lnSpc>
                <a:spcPct val="100000"/>
              </a:lnSpc>
            </a:pPr>
            <a:endParaRPr lang="en-US" sz="1800" b="0" u="none" strike="noStrike">
              <a:solidFill>
                <a:schemeClr val="dk1"/>
              </a:solidFill>
              <a:effectLst/>
              <a:uFillTx/>
              <a:latin typeface="Hiragino Sans GB W3"/>
              <a:ea typeface="Hiragino Sans GB W3"/>
            </a:endParaRPr>
          </a:p>
        </p:txBody>
      </p:sp>
      <p:sp>
        <p:nvSpPr>
          <p:cNvPr id="711" name="矩形 58"/>
          <p:cNvSpPr/>
          <p:nvPr/>
        </p:nvSpPr>
        <p:spPr>
          <a:xfrm>
            <a:off x="3572640" y="4810680"/>
            <a:ext cx="7922880" cy="1471680"/>
          </a:xfrm>
          <a:prstGeom prst="rect">
            <a:avLst/>
          </a:prstGeom>
          <a:noFill/>
          <a:ln w="0">
            <a:noFill/>
          </a:ln>
        </p:spPr>
        <p:style>
          <a:lnRef idx="0"/>
          <a:fillRef idx="0"/>
          <a:effectRef idx="0"/>
          <a:fontRef idx="minor"/>
        </p:style>
        <p:txBody>
          <a:bodyPr lIns="0" rIns="0" tIns="0" bIns="0" anchor="ctr">
            <a:noAutofit/>
          </a:bodyPr>
          <a:p>
            <a:pPr defTabSz="914400">
              <a:lnSpc>
                <a:spcPct val="150000"/>
              </a:lnSpc>
            </a:pPr>
            <a:r>
              <a:rPr lang="zh-CN" sz="2400" b="0" u="none" strike="noStrike">
                <a:solidFill>
                  <a:schemeClr val="dk1">
                    <a:lumMod val="85000"/>
                    <a:lumOff val="15000"/>
                  </a:schemeClr>
                </a:solidFill>
                <a:effectLst/>
                <a:uFillTx/>
                <a:latin typeface="Arial"/>
                <a:ea typeface="微软雅黑"/>
              </a:rPr>
              <a:t>建立一种普遍的感恩心，广泛的联结感，感受到自我生活于众多的因缘之中，弱化自我中心和孤立隔阂。</a:t>
            </a:r>
            <a:endParaRPr lang="en-US" sz="2400" b="0" u="none" strike="noStrike">
              <a:solidFill>
                <a:srgbClr val="000000"/>
              </a:solidFill>
              <a:effectLst/>
              <a:uFillTx/>
              <a:latin typeface="Arial"/>
            </a:endParaRPr>
          </a:p>
        </p:txBody>
      </p:sp>
      <p:cxnSp>
        <p:nvCxnSpPr>
          <p:cNvPr id="712" name="直接连接符 59"/>
          <p:cNvCxnSpPr/>
          <p:nvPr/>
        </p:nvCxnSpPr>
        <p:spPr>
          <a:xfrm>
            <a:off x="3367800" y="5089320"/>
            <a:ext cx="720" cy="915840"/>
          </a:xfrm>
          <a:prstGeom prst="straightConnector1">
            <a:avLst/>
          </a:prstGeom>
          <a:ln w="12700">
            <a:solidFill>
              <a:srgbClr val="eab140"/>
            </a:solidFill>
            <a:round/>
          </a:ln>
        </p:spPr>
      </p:cxnSp>
      <p:sp>
        <p:nvSpPr>
          <p:cNvPr id="713" name="矩形 63"/>
          <p:cNvSpPr/>
          <p:nvPr/>
        </p:nvSpPr>
        <p:spPr>
          <a:xfrm>
            <a:off x="937440" y="3089160"/>
            <a:ext cx="2271240" cy="1471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1"/>
                </a:solidFill>
                <a:effectLst/>
                <a:uFillTx/>
                <a:latin typeface="Arial"/>
                <a:ea typeface="微软雅黑"/>
              </a:rPr>
              <a:t>感恩日记</a:t>
            </a:r>
            <a:endParaRPr lang="en-US" sz="2800" b="0" u="none" strike="noStrike">
              <a:solidFill>
                <a:srgbClr val="000000"/>
              </a:solidFill>
              <a:effectLst/>
              <a:uFillTx/>
              <a:latin typeface="Arial"/>
            </a:endParaRPr>
          </a:p>
        </p:txBody>
      </p:sp>
      <p:sp>
        <p:nvSpPr>
          <p:cNvPr id="714" name="矩形 65"/>
          <p:cNvSpPr/>
          <p:nvPr/>
        </p:nvSpPr>
        <p:spPr>
          <a:xfrm>
            <a:off x="937440" y="4809960"/>
            <a:ext cx="2271240" cy="1473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pPr>
            <a:r>
              <a:rPr lang="zh-CN" sz="2800" b="1" u="none" strike="noStrike">
                <a:solidFill>
                  <a:schemeClr val="accent4">
                    <a:lumMod val="75000"/>
                  </a:schemeClr>
                </a:solidFill>
                <a:effectLst/>
                <a:uFillTx/>
                <a:latin typeface="Arial"/>
                <a:ea typeface="微软雅黑"/>
              </a:rPr>
              <a:t>因缘之网</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716" name="PlaceHolder 1"/>
          <p:cNvSpPr>
            <a:spLocks noGrp="1"/>
          </p:cNvSpPr>
          <p:nvPr>
            <p:ph type="title"/>
          </p:nvPr>
        </p:nvSpPr>
        <p:spPr>
          <a:xfrm>
            <a:off x="695880" y="360000"/>
            <a:ext cx="10799280" cy="719280"/>
          </a:xfrm>
          <a:prstGeom prst="rect">
            <a:avLst/>
          </a:prstGeom>
          <a:noFill/>
          <a:ln w="0">
            <a:noFill/>
          </a:ln>
        </p:spPr>
        <p:txBody>
          <a:bodyPr lIns="91440" rIns="91440" tIns="45720" bIns="45720" anchor="ctr">
            <a:noAutofit/>
          </a:bodyPr>
          <a:p>
            <a:pPr indent="0" algn="ctr" defTabSz="914400">
              <a:lnSpc>
                <a:spcPct val="150000"/>
              </a:lnSpc>
              <a:buNone/>
              <a:tabLst>
                <a:tab algn="l" pos="0"/>
              </a:tabLst>
            </a:pPr>
            <a:r>
              <a:rPr lang="zh-CN" sz="4400" b="1" u="none" strike="noStrike">
                <a:solidFill>
                  <a:schemeClr val="accent1">
                    <a:lumMod val="50000"/>
                  </a:schemeClr>
                </a:solidFill>
                <a:effectLst/>
                <a:uFillTx/>
                <a:latin typeface="Arial"/>
                <a:ea typeface="微软雅黑"/>
              </a:rPr>
              <a:t>练习计划</a:t>
            </a:r>
            <a:endParaRPr lang="en-US" sz="4400" b="0" u="none" strike="noStrike">
              <a:solidFill>
                <a:srgbClr val="000000"/>
              </a:solidFill>
              <a:effectLst/>
              <a:uFillTx/>
              <a:latin typeface="Arial"/>
            </a:endParaRPr>
          </a:p>
        </p:txBody>
      </p:sp>
      <p:graphicFrame>
        <p:nvGraphicFramePr>
          <p:cNvPr id="717" name="表格 1"/>
          <p:cNvGraphicFramePr/>
          <p:nvPr/>
        </p:nvGraphicFramePr>
        <p:xfrm>
          <a:off x="619920" y="1468800"/>
          <a:ext cx="10800360" cy="2851200"/>
        </p:xfrm>
        <a:graphic>
          <a:graphicData uri="http://schemas.openxmlformats.org/drawingml/2006/table">
            <a:tbl>
              <a:tblPr/>
              <a:tblGrid>
                <a:gridCol w="1775160"/>
                <a:gridCol w="4600440"/>
                <a:gridCol w="4425120"/>
              </a:tblGrid>
              <a:tr h="935640">
                <a:tc>
                  <a:txBody>
                    <a:bodyPr lIns="68400" rIns="68400" tIns="0" bIns="0" anchor="ctr">
                      <a:noAutofit/>
                    </a:bodyPr>
                    <a:p>
                      <a:endParaRPr lang="en-US" sz="2200" b="0" u="none" strike="noStrike">
                        <a:solidFill>
                          <a:srgbClr val="0c0c0c"/>
                        </a:solidFill>
                        <a:effectLst/>
                        <a:uFillTx/>
                        <a:latin typeface="Arial"/>
                        <a:ea typeface="微软雅黑"/>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c0c0c"/>
                          </a:solidFill>
                          <a:effectLst/>
                          <a:uFillTx/>
                          <a:latin typeface="Arial"/>
                          <a:ea typeface="微软雅黑"/>
                        </a:rPr>
                        <a:t>每日座上慈心练习</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c0c0c"/>
                          </a:solidFill>
                          <a:effectLst/>
                          <a:uFillTx/>
                          <a:latin typeface="Arial"/>
                          <a:ea typeface="微软雅黑"/>
                        </a:rPr>
                        <a:t>每日感恩练习</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958680">
                <a:tc>
                  <a:txBody>
                    <a:bodyPr lIns="68400" rIns="68400" tIns="0" bIns="0" anchor="ctr">
                      <a:noAutofit/>
                    </a:bodyPr>
                    <a:p>
                      <a:pPr algn="ctr" defTabSz="914400">
                        <a:lnSpc>
                          <a:spcPct val="150000"/>
                        </a:lnSpc>
                        <a:spcBef>
                          <a:spcPts val="499"/>
                        </a:spcBef>
                        <a:spcAft>
                          <a:spcPts val="499"/>
                        </a:spcAft>
                        <a:tabLst>
                          <a:tab algn="l" pos="0"/>
                        </a:tabLst>
                      </a:pPr>
                      <a:r>
                        <a:rPr lang="zh-CN" sz="2200" b="0" u="none" strike="noStrike">
                          <a:solidFill>
                            <a:srgbClr val="000000"/>
                          </a:solidFill>
                          <a:effectLst/>
                          <a:uFillTx/>
                          <a:latin typeface="Arial"/>
                          <a:ea typeface="微软雅黑"/>
                        </a:rPr>
                        <a:t>第一周</a:t>
                      </a:r>
                      <a:endParaRPr lang="en-US" sz="22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对自己修慈心</a:t>
                      </a:r>
                      <a:r>
                        <a:rPr lang="en-US" sz="2400" b="0" u="none" strike="noStrike">
                          <a:solidFill>
                            <a:srgbClr val="000000"/>
                          </a:solidFill>
                          <a:effectLst/>
                          <a:uFillTx/>
                          <a:latin typeface="Arial"/>
                          <a:ea typeface="微软雅黑"/>
                        </a:rPr>
                        <a:t>-15</a:t>
                      </a:r>
                      <a:r>
                        <a:rPr lang="zh-CN" sz="2400" b="0" u="none" strike="noStrike">
                          <a:solidFill>
                            <a:srgbClr val="000000"/>
                          </a:solidFill>
                          <a:effectLst/>
                          <a:uFillTx/>
                          <a:latin typeface="Arial"/>
                          <a:ea typeface="微软雅黑"/>
                        </a:rPr>
                        <a:t>分钟</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感恩日记</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956880">
                <a:tc>
                  <a:txBody>
                    <a:bodyPr lIns="68400" rIns="68400" tIns="0" bIns="0" anchor="ctr">
                      <a:noAutofit/>
                    </a:bodyPr>
                    <a:p>
                      <a:pPr algn="ctr" defTabSz="914400">
                        <a:lnSpc>
                          <a:spcPct val="150000"/>
                        </a:lnSpc>
                        <a:spcBef>
                          <a:spcPts val="499"/>
                        </a:spcBef>
                        <a:spcAft>
                          <a:spcPts val="499"/>
                        </a:spcAft>
                        <a:tabLst>
                          <a:tab algn="l" pos="0"/>
                        </a:tabLst>
                      </a:pPr>
                      <a:r>
                        <a:rPr lang="zh-CN" sz="2200" b="0" u="none" strike="noStrike">
                          <a:solidFill>
                            <a:srgbClr val="000000"/>
                          </a:solidFill>
                          <a:effectLst/>
                          <a:uFillTx/>
                          <a:latin typeface="Arial"/>
                          <a:ea typeface="微软雅黑"/>
                        </a:rPr>
                        <a:t>第二周</a:t>
                      </a:r>
                      <a:endParaRPr lang="en-US" sz="22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对自己修慈心</a:t>
                      </a:r>
                      <a:r>
                        <a:rPr lang="en-US" sz="2400" b="0" u="none" strike="noStrike">
                          <a:solidFill>
                            <a:srgbClr val="000000"/>
                          </a:solidFill>
                          <a:effectLst/>
                          <a:uFillTx/>
                          <a:latin typeface="Arial"/>
                          <a:ea typeface="微软雅黑"/>
                        </a:rPr>
                        <a:t>-15</a:t>
                      </a:r>
                      <a:r>
                        <a:rPr lang="zh-CN" sz="2400" b="0" u="none" strike="noStrike">
                          <a:solidFill>
                            <a:srgbClr val="000000"/>
                          </a:solidFill>
                          <a:effectLst/>
                          <a:uFillTx/>
                          <a:latin typeface="Arial"/>
                          <a:ea typeface="微软雅黑"/>
                        </a:rPr>
                        <a:t>分钟</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lIns="68400" rIns="68400" tIns="0" bIns="0" anchor="ctr">
                      <a:noAutofit/>
                    </a:bodyPr>
                    <a:p>
                      <a:pPr algn="ctr" defTabSz="914400">
                        <a:lnSpc>
                          <a:spcPct val="150000"/>
                        </a:lnSpc>
                        <a:spcBef>
                          <a:spcPts val="499"/>
                        </a:spcBef>
                        <a:spcAft>
                          <a:spcPts val="499"/>
                        </a:spcAft>
                        <a:tabLst>
                          <a:tab algn="l" pos="0"/>
                        </a:tabLst>
                      </a:pPr>
                      <a:r>
                        <a:rPr lang="zh-CN" sz="2400" b="0" u="none" strike="noStrike">
                          <a:solidFill>
                            <a:srgbClr val="000000"/>
                          </a:solidFill>
                          <a:effectLst/>
                          <a:uFillTx/>
                          <a:latin typeface="Arial"/>
                          <a:ea typeface="微软雅黑"/>
                        </a:rPr>
                        <a:t>因缘之网</a:t>
                      </a:r>
                      <a:endParaRPr lang="en-US" sz="2400" b="0" u="none" strike="noStrike">
                        <a:solidFill>
                          <a:srgbClr val="000000"/>
                        </a:solidFill>
                        <a:effectLst/>
                        <a:uFillTx/>
                        <a:latin typeface="Arial"/>
                      </a:endParaRPr>
                    </a:p>
                  </a:txBody>
                  <a:tcPr anchor="ctr" marL="68400" marR="6840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718" name="文本框 4"/>
          <p:cNvSpPr/>
          <p:nvPr/>
        </p:nvSpPr>
        <p:spPr>
          <a:xfrm>
            <a:off x="695880" y="4525560"/>
            <a:ext cx="10725120" cy="1625400"/>
          </a:xfrm>
          <a:prstGeom prst="rect">
            <a:avLst/>
          </a:prstGeom>
          <a:solidFill>
            <a:schemeClr val="accent3">
              <a:lumMod val="40000"/>
              <a:lumOff val="60000"/>
            </a:schemeClr>
          </a:solidFill>
          <a:ln w="0">
            <a:noFill/>
          </a:ln>
        </p:spPr>
        <p:style>
          <a:lnRef idx="0"/>
          <a:fillRef idx="0"/>
          <a:effectRef idx="0"/>
          <a:fontRef idx="minor"/>
        </p:style>
        <p:txBody>
          <a:bodyPr lIns="90000" rIns="90000" tIns="45000" bIns="45000" anchor="t">
            <a:noAutofit/>
          </a:bodyPr>
          <a:p>
            <a:pPr defTabSz="914400">
              <a:lnSpc>
                <a:spcPct val="150000"/>
              </a:lnSpc>
            </a:pPr>
            <a:r>
              <a:rPr lang="en-US" sz="2200" b="0" u="none" strike="noStrike">
                <a:solidFill>
                  <a:schemeClr val="dk1"/>
                </a:solidFill>
                <a:effectLst/>
                <a:uFillTx/>
                <a:latin typeface="Arial"/>
                <a:ea typeface="微软雅黑"/>
              </a:rPr>
              <a:t>1</a:t>
            </a:r>
            <a:r>
              <a:rPr lang="zh-CN" sz="2200" b="0" u="none" strike="noStrike">
                <a:solidFill>
                  <a:schemeClr val="dk1"/>
                </a:solidFill>
                <a:effectLst/>
                <a:uFillTx/>
                <a:latin typeface="Arial"/>
                <a:ea typeface="微软雅黑"/>
              </a:rPr>
              <a:t>、练习要求：座上</a:t>
            </a:r>
            <a:r>
              <a:rPr lang="en-US" sz="2200" b="0" u="none" strike="noStrike">
                <a:solidFill>
                  <a:schemeClr val="dk1"/>
                </a:solidFill>
                <a:effectLst/>
                <a:uFillTx/>
                <a:latin typeface="Arial"/>
                <a:ea typeface="微软雅黑"/>
              </a:rPr>
              <a:t>+</a:t>
            </a:r>
            <a:r>
              <a:rPr lang="zh-CN" sz="2200" b="0" u="none" strike="noStrike">
                <a:solidFill>
                  <a:schemeClr val="dk1"/>
                </a:solidFill>
                <a:effectLst/>
                <a:uFillTx/>
                <a:latin typeface="Arial"/>
                <a:ea typeface="微软雅黑"/>
              </a:rPr>
              <a:t>座下练习每周至少</a:t>
            </a:r>
            <a:r>
              <a:rPr lang="en-US" sz="2200" b="0" u="none" strike="noStrike">
                <a:solidFill>
                  <a:schemeClr val="dk1"/>
                </a:solidFill>
                <a:effectLst/>
                <a:uFillTx/>
                <a:latin typeface="Arial"/>
                <a:ea typeface="微软雅黑"/>
              </a:rPr>
              <a:t>5</a:t>
            </a:r>
            <a:r>
              <a:rPr lang="zh-CN" sz="2200" b="0" u="none" strike="noStrike">
                <a:solidFill>
                  <a:schemeClr val="dk1"/>
                </a:solidFill>
                <a:effectLst/>
                <a:uFillTx/>
                <a:latin typeface="Arial"/>
                <a:ea typeface="微软雅黑"/>
              </a:rPr>
              <a:t>天</a:t>
            </a:r>
            <a:endParaRPr lang="en-US" sz="2200" b="0" u="none" strike="noStrike">
              <a:solidFill>
                <a:srgbClr val="000000"/>
              </a:solidFill>
              <a:effectLst/>
              <a:uFillTx/>
              <a:latin typeface="Arial"/>
            </a:endParaRPr>
          </a:p>
          <a:p>
            <a:pPr defTabSz="914400">
              <a:lnSpc>
                <a:spcPct val="150000"/>
              </a:lnSpc>
            </a:pPr>
            <a:r>
              <a:rPr lang="en-US" sz="2200" b="0" u="none" strike="noStrike">
                <a:solidFill>
                  <a:schemeClr val="dk1"/>
                </a:solidFill>
                <a:effectLst/>
                <a:uFillTx/>
                <a:latin typeface="Arial"/>
                <a:ea typeface="微软雅黑"/>
              </a:rPr>
              <a:t>2</a:t>
            </a:r>
            <a:r>
              <a:rPr lang="zh-CN" sz="2200" b="0" u="none" strike="noStrike">
                <a:solidFill>
                  <a:schemeClr val="dk1"/>
                </a:solidFill>
                <a:effectLst/>
                <a:uFillTx/>
                <a:latin typeface="Arial"/>
                <a:ea typeface="微软雅黑"/>
              </a:rPr>
              <a:t>、每日分享：在班群分享自己每日的练习及心得</a:t>
            </a:r>
            <a:endParaRPr lang="en-US" sz="2200" b="0" u="none" strike="noStrike">
              <a:solidFill>
                <a:srgbClr val="000000"/>
              </a:solidFill>
              <a:effectLst/>
              <a:uFillTx/>
              <a:latin typeface="Arial"/>
            </a:endParaRPr>
          </a:p>
          <a:p>
            <a:pPr defTabSz="914400">
              <a:lnSpc>
                <a:spcPct val="150000"/>
              </a:lnSpc>
            </a:pPr>
            <a:r>
              <a:rPr lang="en-US" sz="2200" b="0" u="none" strike="noStrike">
                <a:solidFill>
                  <a:schemeClr val="dk1"/>
                </a:solidFill>
                <a:effectLst/>
                <a:uFillTx/>
                <a:latin typeface="Arial"/>
                <a:ea typeface="微软雅黑"/>
              </a:rPr>
              <a:t>3</a:t>
            </a:r>
            <a:r>
              <a:rPr lang="zh-CN" sz="2200" b="0" u="none" strike="noStrike">
                <a:solidFill>
                  <a:schemeClr val="dk1"/>
                </a:solidFill>
                <a:effectLst/>
                <a:uFillTx/>
                <a:latin typeface="Arial"/>
                <a:ea typeface="微软雅黑"/>
              </a:rPr>
              <a:t>、每周班级交流后，请 </a:t>
            </a:r>
            <a:r>
              <a:rPr lang="en-US" sz="2200" b="0" u="none" strike="noStrike">
                <a:solidFill>
                  <a:schemeClr val="dk1"/>
                </a:solidFill>
                <a:effectLst/>
                <a:uFillTx/>
                <a:latin typeface="Arial"/>
                <a:ea typeface="微软雅黑"/>
              </a:rPr>
              <a:t>2-3 </a:t>
            </a:r>
            <a:r>
              <a:rPr lang="zh-CN" sz="2200" b="0" u="none" strike="noStrike">
                <a:solidFill>
                  <a:schemeClr val="dk1"/>
                </a:solidFill>
                <a:effectLst/>
                <a:uFillTx/>
                <a:latin typeface="Arial"/>
                <a:ea typeface="微软雅黑"/>
              </a:rPr>
              <a:t>位同学分享本周练习心得</a:t>
            </a:r>
            <a:endParaRPr lang="en-US" sz="2200" b="0" u="none" strike="noStrike">
              <a:solidFill>
                <a:srgbClr val="000000"/>
              </a:solidFill>
              <a:effectLst/>
              <a:uFillTx/>
              <a:latin typeface="Arial"/>
            </a:endParaRPr>
          </a:p>
        </p:txBody>
      </p:sp>
      <p:sp>
        <p:nvSpPr>
          <p:cNvPr id="719" name="文本框 2"/>
          <p:cNvSpPr/>
          <p:nvPr/>
        </p:nvSpPr>
        <p:spPr>
          <a:xfrm>
            <a:off x="14626080" y="2309400"/>
            <a:ext cx="4063320" cy="367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endParaRPr lang="en-US" sz="1800" b="0" u="none" strike="noStrike">
              <a:solidFill>
                <a:schemeClr val="dk1"/>
              </a:solidFill>
              <a:effectLst/>
              <a:uFillTx/>
              <a:latin typeface="Arial"/>
              <a:ea typeface="微软雅黑"/>
            </a:endParaRPr>
          </a:p>
        </p:txBody>
      </p:sp>
      <p:sp>
        <p:nvSpPr>
          <p:cNvPr id="3" name="PlaceHolder 2"/>
          <p:cNvSpPr>
            <a:spLocks noGrp="1"/>
          </p:cNvSpPr>
          <p:nvPr>
            <p:ph type="sldNum" idx="3"/>
          </p:nvPr>
        </p:nvSpPr>
        <p:spPr/>
        <p:txBody>
          <a:bodyPr/>
          <a:p>
            <a:fld id="{FF6BAA74-AA2F-4781-A2F2-2D713E0D96FA}"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文本框 3"/>
          <p:cNvSpPr/>
          <p:nvPr/>
        </p:nvSpPr>
        <p:spPr>
          <a:xfrm>
            <a:off x="6442200" y="2188800"/>
            <a:ext cx="4063320" cy="25527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200000"/>
              </a:lnSpc>
            </a:pPr>
            <a:r>
              <a:rPr lang="zh-CN" sz="4000" b="0" u="none" strike="noStrike">
                <a:solidFill>
                  <a:schemeClr val="dk1"/>
                </a:solidFill>
                <a:effectLst/>
                <a:uFillTx/>
                <a:latin typeface="微软雅黑"/>
                <a:ea typeface="微软雅黑"/>
              </a:rPr>
              <a:t>一起诵读</a:t>
            </a:r>
            <a:endParaRPr lang="en-US" sz="4000" b="0" u="none" strike="noStrike">
              <a:solidFill>
                <a:srgbClr val="000000"/>
              </a:solidFill>
              <a:effectLst/>
              <a:uFillTx/>
              <a:latin typeface="Arial"/>
            </a:endParaRPr>
          </a:p>
          <a:p>
            <a:pPr algn="ctr" defTabSz="914400">
              <a:lnSpc>
                <a:spcPct val="200000"/>
              </a:lnSpc>
            </a:pPr>
            <a:r>
              <a:rPr lang="zh-CN" sz="4000" b="0" u="none" strike="noStrike">
                <a:solidFill>
                  <a:schemeClr val="accent5">
                    <a:lumMod val="50000"/>
                  </a:schemeClr>
                </a:solidFill>
                <a:effectLst/>
                <a:uFillTx/>
                <a:latin typeface="微软雅黑"/>
                <a:ea typeface="微软雅黑"/>
              </a:rPr>
              <a:t>《</a:t>
            </a:r>
            <a:r>
              <a:rPr lang="zh-CN" sz="4000" b="0" u="none" strike="noStrike">
                <a:solidFill>
                  <a:schemeClr val="dk1"/>
                </a:solidFill>
                <a:effectLst/>
                <a:uFillTx/>
                <a:latin typeface="Arial"/>
                <a:ea typeface="微软雅黑"/>
              </a:rPr>
              <a:t>感恩祈愿文</a:t>
            </a:r>
            <a:r>
              <a:rPr lang="zh-CN" sz="4000" b="0" u="none" strike="noStrike">
                <a:solidFill>
                  <a:schemeClr val="accent5">
                    <a:lumMod val="50000"/>
                  </a:schemeClr>
                </a:solidFill>
                <a:effectLst/>
                <a:uFillTx/>
                <a:latin typeface="微软雅黑"/>
                <a:ea typeface="微软雅黑"/>
              </a:rPr>
              <a:t>》</a:t>
            </a:r>
            <a:endParaRPr lang="en-US" sz="4000" b="0" u="none" strike="noStrike">
              <a:solidFill>
                <a:srgbClr val="000000"/>
              </a:solidFill>
              <a:effectLst/>
              <a:uFillTx/>
              <a:latin typeface="Arial"/>
            </a:endParaRPr>
          </a:p>
        </p:txBody>
      </p:sp>
      <p:sp>
        <p:nvSpPr>
          <p:cNvPr id="2" name="PlaceHolder 1"/>
          <p:cNvSpPr>
            <a:spLocks noGrp="1"/>
          </p:cNvSpPr>
          <p:nvPr>
            <p:ph type="sldNum" idx="24"/>
          </p:nvPr>
        </p:nvSpPr>
        <p:spPr/>
        <p:txBody>
          <a:bodyPr/>
          <a:p>
            <a:fld id="{D2838F44-BC1D-4C41-AE35-62CC39756469}" type="slidenum">
              <a:t>28</a:t>
            </a:fld>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文本框 14"/>
          <p:cNvSpPr/>
          <p:nvPr/>
        </p:nvSpPr>
        <p:spPr>
          <a:xfrm>
            <a:off x="609480" y="806400"/>
            <a:ext cx="10972080" cy="761400"/>
          </a:xfrm>
          <a:prstGeom prst="rect">
            <a:avLst/>
          </a:prstGeom>
          <a:noFill/>
          <a:ln w="0">
            <a:noFill/>
          </a:ln>
        </p:spPr>
        <p:style>
          <a:lnRef idx="0"/>
          <a:fillRef idx="0"/>
          <a:effectRef idx="0"/>
          <a:fontRef idx="minor"/>
        </p:style>
        <p:txBody>
          <a:bodyPr lIns="63360" rIns="63360" tIns="25560" bIns="25560" anchor="t">
            <a:normAutofit/>
          </a:bodyPr>
          <a:p>
            <a:pPr algn="ctr" defTabSz="914400">
              <a:lnSpc>
                <a:spcPct val="100000"/>
              </a:lnSpc>
              <a:tabLst>
                <a:tab algn="l" pos="0"/>
              </a:tabLst>
            </a:pPr>
            <a:r>
              <a:rPr lang="zh-CN" sz="4000" b="1" u="none" spc="159" strike="noStrike">
                <a:solidFill>
                  <a:schemeClr val="accent1">
                    <a:lumMod val="50000"/>
                  </a:schemeClr>
                </a:solidFill>
                <a:effectLst/>
                <a:uFillTx/>
                <a:latin typeface="Arial"/>
                <a:ea typeface="微软雅黑"/>
              </a:rPr>
              <a:t>感恩祈愿文</a:t>
            </a:r>
            <a:endParaRPr lang="en-US" sz="4000" b="0" u="none" strike="noStrike">
              <a:solidFill>
                <a:srgbClr val="000000"/>
              </a:solidFill>
              <a:effectLst/>
              <a:uFillTx/>
              <a:latin typeface="Arial"/>
            </a:endParaRPr>
          </a:p>
        </p:txBody>
      </p:sp>
      <p:sp>
        <p:nvSpPr>
          <p:cNvPr id="722" name="Title 6"/>
          <p:cNvSpPr/>
          <p:nvPr/>
        </p:nvSpPr>
        <p:spPr>
          <a:xfrm>
            <a:off x="1168560" y="1981080"/>
            <a:ext cx="9854640" cy="3961800"/>
          </a:xfrm>
          <a:prstGeom prst="rect">
            <a:avLst/>
          </a:prstGeom>
          <a:noFill/>
          <a:ln w="3175">
            <a:noFill/>
          </a:ln>
        </p:spPr>
        <p:style>
          <a:lnRef idx="0"/>
          <a:fillRef idx="0"/>
          <a:effectRef idx="0"/>
          <a:fontRef idx="minor"/>
        </p:style>
        <p:txBody>
          <a:bodyPr lIns="63360" rIns="63360" tIns="25560" bIns="25560" anchor="ctr">
            <a:noAutofit/>
          </a:bodyPr>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感恩自然的馈赠，感恩父母的哺育，</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感恩师长的教诲，感恩国土的滋养，</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感恩众生的成就，感恩三宝的护佑。</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愿我们对拥有的一切心怀感恩，也愿我们因感恩而乐于付出，</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更愿这份感恩给众生带去慰藉，唤醒那些尘封的心灵，消融所有自他的隔阂，</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愿人们在感恩中敞开心扉，彼此关爱，</a:t>
            </a:r>
            <a:endParaRPr lang="en-US" sz="2200" b="0" u="none" strike="noStrike">
              <a:solidFill>
                <a:srgbClr val="000000"/>
              </a:solidFill>
              <a:effectLst/>
              <a:uFillTx/>
              <a:latin typeface="Arial"/>
            </a:endParaRPr>
          </a:p>
          <a:p>
            <a:pPr algn="ctr" defTabSz="913680">
              <a:lnSpc>
                <a:spcPct val="150000"/>
              </a:lnSpc>
              <a:spcBef>
                <a:spcPts val="1001"/>
              </a:spcBef>
              <a:tabLst>
                <a:tab algn="l" pos="0"/>
              </a:tabLst>
            </a:pPr>
            <a:r>
              <a:rPr lang="zh-CN" sz="2200" b="0" u="none" spc="99" strike="noStrike">
                <a:solidFill>
                  <a:schemeClr val="dk1">
                    <a:lumMod val="95000"/>
                    <a:lumOff val="5000"/>
                  </a:schemeClr>
                </a:solidFill>
                <a:effectLst/>
                <a:uFillTx/>
                <a:latin typeface="Arial"/>
                <a:ea typeface="微软雅黑"/>
              </a:rPr>
              <a:t>愿世界在感恩中充满温暖，处处和平。</a:t>
            </a:r>
            <a:endParaRPr lang="en-US" sz="2200" b="0" u="none" strike="noStrike">
              <a:solidFill>
                <a:srgbClr val="000000"/>
              </a:solidFill>
              <a:effectLst/>
              <a:uFillTx/>
              <a:latin typeface="Arial"/>
            </a:endParaRPr>
          </a:p>
        </p:txBody>
      </p:sp>
      <p:sp>
        <p:nvSpPr>
          <p:cNvPr id="723" name="椭圆 18"/>
          <p:cNvSpPr/>
          <p:nvPr/>
        </p:nvSpPr>
        <p:spPr>
          <a:xfrm>
            <a:off x="10768320" y="-819720"/>
            <a:ext cx="2245320" cy="2139840"/>
          </a:xfrm>
          <a:prstGeom prst="ellipse">
            <a:avLst/>
          </a:prstGeom>
          <a:solidFill>
            <a:schemeClr val="accent1">
              <a:lumMod val="60000"/>
              <a:lumOff val="40000"/>
              <a:alpha val="90000"/>
            </a:schemeClr>
          </a:solidFill>
          <a:ln>
            <a:noFill/>
          </a:ln>
        </p:spPr>
        <p:style>
          <a:lnRef idx="2">
            <a:schemeClr val="accent1">
              <a:lumMod val="75000"/>
            </a:schemeClr>
          </a:lnRef>
          <a:fillRef idx="1">
            <a:schemeClr val="accent1"/>
          </a:fillRef>
          <a:effectRef idx="0"/>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a typeface="微软雅黑"/>
            </a:endParaRPr>
          </a:p>
        </p:txBody>
      </p:sp>
      <p:sp>
        <p:nvSpPr>
          <p:cNvPr id="2" name="PlaceHolder 1"/>
          <p:cNvSpPr>
            <a:spLocks noGrp="1"/>
          </p:cNvSpPr>
          <p:nvPr>
            <p:ph type="sldNum" idx="6"/>
          </p:nvPr>
        </p:nvSpPr>
        <p:spPr/>
        <p:txBody>
          <a:bodyPr/>
          <a:p>
            <a:fld id="{8E807056-1FC0-4EA6-890F-2344D5DB6C7A}" type="slidenum">
              <a:t>29</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3_极简抽象圆线职场办公">
  <a:themeElements>
    <a:clrScheme name="">
      <a:dk1>
        <a:srgbClr val="000000"/>
      </a:dk1>
      <a:lt1>
        <a:srgbClr val="ffffff"/>
      </a:lt1>
      <a:dk2>
        <a:srgbClr val="eee4d6"/>
      </a:dk2>
      <a:lt2>
        <a:srgbClr val="fbf4ea"/>
      </a:lt2>
      <a:accent1>
        <a:srgbClr val="eab140"/>
      </a:accent1>
      <a:accent2>
        <a:srgbClr val="e78a55"/>
      </a:accent2>
      <a:accent3>
        <a:srgbClr val="7e76a6"/>
      </a:accent3>
      <a:accent4>
        <a:srgbClr val="d98420"/>
      </a:accent4>
      <a:accent5>
        <a:srgbClr val="615996"/>
      </a:accent5>
      <a:accent6>
        <a:srgbClr val="e4b72f"/>
      </a:accent6>
      <a:hlink>
        <a:srgbClr val="304ffe"/>
      </a:hlink>
      <a:folHlink>
        <a:srgbClr val="492067"/>
      </a:folHlink>
    </a:clrScheme>
    <a:fontScheme name="主题字体">
      <a:majorFont>
        <a:latin typeface="Arial" pitchFamily="0" charset="1"/>
        <a:ea typeface="微软雅黑" pitchFamily="0" charset="1"/>
        <a:cs typeface=""/>
      </a:majorFont>
      <a:minorFont>
        <a:latin typeface="Arial" pitchFamily="0" charset="1"/>
        <a:ea typeface="微软雅黑"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TotalTime>
  <Application>LibreOffice/25.8.6.2$Linux_X86_64 LibreOffice_project/580$Build-2</Application>
  <AppVersion>15.0000</AppVersion>
  <Words>3572</Words>
  <Paragraphs>290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2026-04-24T01:27:21Z</dcterms:created>
  <dc:creator/>
  <dc:description/>
  <dc:language>en-US</dc:language>
  <cp:lastModifiedBy/>
  <dcterms:modified xsi:type="dcterms:W3CDTF">2026-05-18T12:44:48Z</dcterms:modified>
  <cp:revision>185</cp:revision>
  <dc:subject/>
  <dc:title>空白演示</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5BF0B41B147B3C1684A4E0697B54B2E4_41</vt:lpwstr>
  </property>
  <property fmtid="{D5CDD505-2E9C-101B-9397-08002B2CF9AE}" pid="3" name="KSOProductBuildVer">
    <vt:lpwstr>2052-12.1.25867.25867</vt:lpwstr>
  </property>
  <property fmtid="{D5CDD505-2E9C-101B-9397-08002B2CF9AE}" pid="4" name="Notes">
    <vt:i4>4</vt:i4>
  </property>
  <property fmtid="{D5CDD505-2E9C-101B-9397-08002B2CF9AE}" pid="5" name="PresentationFormat">
    <vt:lpwstr>宽屏</vt:lpwstr>
  </property>
  <property fmtid="{D5CDD505-2E9C-101B-9397-08002B2CF9AE}" pid="6" name="Slides">
    <vt:i4>29</vt:i4>
  </property>
</Properties>
</file>