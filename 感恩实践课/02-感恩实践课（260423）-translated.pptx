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slideMaster1.xml" ContentType="application/vnd.openxmlformats-officedocument.presentationml.slideMaster+xml"/>
  <Override PartName="/ppt/theme/theme1.xml" ContentType="application/vnd.openxmlformats-officedocument.theme+xml"/>
  <Override PartName="/ppt/theme/theme1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10.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11.xml" ContentType="application/vnd.openxmlformats-officedocument.presentationml.slideLayout+xml"/>
  <Override PartName="/ppt/slideLayouts/slideLayout8.xml" ContentType="application/vnd.openxmlformats-officedocument.presentationml.slideLayout+xml"/>
  <Override PartName="/ppt/slideLayouts/slideLayout5.xml" ContentType="application/vnd.openxmlformats-officedocument.presentationml.slideLayout+xml"/>
  <Override PartName="/ppt/slideLayouts/slideLayout9.xml" ContentType="application/vnd.openxmlformats-officedocument.presentationml.slideLayout+xml"/>
  <Override PartName="/ppt/notesMasters/notesMaster1.xml" ContentType="application/vnd.openxmlformats-officedocument.presentationml.notesMaster+xml"/>
  <Override PartName="/ppt/presProps.xml" ContentType="application/vnd.openxmlformats-officedocument.presentationml.presProps+xml"/>
  <Override PartName="/ppt/slides/slide29.xml" ContentType="application/vnd.openxmlformats-officedocument.presentationml.slide+xml"/>
  <Override PartName="/ppt/slides/slide20.xml" ContentType="application/vnd.openxmlformats-officedocument.presentationml.slide+xml"/>
  <Override PartName="/ppt/slides/slide18.xml" ContentType="application/vnd.openxmlformats-officedocument.presentationml.slide+xml"/>
  <Override PartName="/ppt/slides/slide5.xml" ContentType="application/vnd.openxmlformats-officedocument.presentationml.slide+xml"/>
  <Override PartName="/ppt/slides/slide4.xml" ContentType="application/vnd.openxmlformats-officedocument.presentationml.slide+xml"/>
  <Override PartName="/ppt/slides/slide9.xml" ContentType="application/vnd.openxmlformats-officedocument.presentationml.slide+xml"/>
  <Override PartName="/ppt/slides/slide24.xml" ContentType="application/vnd.openxmlformats-officedocument.presentationml.slide+xml"/>
  <Override PartName="/ppt/slides/slide19.xml" ContentType="application/vnd.openxmlformats-officedocument.presentationml.slide+xml"/>
  <Override PartName="/ppt/slides/slide13.xml" ContentType="application/vnd.openxmlformats-officedocument.presentationml.slide+xml"/>
  <Override PartName="/ppt/slides/slide11.xml" ContentType="application/vnd.openxmlformats-officedocument.presentationml.slide+xml"/>
  <Override PartName="/ppt/slides/slide22.xml" ContentType="application/vnd.openxmlformats-officedocument.presentationml.slide+xml"/>
  <Override PartName="/ppt/slides/slide25.xml" ContentType="application/vnd.openxmlformats-officedocument.presentationml.slide+xml"/>
  <Override PartName="/ppt/slides/slide21.xml" ContentType="application/vnd.openxmlformats-officedocument.presentationml.slide+xml"/>
  <Override PartName="/ppt/slides/slide27.xml" ContentType="application/vnd.openxmlformats-officedocument.presentationml.slide+xml"/>
  <Override PartName="/ppt/slides/slide12.xml" ContentType="application/vnd.openxmlformats-officedocument.presentationml.slide+xml"/>
  <Override PartName="/ppt/slides/slide28.xml" ContentType="application/vnd.openxmlformats-officedocument.presentationml.slide+xml"/>
  <Override PartName="/ppt/slides/slide30.xml" ContentType="application/vnd.openxmlformats-officedocument.presentationml.slide+xml"/>
  <Override PartName="/ppt/slides/slide3.xml" ContentType="application/vnd.openxmlformats-officedocument.presentationml.slide+xml"/>
  <Override PartName="/ppt/slides/slide17.xml" ContentType="application/vnd.openxmlformats-officedocument.presentationml.slide+xml"/>
  <Override PartName="/ppt/slides/slide10.xml" ContentType="application/vnd.openxmlformats-officedocument.presentationml.slide+xml"/>
  <Override PartName="/ppt/slides/slide23.xml" ContentType="application/vnd.openxmlformats-officedocument.presentationml.slide+xml"/>
  <Override PartName="/ppt/slides/slide2.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16.xml" ContentType="application/vnd.openxmlformats-officedocument.presentationml.slide+xml"/>
  <Override PartName="/ppt/slides/slide1.xml" ContentType="application/vnd.openxmlformats-officedocument.presentationml.slide+xml"/>
  <Override PartName="/ppt/slides/slide15.xml" ContentType="application/vnd.openxmlformats-officedocument.presentationml.slide+xml"/>
  <Override PartName="/ppt/slides/slide6.xml" ContentType="application/vnd.openxmlformats-officedocument.presentationml.slide+xml"/>
  <Override PartName="/ppt/slides/slide14.xml" ContentType="application/vnd.openxmlformats-officedocument.presentationml.slide+xml"/>
  <Override PartName="/ppt/slides/slide26.xml" ContentType="application/vnd.openxmlformats-officedocument.presentationml.slide+xml"/>
  <Override PartName="/ppt/notesSlides/notesSlide21.xml" ContentType="application/vnd.openxmlformats-officedocument.presentationml.notes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notesMasterIdLst>
    <p:notesMasterId r:id="rId3"/>
  </p:notesMasterIdLst>
  <p:sldIdLst>
    <p:sldId id="256" r:id="rId4"/>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0" r:id="rId18"/>
    <p:sldId id="271" r:id="rId19"/>
    <p:sldId id="272" r:id="rId20"/>
    <p:sldId id="273" r:id="rId21"/>
    <p:sldId id="274" r:id="rId22"/>
    <p:sldId id="275" r:id="rId23"/>
    <p:sldId id="276" r:id="rId24"/>
    <p:sldId id="277" r:id="rId25"/>
    <p:sldId id="278" r:id="rId26"/>
    <p:sldId id="279" r:id="rId27"/>
    <p:sldId id="280" r:id="rId28"/>
    <p:sldId id="281" r:id="rId29"/>
    <p:sldId id="282" r:id="rId30"/>
    <p:sldId id="283" r:id="rId31"/>
    <p:sldId id="284" r:id="rId32"/>
    <p:sldId id="285" r:id="rId33"/>
  </p:sldIdLst>
  <p:sldSz cx="12192000" cy="6858000"/>
  <p:notesSz cx="6858000" cy="9144000"/>
</p:presentation>
</file>

<file path=ppt/presProps.xml><?xml version="1.0" encoding="utf-8"?>
<p:presentationPr xmlns:a="http://schemas.openxmlformats.org/drawingml/2006/main" xmlns:p="http://schemas.openxmlformats.org/presentationml/2006/main" xmlns:r="http://schemas.openxmlformats.org/officeDocument/2006/relationships">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notesMaster" Target="notesMasters/notesMaster1.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slide" Target="slides/slide15.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20.xml"/><Relationship Id="rId24" Type="http://schemas.openxmlformats.org/officeDocument/2006/relationships/slide" Target="slides/slide21.xml"/><Relationship Id="rId25" Type="http://schemas.openxmlformats.org/officeDocument/2006/relationships/slide" Target="slides/slide22.xml"/><Relationship Id="rId26" Type="http://schemas.openxmlformats.org/officeDocument/2006/relationships/slide" Target="slides/slide23.xml"/><Relationship Id="rId27" Type="http://schemas.openxmlformats.org/officeDocument/2006/relationships/slide" Target="slides/slide24.xml"/><Relationship Id="rId28" Type="http://schemas.openxmlformats.org/officeDocument/2006/relationships/slide" Target="slides/slide25.xml"/><Relationship Id="rId29" Type="http://schemas.openxmlformats.org/officeDocument/2006/relationships/slide" Target="slides/slide26.xml"/><Relationship Id="rId30" Type="http://schemas.openxmlformats.org/officeDocument/2006/relationships/slide" Target="slides/slide27.xml"/><Relationship Id="rId31" Type="http://schemas.openxmlformats.org/officeDocument/2006/relationships/slide" Target="slides/slide28.xml"/><Relationship Id="rId32" Type="http://schemas.openxmlformats.org/officeDocument/2006/relationships/slide" Target="slides/slide29.xml"/><Relationship Id="rId33" Type="http://schemas.openxmlformats.org/officeDocument/2006/relationships/slide" Target="slides/slide30.xml"/><Relationship Id="rId34" Type="http://schemas.openxmlformats.org/officeDocument/2006/relationships/presProps" Target="presProps.xml"/>
</Relationships>
</file>

<file path=ppt/notesMasters/_rels/notesMaster1.xml.rels><?xml version="1.0" encoding="UTF-8"?>
<Relationships xmlns="http://schemas.openxmlformats.org/package/2006/relationships"><Relationship Id="rId1" Type="http://schemas.openxmlformats.org/officeDocument/2006/relationships/theme" Target="../theme/theme12.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79" name="PlaceHolder 1"/>
          <p:cNvSpPr>
            <a:spLocks noGrp="1"/>
          </p:cNvSpPr>
          <p:nvPr>
            <p:ph type="sldImg"/>
          </p:nvPr>
        </p:nvSpPr>
        <p:spPr>
          <a:xfrm>
            <a:off x="0" y="764280"/>
            <a:ext cx="0" cy="0"/>
          </a:xfrm>
          <a:prstGeom prst="rect">
            <a:avLst/>
          </a:prstGeom>
          <a:noFill/>
          <a:ln w="0">
            <a:noFill/>
          </a:ln>
        </p:spPr>
        <p:txBody>
          <a:bodyPr lIns="0" rIns="0" tIns="0" bIns="0" anchor="ctr">
            <a:noAutofit/>
          </a:bodyPr>
          <a:p>
            <a:pPr algn="ctr"/>
            <a:r>
              <a:rPr lang="en-US" sz="4400" b="0" u="none" strike="noStrike">
                <a:solidFill>
                  <a:srgbClr val="000000"/>
                </a:solidFill>
                <a:effectLst/>
                <a:uFillTx/>
                <a:latin typeface="Arial"/>
              </a:rPr>
              <a:t>Click to move the slide</a:t>
            </a:r>
            <a:endParaRPr lang="en-US" sz="4400" b="0" u="none" strike="noStrike">
              <a:solidFill>
                <a:srgbClr val="000000"/>
              </a:solidFill>
              <a:effectLst/>
              <a:uFillTx/>
              <a:latin typeface="Arial"/>
            </a:endParaRPr>
          </a:p>
        </p:txBody>
      </p:sp>
      <p:sp>
        <p:nvSpPr>
          <p:cNvPr id="580" name="PlaceHolder 2"/>
          <p:cNvSpPr>
            <a:spLocks noGrp="1"/>
          </p:cNvSpPr>
          <p:nvPr>
            <p:ph type="body"/>
          </p:nvPr>
        </p:nvSpPr>
        <p:spPr>
          <a:xfrm>
            <a:off x="777240" y="4777560"/>
            <a:ext cx="6217560" cy="4525920"/>
          </a:xfrm>
          <a:prstGeom prst="rect">
            <a:avLst/>
          </a:prstGeom>
          <a:noFill/>
          <a:ln w="0">
            <a:noFill/>
          </a:ln>
        </p:spPr>
        <p:txBody>
          <a:bodyPr lIns="0" rIns="0" tIns="0" bIns="0" anchor="t">
            <a:noAutofit/>
          </a:bodyPr>
          <a:p>
            <a:pPr indent="0">
              <a:buNone/>
            </a:pPr>
            <a:r>
              <a:rPr lang="en-US" sz="2000" b="0" u="none" strike="noStrike">
                <a:solidFill>
                  <a:srgbClr val="000000"/>
                </a:solidFill>
                <a:effectLst/>
                <a:uFillTx/>
                <a:latin typeface="Arial"/>
              </a:rPr>
              <a:t>Click to edit the notes format</a:t>
            </a:r>
            <a:endParaRPr lang="en-US" sz="2000" b="0" u="none" strike="noStrike">
              <a:solidFill>
                <a:srgbClr val="000000"/>
              </a:solidFill>
              <a:effectLst/>
              <a:uFillTx/>
              <a:latin typeface="Arial"/>
            </a:endParaRPr>
          </a:p>
        </p:txBody>
      </p:sp>
      <p:sp>
        <p:nvSpPr>
          <p:cNvPr id="581" name="PlaceHolder 3"/>
          <p:cNvSpPr>
            <a:spLocks noGrp="1"/>
          </p:cNvSpPr>
          <p:nvPr>
            <p:ph type="hdr"/>
          </p:nvPr>
        </p:nvSpPr>
        <p:spPr>
          <a:xfrm>
            <a:off x="0" y="0"/>
            <a:ext cx="3372840" cy="502560"/>
          </a:xfrm>
          <a:prstGeom prst="rect">
            <a:avLst/>
          </a:prstGeom>
          <a:noFill/>
          <a:ln w="0">
            <a:noFill/>
          </a:ln>
        </p:spPr>
        <p:txBody>
          <a:bodyPr lIns="0" rIns="0" tIns="0" bIns="0" anchor="t">
            <a:noAutofit/>
          </a:bodyPr>
          <a:p>
            <a:pPr indent="0">
              <a:buNone/>
            </a:pPr>
            <a:r>
              <a:rPr lang="en-US" sz="1400" b="0" u="none" strike="noStrike">
                <a:solidFill>
                  <a:srgbClr val="000000"/>
                </a:solidFill>
                <a:effectLst/>
                <a:uFillTx/>
                <a:latin typeface="Times New Roman"/>
              </a:rPr>
              <a:t>&lt;header&gt;</a:t>
            </a:r>
            <a:endParaRPr lang="en-US" sz="1400" b="0" u="none" strike="noStrike">
              <a:solidFill>
                <a:srgbClr val="000000"/>
              </a:solidFill>
              <a:effectLst/>
              <a:uFillTx/>
              <a:latin typeface="Times New Roman"/>
            </a:endParaRPr>
          </a:p>
        </p:txBody>
      </p:sp>
      <p:sp>
        <p:nvSpPr>
          <p:cNvPr id="582" name="PlaceHolder 4"/>
          <p:cNvSpPr>
            <a:spLocks noGrp="1"/>
          </p:cNvSpPr>
          <p:nvPr>
            <p:ph type="dt" idx="34"/>
          </p:nvPr>
        </p:nvSpPr>
        <p:spPr>
          <a:xfrm>
            <a:off x="4399200" y="0"/>
            <a:ext cx="3372840" cy="502560"/>
          </a:xfrm>
          <a:prstGeom prst="rect">
            <a:avLst/>
          </a:prstGeom>
          <a:noFill/>
          <a:ln w="0">
            <a:noFill/>
          </a:ln>
        </p:spPr>
        <p:txBody>
          <a:bodyPr lIns="0" rIns="0" tIns="0" bIns="0" anchor="t">
            <a:noAutofit/>
          </a:bodyPr>
          <a:lstStyle>
            <a:lvl1pPr indent="0" algn="r">
              <a:buNone/>
              <a:defRPr lang="en-US" sz="1400" b="0" u="none" strike="noStrike">
                <a:solidFill>
                  <a:srgbClr val="000000"/>
                </a:solidFill>
                <a:effectLst/>
                <a:uFillTx/>
                <a:latin typeface="Times New Roman"/>
              </a:defRPr>
            </a:lvl1pPr>
          </a:lstStyle>
          <a:p>
            <a:pPr indent="0" algn="r">
              <a:buNone/>
            </a:pPr>
            <a:r>
              <a:rPr lang="en-US" sz="1400" b="0" u="none" strike="noStrike">
                <a:solidFill>
                  <a:srgbClr val="000000"/>
                </a:solidFill>
                <a:effectLst/>
                <a:uFillTx/>
                <a:latin typeface="Times New Roman"/>
              </a:rPr>
              <a:t>&lt;date/time&gt;</a:t>
            </a:r>
            <a:endParaRPr lang="en-US" sz="1400" b="0" u="none" strike="noStrike">
              <a:solidFill>
                <a:srgbClr val="000000"/>
              </a:solidFill>
              <a:effectLst/>
              <a:uFillTx/>
              <a:latin typeface="Times New Roman"/>
            </a:endParaRPr>
          </a:p>
        </p:txBody>
      </p:sp>
      <p:sp>
        <p:nvSpPr>
          <p:cNvPr id="583" name="PlaceHolder 5"/>
          <p:cNvSpPr>
            <a:spLocks noGrp="1"/>
          </p:cNvSpPr>
          <p:nvPr>
            <p:ph type="ftr" idx="35"/>
          </p:nvPr>
        </p:nvSpPr>
        <p:spPr>
          <a:xfrm>
            <a:off x="0" y="9555480"/>
            <a:ext cx="3372840" cy="502560"/>
          </a:xfrm>
          <a:prstGeom prst="rect">
            <a:avLst/>
          </a:prstGeom>
          <a:noFill/>
          <a:ln w="0">
            <a:noFill/>
          </a:ln>
        </p:spPr>
        <p:txBody>
          <a:bodyPr lIns="0" rIns="0" tIns="0" bIns="0" anchor="b">
            <a:noAutofit/>
          </a:bodyPr>
          <a:lstStyle>
            <a:lvl1pPr indent="0">
              <a:buNone/>
              <a:defRPr lang="en-US" sz="1400" b="0" u="none" strike="noStrike">
                <a:solidFill>
                  <a:srgbClr val="000000"/>
                </a:solidFill>
                <a:effectLst/>
                <a:uFillTx/>
                <a:latin typeface="Times New Roman"/>
              </a:defRPr>
            </a:lvl1pPr>
          </a:lstStyle>
          <a:p>
            <a:pPr indent="0">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584" name="PlaceHolder 6"/>
          <p:cNvSpPr>
            <a:spLocks noGrp="1"/>
          </p:cNvSpPr>
          <p:nvPr>
            <p:ph type="sldNum" idx="36"/>
          </p:nvPr>
        </p:nvSpPr>
        <p:spPr>
          <a:xfrm>
            <a:off x="4399200" y="9555480"/>
            <a:ext cx="3372840" cy="502560"/>
          </a:xfrm>
          <a:prstGeom prst="rect">
            <a:avLst/>
          </a:prstGeom>
          <a:noFill/>
          <a:ln w="0">
            <a:noFill/>
          </a:ln>
        </p:spPr>
        <p:txBody>
          <a:bodyPr lIns="0" rIns="0" tIns="0" bIns="0" anchor="b">
            <a:noAutofit/>
          </a:bodyPr>
          <a:lstStyle>
            <a:lvl1pPr indent="0" algn="r">
              <a:buNone/>
              <a:defRPr lang="en-US" sz="1400" b="0" u="none" strike="noStrike">
                <a:solidFill>
                  <a:srgbClr val="000000"/>
                </a:solidFill>
                <a:effectLst/>
                <a:uFillTx/>
                <a:latin typeface="Times New Roman"/>
              </a:defRPr>
            </a:lvl1pPr>
          </a:lstStyle>
          <a:p>
            <a:pPr indent="0" algn="r">
              <a:buNone/>
            </a:pPr>
            <a:fld id="{CDA4B18E-2900-4BF4-8A3F-3D711E67FBDF}" type="slidenum">
              <a:rPr lang="en-US" sz="1400" b="0" u="none" strike="noStrike">
                <a:solidFill>
                  <a:srgbClr val="000000"/>
                </a:solidFill>
                <a:effectLst/>
                <a:uFillTx/>
                <a:latin typeface="Times New Roman"/>
              </a:rPr>
              <a:t>&lt;number&gt;</a:t>
            </a:fld>
            <a:endParaRPr lang="en-US" sz="1400" b="0" u="none" strike="noStrike">
              <a:solidFill>
                <a:srgbClr val="000000"/>
              </a:solidFill>
              <a:effectLst/>
              <a:uFillTx/>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21.xml.rels><?xml version="1.0" encoding="UTF-8"?>
<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
</Relationships>
</file>

<file path=ppt/notesSlides/notesSlide2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28" name="PlaceHolder 1"/>
          <p:cNvSpPr>
            <a:spLocks noGrp="1"/>
          </p:cNvSpPr>
          <p:nvPr>
            <p:ph type="sldImg"/>
          </p:nvPr>
        </p:nvSpPr>
        <p:spPr>
          <a:xfrm>
            <a:off x="685800" y="1143000"/>
            <a:ext cx="5484960" cy="3084840"/>
          </a:xfrm>
          <a:prstGeom prst="rect">
            <a:avLst/>
          </a:prstGeom>
          <a:ln w="0">
            <a:noFill/>
          </a:ln>
        </p:spPr>
      </p:sp>
      <p:sp>
        <p:nvSpPr>
          <p:cNvPr id="729" name="PlaceHolder 2"/>
          <p:cNvSpPr>
            <a:spLocks noGrp="1"/>
          </p:cNvSpPr>
          <p:nvPr>
            <p:ph type="body"/>
          </p:nvPr>
        </p:nvSpPr>
        <p:spPr>
          <a:xfrm>
            <a:off x="685800" y="4400640"/>
            <a:ext cx="5484960" cy="3598920"/>
          </a:xfrm>
          <a:prstGeom prst="rect">
            <a:avLst/>
          </a:prstGeom>
          <a:noFill/>
          <a:ln w="0">
            <a:noFill/>
          </a:ln>
        </p:spPr>
        <p:txBody>
          <a:bodyPr lIns="91440" rIns="91440" tIns="45720" bIns="45720" anchor="t">
            <a:noAutofit/>
          </a:bodyPr>
          <a:p>
            <a:pPr indent="0">
              <a:lnSpc>
                <a:spcPct val="150000"/>
              </a:lnSpc>
              <a:buNone/>
              <a:tabLst>
                <a:tab algn="l" pos="0"/>
              </a:tabLst>
            </a:pPr>
            <a:r>
              <a:rPr lang="zh-CN" sz="2000" b="0" u="none" strike="noStrike">
                <a:solidFill>
                  <a:srgbClr val="000000"/>
                </a:solidFill>
                <a:effectLst/>
                <a:uFillTx/>
                <a:latin typeface="微软雅黑"/>
                <a:ea typeface="微软雅黑"/>
              </a:rPr>
              <a:t>熟悉这种练习之后，任何一个对象，不论是食品、物品、乃至一个人、一件事，都可以用缘起的思维深入观察。</a:t>
            </a:r>
            <a:endParaRPr lang="en-US" sz="2000" b="0" u="none" strike="noStrike">
              <a:solidFill>
                <a:srgbClr val="000000"/>
              </a:solidFill>
              <a:effectLst/>
              <a:uFillTx/>
              <a:latin typeface="Arial"/>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末尾幻灯片">
    <p:bg>
      <p:bgPr>
        <a:solidFill>
          <a:srgbClr val="fbf4ea"/>
        </a:solidFill>
      </p:bgPr>
    </p:bg>
    <p:spTree>
      <p:nvGrpSpPr>
        <p:cNvPr id="1" name=""/>
        <p:cNvGrpSpPr/>
        <p:nvPr/>
      </p:nvGrpSpPr>
      <p:grpSpPr>
        <a:xfrm>
          <a:off x="0" y="0"/>
          <a:ext cx="0" cy="0"/>
          <a:chOff x="0" y="0"/>
          <a:chExt cx="0" cy="0"/>
        </a:xfrm>
      </p:grpSpPr>
      <p:sp>
        <p:nvSpPr>
          <p:cNvPr id="2" name="任意多边形: 形状 80" hidden="1"/>
          <p:cNvSpPr/>
          <p:nvPr/>
        </p:nvSpPr>
        <p:spPr>
          <a:xfrm flipH="1" rot="10506000">
            <a:off x="10570680" y="-60480"/>
            <a:ext cx="1543680" cy="1835280"/>
          </a:xfrm>
          <a:custGeom>
            <a:avLst/>
            <a:gdLst>
              <a:gd name="textAreaLeft" fmla="*/ -720 w 1543680"/>
              <a:gd name="textAreaRight" fmla="*/ 1544400 w 1543680"/>
              <a:gd name="textAreaTop" fmla="*/ 0 h 1835280"/>
              <a:gd name="textAreaBottom" fmla="*/ 1836720 h 1835280"/>
              <a:gd name="GluePoint1X" fmla="*/ 2792134 w 2792134"/>
              <a:gd name="GluePoint1Y" fmla="*/ 114232 h 1836002"/>
              <a:gd name="GluePoint2X" fmla="*/ 2783173 w 2792134"/>
              <a:gd name="GluePoint2Y" fmla="*/ 9795 h 1836002"/>
              <a:gd name="GluePoint3X" fmla="*/ 2792134 w 2792134"/>
              <a:gd name="GluePoint3Y" fmla="*/ 114232 h 1836002"/>
              <a:gd name="GluePoint4X" fmla="*/ 0 w 2792134"/>
              <a:gd name="GluePoint4Y" fmla="*/ 1836002 h 1836002"/>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1544734" h="1836002">
                <a:moveTo>
                  <a:pt x="1544734" y="0"/>
                </a:moveTo>
                <a:lnTo>
                  <a:pt x="1397073" y="39891"/>
                </a:lnTo>
                <a:cubicBezTo>
                  <a:pt x="706781" y="292672"/>
                  <a:pt x="182520" y="889930"/>
                  <a:pt x="32427" y="1623501"/>
                </a:cubicBezTo>
                <a:lnTo>
                  <a:pt x="0" y="1836002"/>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3" name="任意多边形: 形状 4" hidden="1"/>
          <p:cNvSpPr/>
          <p:nvPr/>
        </p:nvSpPr>
        <p:spPr>
          <a:xfrm flipH="1" rot="10506000">
            <a:off x="7315560" y="3581280"/>
            <a:ext cx="1772280" cy="1882440"/>
          </a:xfrm>
          <a:custGeom>
            <a:avLst/>
            <a:gdLst>
              <a:gd name="textAreaLeft" fmla="*/ 720 w 1772280"/>
              <a:gd name="textAreaRight" fmla="*/ 1774440 w 1772280"/>
              <a:gd name="textAreaTop" fmla="*/ 0 h 1882440"/>
              <a:gd name="textAreaBottom" fmla="*/ 1883160 h 1882440"/>
              <a:gd name="GluePoint1X" fmla="*/ 1042541 w 1207728"/>
              <a:gd name="GluePoint1Y" fmla="*/ 79574 h 1283476"/>
              <a:gd name="GluePoint2X" fmla="*/ 1207728 w 1207728"/>
              <a:gd name="GluePoint2Y" fmla="*/ 0 h 1283476"/>
              <a:gd name="GluePoint3X" fmla="*/ 1136917 w 1207728"/>
              <a:gd name="GluePoint3Y" fmla="*/ 50355 h 1283476"/>
              <a:gd name="GluePoint4X" fmla="*/ 79165 w 1207728"/>
              <a:gd name="GluePoint4Y" fmla="*/ 1159992 h 1283476"/>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1207728" h="1283476">
                <a:moveTo>
                  <a:pt x="1207728" y="0"/>
                </a:moveTo>
                <a:lnTo>
                  <a:pt x="1136917" y="50355"/>
                </a:lnTo>
                <a:cubicBezTo>
                  <a:pt x="725367" y="358134"/>
                  <a:pt x="367298" y="733498"/>
                  <a:pt x="79165" y="1159992"/>
                </a:cubicBezTo>
                <a:lnTo>
                  <a:pt x="0" y="1283476"/>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4" name="任意多边形: 形状 5" hidden="1"/>
          <p:cNvSpPr/>
          <p:nvPr/>
        </p:nvSpPr>
        <p:spPr>
          <a:xfrm flipH="1" rot="10506000">
            <a:off x="7380720" y="710640"/>
            <a:ext cx="4323600" cy="4608000"/>
          </a:xfrm>
          <a:custGeom>
            <a:avLst/>
            <a:gdLst>
              <a:gd name="textAreaLeft" fmla="*/ -720 w 4323600"/>
              <a:gd name="textAreaRight" fmla="*/ 4324320 w 4323600"/>
              <a:gd name="textAreaTop" fmla="*/ 0 h 4608000"/>
              <a:gd name="textAreaBottom" fmla="*/ 4609440 h 4608000"/>
              <a:gd name="GluePoint1X" fmla="*/ 328916 w 3017844"/>
              <a:gd name="GluePoint1Y" fmla="*/ 2179446 h 3183247"/>
              <a:gd name="GluePoint2X" fmla="*/ 30466 w 3017844"/>
              <a:gd name="GluePoint2Y" fmla="*/ 3170046 h 3183247"/>
              <a:gd name="GluePoint3X" fmla="*/ 27504 w 3017844"/>
              <a:gd name="GluePoint3Y" fmla="*/ 3183247 h 3183247"/>
              <a:gd name="GluePoint4X" fmla="*/ 0 w 3017844"/>
              <a:gd name="GluePoint4Y" fmla="*/ 3138693 h 3183247"/>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2945236" h="3138693">
                <a:moveTo>
                  <a:pt x="0" y="3138693"/>
                </a:moveTo>
                <a:lnTo>
                  <a:pt x="1500" y="3126894"/>
                </a:lnTo>
                <a:cubicBezTo>
                  <a:pt x="231547" y="1621315"/>
                  <a:pt x="1347493" y="407251"/>
                  <a:pt x="2800676" y="33364"/>
                </a:cubicBezTo>
                <a:lnTo>
                  <a:pt x="2945236" y="0"/>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5" name="任意多边形: 形状 6" hidden="1"/>
          <p:cNvSpPr/>
          <p:nvPr/>
        </p:nvSpPr>
        <p:spPr>
          <a:xfrm flipH="1" rot="10506000">
            <a:off x="7542000" y="397440"/>
            <a:ext cx="4448160" cy="4739040"/>
          </a:xfrm>
          <a:custGeom>
            <a:avLst/>
            <a:gdLst>
              <a:gd name="textAreaLeft" fmla="*/ -720 w 4448160"/>
              <a:gd name="textAreaRight" fmla="*/ 4448880 w 4448160"/>
              <a:gd name="textAreaTop" fmla="*/ 0 h 4739040"/>
              <a:gd name="textAreaBottom" fmla="*/ 4740120 h 4739040"/>
              <a:gd name="GluePoint1X" fmla="*/ 2962086 w 3092451"/>
              <a:gd name="GluePoint1Y" fmla="*/ 9776 h 3270607"/>
              <a:gd name="GluePoint2X" fmla="*/ 3012498 w 3092451"/>
              <a:gd name="GluePoint2Y" fmla="*/ 0 h 3270607"/>
              <a:gd name="GluePoint3X" fmla="*/ 3092451 w 3092451"/>
              <a:gd name="GluePoint3Y" fmla="*/ 42327 h 3270607"/>
              <a:gd name="GluePoint4X" fmla="*/ 2952423 w 3092451"/>
              <a:gd name="GluePoint4Y" fmla="*/ 67333 h 3270607"/>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3030313" h="3228280">
                <a:moveTo>
                  <a:pt x="3030313" y="0"/>
                </a:moveTo>
                <a:lnTo>
                  <a:pt x="2890285" y="25006"/>
                </a:lnTo>
                <a:cubicBezTo>
                  <a:pt x="1348940" y="340411"/>
                  <a:pt x="162205" y="1629308"/>
                  <a:pt x="536" y="3221241"/>
                </a:cubicBezTo>
                <a:cubicBezTo>
                  <a:pt x="357" y="3223587"/>
                  <a:pt x="179" y="3225934"/>
                  <a:pt x="0" y="3228280"/>
                </a:cubicBez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6" name="任意多边形: 形状 127" hidden="1"/>
          <p:cNvSpPr/>
          <p:nvPr/>
        </p:nvSpPr>
        <p:spPr>
          <a:xfrm flipH="1" rot="10506000">
            <a:off x="8095320" y="-164880"/>
            <a:ext cx="3903840" cy="4644360"/>
          </a:xfrm>
          <a:custGeom>
            <a:avLst/>
            <a:gdLst>
              <a:gd name="textAreaLeft" fmla="*/ -720 w 3903840"/>
              <a:gd name="textAreaRight" fmla="*/ 3904560 w 3903840"/>
              <a:gd name="textAreaTop" fmla="*/ 0 h 4644360"/>
              <a:gd name="textAreaBottom" fmla="*/ 4645800 h 4644360"/>
              <a:gd name="GluePoint1X" fmla="*/ 3954163 w 4045603"/>
              <a:gd name="GluePoint1Y" fmla="*/ 567055 h 4646186"/>
              <a:gd name="GluePoint2X" fmla="*/ 3905507 w 4045603"/>
              <a:gd name="GluePoint2Y" fmla="*/ 0 h 4646186"/>
              <a:gd name="GluePoint3X" fmla="*/ 3567107 w 4045603"/>
              <a:gd name="GluePoint3Y" fmla="*/ 67546 h 4646186"/>
              <a:gd name="GluePoint4X" fmla="*/ 0 w 4045603"/>
              <a:gd name="GluePoint4Y" fmla="*/ 4644643 h 4646186"/>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3905507" h="4646186">
                <a:moveTo>
                  <a:pt x="3905507" y="0"/>
                </a:moveTo>
                <a:lnTo>
                  <a:pt x="3567107" y="67546"/>
                </a:lnTo>
                <a:cubicBezTo>
                  <a:pt x="1517708" y="581295"/>
                  <a:pt x="0" y="2435707"/>
                  <a:pt x="0" y="4644643"/>
                </a:cubicBezTo>
                <a:cubicBezTo>
                  <a:pt x="13" y="4645157"/>
                  <a:pt x="26" y="4645672"/>
                  <a:pt x="39" y="4646186"/>
                </a:cubicBez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7" name="任意多边形: 形状 124" hidden="1"/>
          <p:cNvSpPr/>
          <p:nvPr/>
        </p:nvSpPr>
        <p:spPr>
          <a:xfrm flipH="1" rot="10506000">
            <a:off x="8283240" y="-159120"/>
            <a:ext cx="3724200" cy="4434120"/>
          </a:xfrm>
          <a:custGeom>
            <a:avLst/>
            <a:gdLst>
              <a:gd name="textAreaLeft" fmla="*/ 720 w 3724200"/>
              <a:gd name="textAreaRight" fmla="*/ 3726360 w 3724200"/>
              <a:gd name="textAreaTop" fmla="*/ 0 h 4434120"/>
              <a:gd name="textAreaBottom" fmla="*/ 4435560 h 4434120"/>
              <a:gd name="GluePoint1X" fmla="*/ 3787180 w 3878620"/>
              <a:gd name="GluePoint1Y" fmla="*/ 715349 h 4435247"/>
              <a:gd name="GluePoint2X" fmla="*/ 3725799 w 3878620"/>
              <a:gd name="GluePoint2Y" fmla="*/ 0 h 4435247"/>
              <a:gd name="GluePoint3X" fmla="*/ 3665439 w 3878620"/>
              <a:gd name="GluePoint3Y" fmla="*/ 8632 h 4435247"/>
              <a:gd name="GluePoint4X" fmla="*/ 22575 w 3878620"/>
              <a:gd name="GluePoint4Y" fmla="*/ 3988117 h 4435247"/>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3725799" h="4435247">
                <a:moveTo>
                  <a:pt x="3725799" y="0"/>
                </a:moveTo>
                <a:lnTo>
                  <a:pt x="3665439" y="8632"/>
                </a:lnTo>
                <a:cubicBezTo>
                  <a:pt x="1725033" y="380466"/>
                  <a:pt x="225214" y="1992527"/>
                  <a:pt x="22575" y="3988117"/>
                </a:cubicBezTo>
                <a:lnTo>
                  <a:pt x="0" y="4435247"/>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8" name="任意多边形: 形状 9" hidden="1"/>
          <p:cNvSpPr/>
          <p:nvPr/>
        </p:nvSpPr>
        <p:spPr>
          <a:xfrm flipH="1" rot="10506000">
            <a:off x="7066440" y="2034000"/>
            <a:ext cx="3428280" cy="3656880"/>
          </a:xfrm>
          <a:custGeom>
            <a:avLst/>
            <a:gdLst>
              <a:gd name="textAreaLeft" fmla="*/ 720 w 3428280"/>
              <a:gd name="textAreaRight" fmla="*/ 3430440 w 3428280"/>
              <a:gd name="textAreaTop" fmla="*/ 0 h 3656880"/>
              <a:gd name="textAreaBottom" fmla="*/ 3657600 h 3656880"/>
              <a:gd name="GluePoint1X" fmla="*/ 2114901 w 2335534"/>
              <a:gd name="GluePoint1Y" fmla="*/ 14872 h 2491287"/>
              <a:gd name="GluePoint2X" fmla="*/ 2335534 w 2335534"/>
              <a:gd name="GluePoint2Y" fmla="*/ 0 h 2491287"/>
              <a:gd name="GluePoint3X" fmla="*/ 2166244 w 2335534"/>
              <a:gd name="GluePoint3Y" fmla="*/ 76534 h 2491287"/>
              <a:gd name="GluePoint4X" fmla="*/ 14436 w 2335534"/>
              <a:gd name="GluePoint4Y" fmla="*/ 2448623 h 2491287"/>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2335534" h="2491287">
                <a:moveTo>
                  <a:pt x="2335534" y="0"/>
                </a:moveTo>
                <a:lnTo>
                  <a:pt x="2166244" y="76534"/>
                </a:lnTo>
                <a:cubicBezTo>
                  <a:pt x="1174276" y="554513"/>
                  <a:pt x="396178" y="1406038"/>
                  <a:pt x="14436" y="2448623"/>
                </a:cubicBezTo>
                <a:lnTo>
                  <a:pt x="0" y="2491287"/>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9" name="任意多边形: 形状 16" hidden="1"/>
          <p:cNvSpPr/>
          <p:nvPr/>
        </p:nvSpPr>
        <p:spPr>
          <a:xfrm flipH="1" rot="10506000">
            <a:off x="7094880" y="2736720"/>
            <a:ext cx="2743200" cy="2936880"/>
          </a:xfrm>
          <a:custGeom>
            <a:avLst/>
            <a:gdLst>
              <a:gd name="textAreaLeft" fmla="*/ -720 w 2743200"/>
              <a:gd name="textAreaRight" fmla="*/ 2743920 w 2743200"/>
              <a:gd name="textAreaTop" fmla="*/ 0 h 2936880"/>
              <a:gd name="textAreaBottom" fmla="*/ 2938320 h 2936880"/>
              <a:gd name="GluePoint1X" fmla="*/ 720197 w 2006436"/>
              <a:gd name="GluePoint1Y" fmla="*/ 1027963 h 2148811"/>
              <a:gd name="GluePoint2X" fmla="*/ 14075 w 2006436"/>
              <a:gd name="GluePoint2Y" fmla="*/ 2123638 h 2148811"/>
              <a:gd name="GluePoint3X" fmla="*/ 0 w 2006436"/>
              <a:gd name="GluePoint3Y" fmla="*/ 2148811 h 2148811"/>
              <a:gd name="GluePoint4X" fmla="*/ 70 w 2006436"/>
              <a:gd name="GluePoint4Y" fmla="*/ 2009948 h 2148811"/>
              <a:gd name="GluePoint5X" fmla="*/ 1638 w 2006436"/>
              <a:gd name="GluePoint5Y" fmla="*/ 1999672 h 2148811"/>
            </a:gdLst>
            <a:ahLst/>
            <a:cxnLst>
              <a:cxn ang="0">
                <a:pos x="GluePoint1X" y="GluePoint1Y"/>
              </a:cxn>
              <a:cxn ang="0">
                <a:pos x="GluePoint2X" y="GluePoint2Y"/>
              </a:cxn>
              <a:cxn ang="0">
                <a:pos x="GluePoint3X" y="GluePoint3Y"/>
              </a:cxn>
              <a:cxn ang="0">
                <a:pos x="GluePoint4X" y="GluePoint4Y"/>
              </a:cxn>
              <a:cxn ang="0">
                <a:pos x="GluePoint5X" y="GluePoint5Y"/>
              </a:cxn>
            </a:cxnLst>
            <a:rect l="textAreaLeft" t="textAreaTop" r="textAreaRight" b="textAreaBottom"/>
            <a:pathLst>
              <a:path w="1869053" h="2000692">
                <a:moveTo>
                  <a:pt x="0" y="2000692"/>
                </a:moveTo>
                <a:lnTo>
                  <a:pt x="1568" y="1990416"/>
                </a:lnTo>
                <a:lnTo>
                  <a:pt x="15892" y="1958733"/>
                </a:lnTo>
                <a:cubicBezTo>
                  <a:pt x="389303" y="1183777"/>
                  <a:pt x="981584" y="534133"/>
                  <a:pt x="1712542" y="89993"/>
                </a:cubicBezTo>
                <a:lnTo>
                  <a:pt x="1869053" y="0"/>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10" name="任意多边形: 形状 17" hidden="1"/>
          <p:cNvSpPr/>
          <p:nvPr/>
        </p:nvSpPr>
        <p:spPr>
          <a:xfrm flipH="1" rot="10506000">
            <a:off x="7128360" y="1531800"/>
            <a:ext cx="3835080" cy="4082400"/>
          </a:xfrm>
          <a:custGeom>
            <a:avLst/>
            <a:gdLst>
              <a:gd name="textAreaLeft" fmla="*/ 720 w 3835080"/>
              <a:gd name="textAreaRight" fmla="*/ 3837240 w 3835080"/>
              <a:gd name="textAreaTop" fmla="*/ 0 h 4082400"/>
              <a:gd name="textAreaBottom" fmla="*/ 4083480 h 4082400"/>
              <a:gd name="GluePoint1X" fmla="*/ 2151789 w 2692052"/>
              <a:gd name="GluePoint1Y" fmla="*/ 261907 h 2832246"/>
              <a:gd name="GluePoint2X" fmla="*/ 1478689 w 2692052"/>
              <a:gd name="GluePoint2Y" fmla="*/ 661957 h 2832246"/>
              <a:gd name="GluePoint3X" fmla="*/ 964339 w 2692052"/>
              <a:gd name="GluePoint3Y" fmla="*/ 1150907 h 2832246"/>
              <a:gd name="GluePoint4X" fmla="*/ 564289 w 2692052"/>
              <a:gd name="GluePoint4Y" fmla="*/ 1633507 h 2832246"/>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2612863" h="2781134">
                <a:moveTo>
                  <a:pt x="0" y="2781134"/>
                </a:moveTo>
                <a:lnTo>
                  <a:pt x="35434" y="2656357"/>
                </a:lnTo>
                <a:cubicBezTo>
                  <a:pt x="414818" y="1436598"/>
                  <a:pt x="1348392" y="461005"/>
                  <a:pt x="2541633" y="24101"/>
                </a:cubicBezTo>
                <a:lnTo>
                  <a:pt x="2612863" y="0"/>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11" name="任意多边形: 形状 18" hidden="1"/>
          <p:cNvSpPr/>
          <p:nvPr/>
        </p:nvSpPr>
        <p:spPr>
          <a:xfrm flipH="1" rot="10506000">
            <a:off x="7241400" y="1079640"/>
            <a:ext cx="4133160" cy="4399200"/>
          </a:xfrm>
          <a:custGeom>
            <a:avLst/>
            <a:gdLst>
              <a:gd name="textAreaLeft" fmla="*/ 720 w 4133160"/>
              <a:gd name="textAreaRight" fmla="*/ 4135320 w 4133160"/>
              <a:gd name="textAreaTop" fmla="*/ 0 h 4399200"/>
              <a:gd name="textAreaBottom" fmla="*/ 4400640 h 4399200"/>
              <a:gd name="GluePoint1X" fmla="*/ 2644879 w 2852093"/>
              <a:gd name="GluePoint1Y" fmla="*/ 27487 h 3028139"/>
              <a:gd name="GluePoint2X" fmla="*/ 2740621 w 2852093"/>
              <a:gd name="GluePoint2Y" fmla="*/ 0 h 3028139"/>
              <a:gd name="GluePoint3X" fmla="*/ 2814697 w 2852093"/>
              <a:gd name="GluePoint3Y" fmla="*/ 17806 h 3028139"/>
              <a:gd name="GluePoint4X" fmla="*/ 2852093 w 2852093"/>
              <a:gd name="GluePoint4Y" fmla="*/ 31493 h 3028139"/>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2815694" h="2996646">
                <a:moveTo>
                  <a:pt x="2815694" y="0"/>
                </a:moveTo>
                <a:lnTo>
                  <a:pt x="2686366" y="36725"/>
                </a:lnTo>
                <a:cubicBezTo>
                  <a:pt x="1390883" y="439662"/>
                  <a:pt x="382022" y="1493150"/>
                  <a:pt x="41909" y="2815064"/>
                </a:cubicBezTo>
                <a:lnTo>
                  <a:pt x="0" y="2996646"/>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12" name="任意多边形: 形状 133" hidden="1"/>
          <p:cNvSpPr/>
          <p:nvPr/>
        </p:nvSpPr>
        <p:spPr>
          <a:xfrm flipH="1" rot="10506000">
            <a:off x="7709040" y="142920"/>
            <a:ext cx="4286520" cy="4781520"/>
          </a:xfrm>
          <a:custGeom>
            <a:avLst/>
            <a:gdLst>
              <a:gd name="textAreaLeft" fmla="*/ 720 w 4286520"/>
              <a:gd name="textAreaRight" fmla="*/ 4288680 w 4286520"/>
              <a:gd name="textAreaTop" fmla="*/ 0 h 4781520"/>
              <a:gd name="textAreaBottom" fmla="*/ 4782960 h 4781520"/>
              <a:gd name="GluePoint1X" fmla="*/ 4304865 w 4396305"/>
              <a:gd name="GluePoint1Y" fmla="*/ 195751 h 4782905"/>
              <a:gd name="GluePoint2X" fmla="*/ 4288068 w 4396305"/>
              <a:gd name="GluePoint2Y" fmla="*/ 0 h 4782905"/>
              <a:gd name="GluePoint3X" fmla="*/ 3928555 w 4396305"/>
              <a:gd name="GluePoint3Y" fmla="*/ 70602 h 4782905"/>
              <a:gd name="GluePoint4X" fmla="*/ 17839 w 4396305"/>
              <a:gd name="GluePoint4Y" fmla="*/ 4548292 h 4782905"/>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4288068" h="4782905">
                <a:moveTo>
                  <a:pt x="4288068" y="0"/>
                </a:moveTo>
                <a:lnTo>
                  <a:pt x="3928555" y="70602"/>
                </a:lnTo>
                <a:cubicBezTo>
                  <a:pt x="1835095" y="574619"/>
                  <a:pt x="240192" y="2358551"/>
                  <a:pt x="17839" y="4548292"/>
                </a:cubicBezTo>
                <a:lnTo>
                  <a:pt x="0" y="4782905"/>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13" name="任意多边形: 形状 130" hidden="1"/>
          <p:cNvSpPr/>
          <p:nvPr/>
        </p:nvSpPr>
        <p:spPr>
          <a:xfrm flipH="1" rot="10506000">
            <a:off x="7884720" y="-79920"/>
            <a:ext cx="4107600" cy="4792680"/>
          </a:xfrm>
          <a:custGeom>
            <a:avLst/>
            <a:gdLst>
              <a:gd name="textAreaLeft" fmla="*/ -720 w 4107600"/>
              <a:gd name="textAreaRight" fmla="*/ 4108320 w 4107600"/>
              <a:gd name="textAreaTop" fmla="*/ 0 h 4792680"/>
              <a:gd name="textAreaBottom" fmla="*/ 4794120 h 4792680"/>
              <a:gd name="GluePoint1X" fmla="*/ 4141638 w 4233078"/>
              <a:gd name="GluePoint1Y" fmla="*/ 380598 h 4794215"/>
              <a:gd name="GluePoint2X" fmla="*/ 4108980 w 4233078"/>
              <a:gd name="GluePoint2Y" fmla="*/ 0 h 4794215"/>
              <a:gd name="GluePoint3X" fmla="*/ 3989868 w 4233078"/>
              <a:gd name="GluePoint3Y" fmla="*/ 17610 h 4794215"/>
              <a:gd name="GluePoint4X" fmla="*/ 4531 w 4233078"/>
              <a:gd name="GluePoint4Y" fmla="*/ 4615010 h 4794215"/>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4108980" h="4794215">
                <a:moveTo>
                  <a:pt x="4108980" y="0"/>
                </a:moveTo>
                <a:lnTo>
                  <a:pt x="3989868" y="17610"/>
                </a:lnTo>
                <a:cubicBezTo>
                  <a:pt x="1795783" y="445192"/>
                  <a:pt x="120627" y="2324411"/>
                  <a:pt x="4531" y="4615010"/>
                </a:cubicBezTo>
                <a:cubicBezTo>
                  <a:pt x="3020" y="4674745"/>
                  <a:pt x="1511" y="4734480"/>
                  <a:pt x="0" y="4794215"/>
                </a:cubicBez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14" name="任意多边形: 形状 121" hidden="1"/>
          <p:cNvSpPr/>
          <p:nvPr/>
        </p:nvSpPr>
        <p:spPr>
          <a:xfrm flipH="1" rot="10506000">
            <a:off x="8479440" y="-151200"/>
            <a:ext cx="3537360" cy="4214160"/>
          </a:xfrm>
          <a:custGeom>
            <a:avLst/>
            <a:gdLst>
              <a:gd name="textAreaLeft" fmla="*/ -720 w 3537360"/>
              <a:gd name="textAreaRight" fmla="*/ 3538080 w 3537360"/>
              <a:gd name="textAreaTop" fmla="*/ 0 h 4214160"/>
              <a:gd name="textAreaBottom" fmla="*/ 4215600 h 4214160"/>
              <a:gd name="GluePoint1X" fmla="*/ 3612025 w 3703465"/>
              <a:gd name="GluePoint1Y" fmla="*/ 853309 h 4214790"/>
              <a:gd name="GluePoint2X" fmla="*/ 3538807 w 3703465"/>
              <a:gd name="GluePoint2Y" fmla="*/ 0 h 4214790"/>
              <a:gd name="GluePoint3X" fmla="*/ 3499564 w 3703465"/>
              <a:gd name="GluePoint3Y" fmla="*/ 5613 h 4214790"/>
              <a:gd name="GluePoint4X" fmla="*/ 20639 w 3703465"/>
              <a:gd name="GluePoint4Y" fmla="*/ 3806010 h 4214790"/>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3538807" h="4214790">
                <a:moveTo>
                  <a:pt x="3538807" y="0"/>
                </a:moveTo>
                <a:lnTo>
                  <a:pt x="3499564" y="5613"/>
                </a:lnTo>
                <a:cubicBezTo>
                  <a:pt x="1646482" y="360713"/>
                  <a:pt x="214158" y="1900228"/>
                  <a:pt x="20639" y="3806010"/>
                </a:cubicBezTo>
                <a:lnTo>
                  <a:pt x="0" y="4214790"/>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15" name="任意多边形: 形状 118" hidden="1"/>
          <p:cNvSpPr/>
          <p:nvPr/>
        </p:nvSpPr>
        <p:spPr>
          <a:xfrm flipH="1" rot="10506000">
            <a:off x="8676360" y="-141840"/>
            <a:ext cx="3349440" cy="3992040"/>
          </a:xfrm>
          <a:custGeom>
            <a:avLst/>
            <a:gdLst>
              <a:gd name="textAreaLeft" fmla="*/ -720 w 3349440"/>
              <a:gd name="textAreaRight" fmla="*/ 3350160 w 3349440"/>
              <a:gd name="textAreaTop" fmla="*/ 0 h 3992040"/>
              <a:gd name="textAreaBottom" fmla="*/ 3993480 h 3992040"/>
              <a:gd name="GluePoint1X" fmla="*/ 3435065 w 3526505"/>
              <a:gd name="GluePoint1Y" fmla="*/ 979859 h 3993354"/>
              <a:gd name="GluePoint2X" fmla="*/ 3350988 w 3526505"/>
              <a:gd name="GluePoint2Y" fmla="*/ 0 h 3993354"/>
              <a:gd name="GluePoint3X" fmla="*/ 3332955 w 3526505"/>
              <a:gd name="GluePoint3Y" fmla="*/ 2579 h 3993354"/>
              <a:gd name="GluePoint4X" fmla="*/ 18694 w 3526505"/>
              <a:gd name="GluePoint4Y" fmla="*/ 3623095 h 3993354"/>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3350988" h="3993354">
                <a:moveTo>
                  <a:pt x="3350988" y="0"/>
                </a:moveTo>
                <a:lnTo>
                  <a:pt x="3332955" y="2579"/>
                </a:lnTo>
                <a:cubicBezTo>
                  <a:pt x="1567581" y="340872"/>
                  <a:pt x="203053" y="1807517"/>
                  <a:pt x="18694" y="3623095"/>
                </a:cubicBezTo>
                <a:lnTo>
                  <a:pt x="0" y="3993354"/>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16" name="任意多边形: 形状 115" hidden="1"/>
          <p:cNvSpPr/>
          <p:nvPr/>
        </p:nvSpPr>
        <p:spPr>
          <a:xfrm flipH="1" rot="10506000">
            <a:off x="8872200" y="-132480"/>
            <a:ext cx="3163320" cy="3771360"/>
          </a:xfrm>
          <a:custGeom>
            <a:avLst/>
            <a:gdLst>
              <a:gd name="textAreaLeft" fmla="*/ 720 w 3163320"/>
              <a:gd name="textAreaRight" fmla="*/ 3165480 w 3163320"/>
              <a:gd name="textAreaTop" fmla="*/ 0 h 3771360"/>
              <a:gd name="textAreaBottom" fmla="*/ 3771720 h 3771360"/>
              <a:gd name="GluePoint1X" fmla="*/ 3257626 w 3349066"/>
              <a:gd name="GluePoint1Y" fmla="*/ 1081231 h 3773592"/>
              <a:gd name="GluePoint2X" fmla="*/ 3164851 w 3349066"/>
              <a:gd name="GluePoint2Y" fmla="*/ 0 h 3773592"/>
              <a:gd name="GluePoint3X" fmla="*/ 2814251 w 3349066"/>
              <a:gd name="GluePoint3Y" fmla="*/ 84359 h 3773592"/>
              <a:gd name="GluePoint4X" fmla="*/ 16767 w 3349066"/>
              <a:gd name="GluePoint4Y" fmla="*/ 3441508 h 3773592"/>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3164851" h="3773592">
                <a:moveTo>
                  <a:pt x="3164851" y="0"/>
                </a:moveTo>
                <a:lnTo>
                  <a:pt x="2814251" y="84359"/>
                </a:lnTo>
                <a:cubicBezTo>
                  <a:pt x="1309770" y="521817"/>
                  <a:pt x="179528" y="1838638"/>
                  <a:pt x="16767" y="3441508"/>
                </a:cubicBezTo>
                <a:lnTo>
                  <a:pt x="0" y="3773592"/>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17" name="任意多边形: 形状 112" hidden="1"/>
          <p:cNvSpPr/>
          <p:nvPr/>
        </p:nvSpPr>
        <p:spPr>
          <a:xfrm flipH="1" rot="10506000">
            <a:off x="9049680" y="-125640"/>
            <a:ext cx="2993760" cy="3569400"/>
          </a:xfrm>
          <a:custGeom>
            <a:avLst/>
            <a:gdLst>
              <a:gd name="textAreaLeft" fmla="*/ -720 w 2993760"/>
              <a:gd name="textAreaRight" fmla="*/ 2994480 w 2993760"/>
              <a:gd name="textAreaTop" fmla="*/ 0 h 3569400"/>
              <a:gd name="textAreaBottom" fmla="*/ 3570840 h 3569400"/>
              <a:gd name="GluePoint1X" fmla="*/ 3095132 w 3186572"/>
              <a:gd name="GluePoint1Y" fmla="*/ 1166743 h 3571337"/>
              <a:gd name="GluePoint2X" fmla="*/ 2995020 w 3186572"/>
              <a:gd name="GluePoint2Y" fmla="*/ 0 h 3571337"/>
              <a:gd name="GluePoint3X" fmla="*/ 2680178 w 3186572"/>
              <a:gd name="GluePoint3Y" fmla="*/ 75755 h 3571337"/>
              <a:gd name="GluePoint4X" fmla="*/ 15007 w 3186572"/>
              <a:gd name="GluePoint4Y" fmla="*/ 3274119 h 3571337"/>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2995020" h="3571337">
                <a:moveTo>
                  <a:pt x="2995020" y="0"/>
                </a:moveTo>
                <a:lnTo>
                  <a:pt x="2680178" y="75755"/>
                </a:lnTo>
                <a:cubicBezTo>
                  <a:pt x="1246854" y="492521"/>
                  <a:pt x="170070" y="1747060"/>
                  <a:pt x="15007" y="3274119"/>
                </a:cubicBezTo>
                <a:lnTo>
                  <a:pt x="0" y="3571337"/>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18" name="任意多边形: 形状 109" hidden="1"/>
          <p:cNvSpPr/>
          <p:nvPr/>
        </p:nvSpPr>
        <p:spPr>
          <a:xfrm flipH="1" rot="10506000">
            <a:off x="9254520" y="-117360"/>
            <a:ext cx="2799720" cy="3339000"/>
          </a:xfrm>
          <a:custGeom>
            <a:avLst/>
            <a:gdLst>
              <a:gd name="textAreaLeft" fmla="*/ 720 w 2799720"/>
              <a:gd name="textAreaRight" fmla="*/ 2801880 w 2799720"/>
              <a:gd name="textAreaTop" fmla="*/ 0 h 3339000"/>
              <a:gd name="textAreaBottom" fmla="*/ 3340440 h 3339000"/>
              <a:gd name="GluePoint1X" fmla="*/ 2907576 w 2999016"/>
              <a:gd name="GluePoint1Y" fmla="*/ 1242950 h 3340194"/>
              <a:gd name="GluePoint2X" fmla="*/ 2800924 w 2999016"/>
              <a:gd name="GluePoint2Y" fmla="*/ 0 h 3340194"/>
              <a:gd name="GluePoint3X" fmla="*/ 2526951 w 2999016"/>
              <a:gd name="GluePoint3Y" fmla="*/ 65921 h 3340194"/>
              <a:gd name="GluePoint4X" fmla="*/ 12994 w 2999016"/>
              <a:gd name="GluePoint4Y" fmla="*/ 3082818 h 3340194"/>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2800924" h="3340194">
                <a:moveTo>
                  <a:pt x="2800924" y="0"/>
                </a:moveTo>
                <a:lnTo>
                  <a:pt x="2526951" y="65921"/>
                </a:lnTo>
                <a:cubicBezTo>
                  <a:pt x="1174950" y="459042"/>
                  <a:pt x="159259" y="1642401"/>
                  <a:pt x="12994" y="3082818"/>
                </a:cubicBezTo>
                <a:lnTo>
                  <a:pt x="0" y="3340194"/>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19" name="任意多边形: 形状 106" hidden="1"/>
          <p:cNvSpPr/>
          <p:nvPr/>
        </p:nvSpPr>
        <p:spPr>
          <a:xfrm flipH="1" rot="10506000">
            <a:off x="9437400" y="-108000"/>
            <a:ext cx="2624760" cy="3130920"/>
          </a:xfrm>
          <a:custGeom>
            <a:avLst/>
            <a:gdLst>
              <a:gd name="textAreaLeft" fmla="*/ 720 w 2624760"/>
              <a:gd name="textAreaRight" fmla="*/ 2626920 w 2624760"/>
              <a:gd name="textAreaTop" fmla="*/ 0 h 3130920"/>
              <a:gd name="textAreaBottom" fmla="*/ 3132360 h 3130920"/>
              <a:gd name="GluePoint1X" fmla="*/ 2737327 w 2828767"/>
              <a:gd name="GluePoint1Y" fmla="*/ 1294665 h 3132161"/>
              <a:gd name="GluePoint2X" fmla="*/ 2626238 w 2828767"/>
              <a:gd name="GluePoint2Y" fmla="*/ 0 h 3132161"/>
              <a:gd name="GluePoint3X" fmla="*/ 2389046 w 2828767"/>
              <a:gd name="GluePoint3Y" fmla="*/ 57071 h 3132161"/>
              <a:gd name="GluePoint4X" fmla="*/ 11184 w 2828767"/>
              <a:gd name="GluePoint4Y" fmla="*/ 2910647 h 3132161"/>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2626238" h="3132161">
                <a:moveTo>
                  <a:pt x="2626238" y="0"/>
                </a:moveTo>
                <a:lnTo>
                  <a:pt x="2389046" y="57071"/>
                </a:lnTo>
                <a:cubicBezTo>
                  <a:pt x="1110238" y="428910"/>
                  <a:pt x="149531" y="1548208"/>
                  <a:pt x="11184" y="2910647"/>
                </a:cubicBezTo>
                <a:lnTo>
                  <a:pt x="0" y="3132161"/>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20" name="任意多边形: 形状 100" hidden="1"/>
          <p:cNvSpPr/>
          <p:nvPr/>
        </p:nvSpPr>
        <p:spPr>
          <a:xfrm flipH="1" rot="10506000">
            <a:off x="9608760" y="-102600"/>
            <a:ext cx="2462400" cy="2937960"/>
          </a:xfrm>
          <a:custGeom>
            <a:avLst/>
            <a:gdLst>
              <a:gd name="textAreaLeft" fmla="*/ -720 w 2462400"/>
              <a:gd name="textAreaRight" fmla="*/ 2463120 w 2462400"/>
              <a:gd name="textAreaTop" fmla="*/ 0 h 2937960"/>
              <a:gd name="textAreaBottom" fmla="*/ 2939400 h 2937960"/>
              <a:gd name="GluePoint1X" fmla="*/ 3712449 w 3831197"/>
              <a:gd name="GluePoint1Y" fmla="*/ 152245 h 2962385"/>
              <a:gd name="GluePoint2X" fmla="*/ 3831197 w 3831197"/>
              <a:gd name="GluePoint2Y" fmla="*/ 25916 h 2962385"/>
              <a:gd name="GluePoint3X" fmla="*/ 3699385 w 3831197"/>
              <a:gd name="GluePoint3Y" fmla="*/ 0 h 2962385"/>
              <a:gd name="GluePoint4X" fmla="*/ 3712449 w 3831197"/>
              <a:gd name="GluePoint4Y" fmla="*/ 152245 h 2962385"/>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2463816" h="2938740">
                <a:moveTo>
                  <a:pt x="2463816" y="0"/>
                </a:moveTo>
                <a:lnTo>
                  <a:pt x="2260826" y="48842"/>
                </a:lnTo>
                <a:cubicBezTo>
                  <a:pt x="1050068" y="400893"/>
                  <a:pt x="140486" y="1460628"/>
                  <a:pt x="9502" y="2750565"/>
                </a:cubicBezTo>
                <a:lnTo>
                  <a:pt x="0" y="2938740"/>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21" name="任意多边形: 形状 103" hidden="1"/>
          <p:cNvSpPr/>
          <p:nvPr/>
        </p:nvSpPr>
        <p:spPr>
          <a:xfrm flipH="1" rot="10506000">
            <a:off x="9788400" y="-93600"/>
            <a:ext cx="2291040" cy="2733480"/>
          </a:xfrm>
          <a:custGeom>
            <a:avLst/>
            <a:gdLst>
              <a:gd name="textAreaLeft" fmla="*/ -720 w 2291040"/>
              <a:gd name="textAreaRight" fmla="*/ 2291760 w 2291040"/>
              <a:gd name="textAreaTop" fmla="*/ 0 h 2733480"/>
              <a:gd name="textAreaBottom" fmla="*/ 2734920 h 2733480"/>
              <a:gd name="GluePoint1X" fmla="*/ 3543454 w 3550854"/>
              <a:gd name="GluePoint1Y" fmla="*/ 174590 h 2755357"/>
              <a:gd name="GluePoint2X" fmla="*/ 3550854 w 3550854"/>
              <a:gd name="GluePoint2Y" fmla="*/ 3416 h 2755357"/>
              <a:gd name="GluePoint3X" fmla="*/ 3528473 w 3550854"/>
              <a:gd name="GluePoint3Y" fmla="*/ 0 h 2755357"/>
              <a:gd name="GluePoint4X" fmla="*/ 3543454 w 3550854"/>
              <a:gd name="GluePoint4Y" fmla="*/ 174590 h 2755357"/>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2292632" h="2734880">
                <a:moveTo>
                  <a:pt x="2292632" y="0"/>
                </a:moveTo>
                <a:lnTo>
                  <a:pt x="2125687" y="40169"/>
                </a:lnTo>
                <a:cubicBezTo>
                  <a:pt x="986652" y="371366"/>
                  <a:pt x="130951" y="1368324"/>
                  <a:pt x="7726" y="2581848"/>
                </a:cubicBezTo>
                <a:lnTo>
                  <a:pt x="0" y="2734880"/>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22" name="任意多边形: 形状 94" hidden="1"/>
          <p:cNvSpPr/>
          <p:nvPr/>
        </p:nvSpPr>
        <p:spPr>
          <a:xfrm flipH="1" rot="10506000">
            <a:off x="9949320" y="-86040"/>
            <a:ext cx="2137320" cy="2549880"/>
          </a:xfrm>
          <a:custGeom>
            <a:avLst/>
            <a:gdLst>
              <a:gd name="textAreaLeft" fmla="*/ 720 w 2137320"/>
              <a:gd name="textAreaRight" fmla="*/ 2139480 w 2137320"/>
              <a:gd name="textAreaTop" fmla="*/ 0 h 2549880"/>
              <a:gd name="textAreaBottom" fmla="*/ 2551320 h 2549880"/>
              <a:gd name="GluePoint1X" fmla="*/ 3390617 w 3390617"/>
              <a:gd name="GluePoint1Y" fmla="*/ 183198 h 2566238"/>
              <a:gd name="GluePoint2X" fmla="*/ 3374898 w 3390617"/>
              <a:gd name="GluePoint2Y" fmla="*/ 0 h 2566238"/>
              <a:gd name="GluePoint3X" fmla="*/ 3390617 w 3390617"/>
              <a:gd name="GluePoint3Y" fmla="*/ 183198 h 2566238"/>
              <a:gd name="GluePoint4X" fmla="*/ 0 w 3390617"/>
              <a:gd name="GluePoint4Y" fmla="*/ 2566238 h 2566238"/>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2138572" h="2551414">
                <a:moveTo>
                  <a:pt x="2138572" y="0"/>
                </a:moveTo>
                <a:lnTo>
                  <a:pt x="2004062" y="32364"/>
                </a:lnTo>
                <a:cubicBezTo>
                  <a:pt x="929578" y="344792"/>
                  <a:pt x="122371" y="1285252"/>
                  <a:pt x="6130" y="2430004"/>
                </a:cubicBezTo>
                <a:lnTo>
                  <a:pt x="0" y="2551414"/>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23" name="任意多边形: 形状 97" hidden="1"/>
          <p:cNvSpPr/>
          <p:nvPr/>
        </p:nvSpPr>
        <p:spPr>
          <a:xfrm flipH="1" rot="10506000">
            <a:off x="10101240" y="-80280"/>
            <a:ext cx="1993680" cy="2379240"/>
          </a:xfrm>
          <a:custGeom>
            <a:avLst/>
            <a:gdLst>
              <a:gd name="textAreaLeft" fmla="*/ -720 w 1993680"/>
              <a:gd name="textAreaRight" fmla="*/ 1994400 w 1993680"/>
              <a:gd name="textAreaTop" fmla="*/ 0 h 2379240"/>
              <a:gd name="textAreaBottom" fmla="*/ 2380680 h 2379240"/>
              <a:gd name="GluePoint1X" fmla="*/ 3247441 w 3247441"/>
              <a:gd name="GluePoint1Y" fmla="*/ 176150 h 2388211"/>
              <a:gd name="GluePoint2X" fmla="*/ 3232327 w 3247441"/>
              <a:gd name="GluePoint2Y" fmla="*/ 0 h 2388211"/>
              <a:gd name="GluePoint3X" fmla="*/ 3247441 w 3247441"/>
              <a:gd name="GluePoint3Y" fmla="*/ 176150 h 2388211"/>
              <a:gd name="GluePoint4X" fmla="*/ 0 w 3247441"/>
              <a:gd name="GluePoint4Y" fmla="*/ 2388211 h 2388211"/>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1995359" h="2380863">
                <a:moveTo>
                  <a:pt x="1995359" y="0"/>
                </a:moveTo>
                <a:lnTo>
                  <a:pt x="1891005" y="25109"/>
                </a:lnTo>
                <a:cubicBezTo>
                  <a:pt x="876524" y="320088"/>
                  <a:pt x="114395" y="1208028"/>
                  <a:pt x="4645" y="2288853"/>
                </a:cubicBezTo>
                <a:lnTo>
                  <a:pt x="0" y="2380863"/>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24" name="任意多边形: 形状 91" hidden="1"/>
          <p:cNvSpPr/>
          <p:nvPr/>
        </p:nvSpPr>
        <p:spPr>
          <a:xfrm flipH="1" rot="10506000">
            <a:off x="10251720" y="-73080"/>
            <a:ext cx="1848240" cy="2205000"/>
          </a:xfrm>
          <a:custGeom>
            <a:avLst/>
            <a:gdLst>
              <a:gd name="textAreaLeft" fmla="*/ -720 w 1848240"/>
              <a:gd name="textAreaRight" fmla="*/ 1848960 w 1848240"/>
              <a:gd name="textAreaTop" fmla="*/ 0 h 2205000"/>
              <a:gd name="textAreaBottom" fmla="*/ 2205360 h 2205000"/>
              <a:gd name="GluePoint1X" fmla="*/ 3101494 w 3221135"/>
              <a:gd name="GluePoint1Y" fmla="*/ 163645 h 2207585"/>
              <a:gd name="GluePoint2X" fmla="*/ 3221135 w 3221135"/>
              <a:gd name="GluePoint2Y" fmla="*/ 36184 h 2207585"/>
              <a:gd name="GluePoint3X" fmla="*/ 3087752 w 3221135"/>
              <a:gd name="GluePoint3Y" fmla="*/ 3494 h 2207585"/>
              <a:gd name="GluePoint4X" fmla="*/ 3101494 w 3221135"/>
              <a:gd name="GluePoint4Y" fmla="*/ 163645 h 2207585"/>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1849854" h="2207585">
                <a:moveTo>
                  <a:pt x="1849854" y="0"/>
                </a:moveTo>
                <a:lnTo>
                  <a:pt x="1776137" y="17738"/>
                </a:lnTo>
                <a:cubicBezTo>
                  <a:pt x="822621" y="294991"/>
                  <a:pt x="106291" y="1129571"/>
                  <a:pt x="3137" y="2145444"/>
                </a:cubicBezTo>
                <a:lnTo>
                  <a:pt x="0" y="2207585"/>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25" name="任意多边形: 形状 83" hidden="1"/>
          <p:cNvSpPr/>
          <p:nvPr/>
        </p:nvSpPr>
        <p:spPr>
          <a:xfrm flipH="1" rot="10506000">
            <a:off x="10416600" y="-65520"/>
            <a:ext cx="1691640" cy="2009520"/>
          </a:xfrm>
          <a:custGeom>
            <a:avLst/>
            <a:gdLst>
              <a:gd name="textAreaLeft" fmla="*/ 720 w 1691640"/>
              <a:gd name="textAreaRight" fmla="*/ 1693800 w 1691640"/>
              <a:gd name="textAreaTop" fmla="*/ 0 h 2009520"/>
              <a:gd name="textAreaBottom" fmla="*/ 2010600 h 2009520"/>
              <a:gd name="GluePoint1X" fmla="*/ 2942292 w 2983139"/>
              <a:gd name="GluePoint1Y" fmla="*/ 138056 h 2011644"/>
              <a:gd name="GluePoint2X" fmla="*/ 2983139 w 2983139"/>
              <a:gd name="GluePoint2Y" fmla="*/ 13891 h 2011644"/>
              <a:gd name="GluePoint3X" fmla="*/ 2930598 w 2983139"/>
              <a:gd name="GluePoint3Y" fmla="*/ 1780 h 2011644"/>
              <a:gd name="GluePoint4X" fmla="*/ 2942292 w 2983139"/>
              <a:gd name="GluePoint4Y" fmla="*/ 138056 h 2011644"/>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1692848" h="2011644">
                <a:moveTo>
                  <a:pt x="1692848" y="0"/>
                </a:moveTo>
                <a:lnTo>
                  <a:pt x="1450924" y="70211"/>
                </a:lnTo>
                <a:cubicBezTo>
                  <a:pt x="665008" y="380153"/>
                  <a:pt x="90124" y="1109131"/>
                  <a:pt x="1503" y="1981879"/>
                </a:cubicBezTo>
                <a:lnTo>
                  <a:pt x="0" y="2011644"/>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26" name="任意多边形: 形状 74" hidden="1"/>
          <p:cNvSpPr/>
          <p:nvPr/>
        </p:nvSpPr>
        <p:spPr>
          <a:xfrm flipH="1" rot="10506000">
            <a:off x="10728720" y="-54360"/>
            <a:ext cx="1395000" cy="1660320"/>
          </a:xfrm>
          <a:custGeom>
            <a:avLst/>
            <a:gdLst>
              <a:gd name="textAreaLeft" fmla="*/ 720 w 1395000"/>
              <a:gd name="textAreaRight" fmla="*/ 1397160 w 1395000"/>
              <a:gd name="textAreaTop" fmla="*/ 0 h 1660320"/>
              <a:gd name="textAreaBottom" fmla="*/ 1661760 h 1660320"/>
              <a:gd name="GluePoint1X" fmla="*/ 1396099 w 2676094"/>
              <a:gd name="GluePoint1Y" fmla="*/ 0 h 1662070"/>
              <a:gd name="GluePoint2X" fmla="*/ 1289233 w 2676094"/>
              <a:gd name="GluePoint2Y" fmla="*/ 28870 h 1662070"/>
              <a:gd name="GluePoint3X" fmla="*/ 25423 w 2676094"/>
              <a:gd name="GluePoint3Y" fmla="*/ 1495464 h 1662070"/>
              <a:gd name="GluePoint4X" fmla="*/ 0 w 2676094"/>
              <a:gd name="GluePoint4Y" fmla="*/ 1662070 h 1662070"/>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1396099" h="1662070">
                <a:moveTo>
                  <a:pt x="1396099" y="0"/>
                </a:moveTo>
                <a:lnTo>
                  <a:pt x="1289233" y="28870"/>
                </a:lnTo>
                <a:cubicBezTo>
                  <a:pt x="649948" y="262972"/>
                  <a:pt x="164425" y="816097"/>
                  <a:pt x="25423" y="1495464"/>
                </a:cubicBezTo>
                <a:lnTo>
                  <a:pt x="0" y="1662070"/>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27" name="任意多边形: 形状 77" hidden="1"/>
          <p:cNvSpPr/>
          <p:nvPr/>
        </p:nvSpPr>
        <p:spPr>
          <a:xfrm flipH="1" rot="10506000">
            <a:off x="10877040" y="-46440"/>
            <a:ext cx="1250640" cy="1492560"/>
          </a:xfrm>
          <a:custGeom>
            <a:avLst/>
            <a:gdLst>
              <a:gd name="textAreaLeft" fmla="*/ -720 w 1250640"/>
              <a:gd name="textAreaRight" fmla="*/ 1251360 w 1250640"/>
              <a:gd name="textAreaTop" fmla="*/ 0 h 1492560"/>
              <a:gd name="textAreaBottom" fmla="*/ 1494000 h 1492560"/>
              <a:gd name="GluePoint1X" fmla="*/ 1359023 w 1450463"/>
              <a:gd name="GluePoint1Y" fmla="*/ 1242430 h 1493935"/>
              <a:gd name="GluePoint2X" fmla="*/ 1252415 w 1450463"/>
              <a:gd name="GluePoint2Y" fmla="*/ 0 h 1493935"/>
              <a:gd name="GluePoint3X" fmla="*/ 1184988 w 1450463"/>
              <a:gd name="GluePoint3Y" fmla="*/ 18216 h 1493935"/>
              <a:gd name="GluePoint4X" fmla="*/ 18654 w 1450463"/>
              <a:gd name="GluePoint4Y" fmla="*/ 1371695 h 1493935"/>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1252415" h="1493935">
                <a:moveTo>
                  <a:pt x="1252415" y="0"/>
                </a:moveTo>
                <a:lnTo>
                  <a:pt x="1184988" y="18216"/>
                </a:lnTo>
                <a:cubicBezTo>
                  <a:pt x="595010" y="234262"/>
                  <a:pt x="146936" y="744726"/>
                  <a:pt x="18654" y="1371695"/>
                </a:cubicBezTo>
                <a:lnTo>
                  <a:pt x="0" y="1493935"/>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28" name="任意多边形: 形状 47" hidden="1"/>
          <p:cNvSpPr/>
          <p:nvPr/>
        </p:nvSpPr>
        <p:spPr>
          <a:xfrm flipH="1" rot="10506000">
            <a:off x="11979720" y="1080"/>
            <a:ext cx="200520" cy="240120"/>
          </a:xfrm>
          <a:custGeom>
            <a:avLst/>
            <a:gdLst>
              <a:gd name="textAreaLeft" fmla="*/ 720 w 200520"/>
              <a:gd name="textAreaRight" fmla="*/ 202680 w 200520"/>
              <a:gd name="textAreaTop" fmla="*/ 0 h 240120"/>
              <a:gd name="textAreaBottom" fmla="*/ 240480 h 240120"/>
              <a:gd name="GluePoint1X" fmla="*/ 221266 w 312706"/>
              <a:gd name="GluePoint1Y" fmla="*/ 223634 h 315074"/>
              <a:gd name="GluePoint2X" fmla="*/ 202077 w 312706"/>
              <a:gd name="GluePoint2Y" fmla="*/ 0 h 315074"/>
              <a:gd name="GluePoint3X" fmla="*/ 159333 w 312706"/>
              <a:gd name="GluePoint3Y" fmla="*/ 30379 h 315074"/>
              <a:gd name="GluePoint4X" fmla="*/ 41048 w 312706"/>
              <a:gd name="GluePoint4Y" fmla="*/ 166986 h 315074"/>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202077" h="242620">
                <a:moveTo>
                  <a:pt x="202077" y="0"/>
                </a:moveTo>
                <a:lnTo>
                  <a:pt x="159333" y="30379"/>
                </a:lnTo>
                <a:cubicBezTo>
                  <a:pt x="114688" y="70961"/>
                  <a:pt x="74931" y="116826"/>
                  <a:pt x="41048" y="166986"/>
                </a:cubicBezTo>
                <a:lnTo>
                  <a:pt x="0" y="242620"/>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29" name="任意多边形: 形状 53" hidden="1"/>
          <p:cNvSpPr/>
          <p:nvPr/>
        </p:nvSpPr>
        <p:spPr>
          <a:xfrm flipH="1" rot="10506000">
            <a:off x="11631600" y="-15480"/>
            <a:ext cx="533880" cy="645480"/>
          </a:xfrm>
          <a:custGeom>
            <a:avLst/>
            <a:gdLst>
              <a:gd name="textAreaLeft" fmla="*/ 720 w 533880"/>
              <a:gd name="textAreaRight" fmla="*/ 536040 w 533880"/>
              <a:gd name="textAreaTop" fmla="*/ 0 h 645480"/>
              <a:gd name="textAreaBottom" fmla="*/ 646920 h 645480"/>
              <a:gd name="GluePoint1X" fmla="*/ 586582 w 678022"/>
              <a:gd name="GluePoint1Y" fmla="*/ 596584 h 688024"/>
              <a:gd name="GluePoint2X" fmla="*/ 535392 w 678022"/>
              <a:gd name="GluePoint2Y" fmla="*/ 0 h 688024"/>
              <a:gd name="GluePoint3X" fmla="*/ 425863 w 678022"/>
              <a:gd name="GluePoint3Y" fmla="*/ 62963 h 688024"/>
              <a:gd name="GluePoint4X" fmla="*/ 33247 w 678022"/>
              <a:gd name="GluePoint4Y" fmla="*/ 539799 h 688024"/>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535392" h="646916">
                <a:moveTo>
                  <a:pt x="535392" y="0"/>
                </a:moveTo>
                <a:lnTo>
                  <a:pt x="425863" y="62963"/>
                </a:lnTo>
                <a:cubicBezTo>
                  <a:pt x="252910" y="179822"/>
                  <a:pt x="115502" y="345305"/>
                  <a:pt x="33247" y="539799"/>
                </a:cubicBezTo>
                <a:lnTo>
                  <a:pt x="0" y="646916"/>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30" name="任意多边形: 形状 50" hidden="1"/>
          <p:cNvSpPr/>
          <p:nvPr/>
        </p:nvSpPr>
        <p:spPr>
          <a:xfrm flipH="1" rot="10506000">
            <a:off x="11794320" y="-7560"/>
            <a:ext cx="377640" cy="455760"/>
          </a:xfrm>
          <a:custGeom>
            <a:avLst/>
            <a:gdLst>
              <a:gd name="textAreaLeft" fmla="*/ 720 w 377640"/>
              <a:gd name="textAreaRight" fmla="*/ 379800 w 377640"/>
              <a:gd name="textAreaTop" fmla="*/ 0 h 455760"/>
              <a:gd name="textAreaBottom" fmla="*/ 457200 h 455760"/>
              <a:gd name="GluePoint1X" fmla="*/ 415479 w 506919"/>
              <a:gd name="GluePoint1Y" fmla="*/ 421348 h 512788"/>
              <a:gd name="GluePoint2X" fmla="*/ 379325 w 506919"/>
              <a:gd name="GluePoint2Y" fmla="*/ 0 h 512788"/>
              <a:gd name="GluePoint3X" fmla="*/ 344103 w 506919"/>
              <a:gd name="GluePoint3Y" fmla="*/ 20248 h 512788"/>
              <a:gd name="GluePoint4X" fmla="*/ 9381 w 506919"/>
              <a:gd name="GluePoint4Y" fmla="*/ 426772 h 512788"/>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379325" h="456998">
                <a:moveTo>
                  <a:pt x="379325" y="0"/>
                </a:moveTo>
                <a:lnTo>
                  <a:pt x="344103" y="20248"/>
                </a:lnTo>
                <a:cubicBezTo>
                  <a:pt x="196654" y="119875"/>
                  <a:pt x="79507" y="260957"/>
                  <a:pt x="9381" y="426772"/>
                </a:cubicBezTo>
                <a:lnTo>
                  <a:pt x="0" y="456998"/>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31" name="任意多边形: 形状 65" hidden="1"/>
          <p:cNvSpPr/>
          <p:nvPr/>
        </p:nvSpPr>
        <p:spPr>
          <a:xfrm flipH="1" rot="10506000">
            <a:off x="11327760" y="-27360"/>
            <a:ext cx="824040" cy="984240"/>
          </a:xfrm>
          <a:custGeom>
            <a:avLst/>
            <a:gdLst>
              <a:gd name="textAreaLeft" fmla="*/ 720 w 824040"/>
              <a:gd name="textAreaRight" fmla="*/ 826200 w 824040"/>
              <a:gd name="textAreaTop" fmla="*/ 0 h 984240"/>
              <a:gd name="textAreaBottom" fmla="*/ 985680 h 984240"/>
              <a:gd name="GluePoint1X" fmla="*/ 903428 w 994868"/>
              <a:gd name="GluePoint1Y" fmla="*/ 908160 h 999600"/>
              <a:gd name="GluePoint2X" fmla="*/ 825503 w 994868"/>
              <a:gd name="GluePoint2Y" fmla="*/ 0 h 999600"/>
              <a:gd name="GluePoint3X" fmla="*/ 750494 w 994868"/>
              <a:gd name="GluePoint3Y" fmla="*/ 29558 h 999600"/>
              <a:gd name="GluePoint4X" fmla="*/ 77440 w 994868"/>
              <a:gd name="GluePoint4Y" fmla="*/ 736181 h 999600"/>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825503" h="985679">
                <a:moveTo>
                  <a:pt x="825503" y="0"/>
                </a:moveTo>
                <a:lnTo>
                  <a:pt x="750494" y="29558"/>
                </a:lnTo>
                <a:cubicBezTo>
                  <a:pt x="448938" y="174881"/>
                  <a:pt x="208333" y="426677"/>
                  <a:pt x="77440" y="736181"/>
                </a:cubicBezTo>
                <a:lnTo>
                  <a:pt x="0" y="985679"/>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32" name="任意多边形: 形状 59" hidden="1"/>
          <p:cNvSpPr/>
          <p:nvPr/>
        </p:nvSpPr>
        <p:spPr>
          <a:xfrm flipH="1" rot="10506000">
            <a:off x="11481120" y="-20520"/>
            <a:ext cx="676080" cy="813960"/>
          </a:xfrm>
          <a:custGeom>
            <a:avLst/>
            <a:gdLst>
              <a:gd name="textAreaLeft" fmla="*/ -720 w 676080"/>
              <a:gd name="textAreaRight" fmla="*/ 676800 w 676080"/>
              <a:gd name="textAreaTop" fmla="*/ 0 h 813960"/>
              <a:gd name="textAreaBottom" fmla="*/ 815040 h 813960"/>
              <a:gd name="GluePoint1X" fmla="*/ 742235 w 833675"/>
              <a:gd name="GluePoint1Y" fmla="*/ 752012 h 843452"/>
              <a:gd name="GluePoint2X" fmla="*/ 677710 w 833675"/>
              <a:gd name="GluePoint2Y" fmla="*/ 0 h 843452"/>
              <a:gd name="GluePoint3X" fmla="*/ 654567 w 833675"/>
              <a:gd name="GluePoint3Y" fmla="*/ 9120 h 843452"/>
              <a:gd name="GluePoint4X" fmla="*/ 54956 w 833675"/>
              <a:gd name="GluePoint4Y" fmla="*/ 638637 h 843452"/>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677710" h="815699">
                <a:moveTo>
                  <a:pt x="677710" y="0"/>
                </a:moveTo>
                <a:lnTo>
                  <a:pt x="654567" y="9120"/>
                </a:lnTo>
                <a:cubicBezTo>
                  <a:pt x="385916" y="138585"/>
                  <a:pt x="171567" y="362905"/>
                  <a:pt x="54956" y="638637"/>
                </a:cubicBezTo>
                <a:lnTo>
                  <a:pt x="0" y="815699"/>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33" name="任意多边形: 形状 68" hidden="1"/>
          <p:cNvSpPr/>
          <p:nvPr/>
        </p:nvSpPr>
        <p:spPr>
          <a:xfrm flipH="1" rot="10506000">
            <a:off x="11038320" y="-39600"/>
            <a:ext cx="1100880" cy="1321200"/>
          </a:xfrm>
          <a:custGeom>
            <a:avLst/>
            <a:gdLst>
              <a:gd name="textAreaLeft" fmla="*/ -720 w 1100880"/>
              <a:gd name="textAreaRight" fmla="*/ 1101600 w 1100880"/>
              <a:gd name="textAreaTop" fmla="*/ 0 h 1321200"/>
              <a:gd name="textAreaBottom" fmla="*/ 1322640 h 1321200"/>
              <a:gd name="GluePoint1X" fmla="*/ 1204103 w 1295543"/>
              <a:gd name="GluePoint1Y" fmla="*/ 1187291 h 1322555"/>
              <a:gd name="GluePoint2X" fmla="*/ 1102227 w 1295543"/>
              <a:gd name="GluePoint2Y" fmla="*/ 0 h 1322555"/>
              <a:gd name="GluePoint3X" fmla="*/ 1074916 w 1295543"/>
              <a:gd name="GluePoint3Y" fmla="*/ 7378 h 1322555"/>
              <a:gd name="GluePoint4X" fmla="*/ 7737 w 1295543"/>
              <a:gd name="GluePoint4Y" fmla="*/ 1245792 h 1322555"/>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1102227" h="1322555">
                <a:moveTo>
                  <a:pt x="1102227" y="0"/>
                </a:moveTo>
                <a:lnTo>
                  <a:pt x="1074916" y="7378"/>
                </a:lnTo>
                <a:cubicBezTo>
                  <a:pt x="535095" y="205058"/>
                  <a:pt x="125113" y="672125"/>
                  <a:pt x="7737" y="1245792"/>
                </a:cubicBezTo>
                <a:lnTo>
                  <a:pt x="0" y="1322555"/>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34" name="任意多边形: 形状 71" hidden="1"/>
          <p:cNvSpPr/>
          <p:nvPr/>
        </p:nvSpPr>
        <p:spPr>
          <a:xfrm flipH="1" rot="10506000">
            <a:off x="11179800" y="-34560"/>
            <a:ext cx="963000" cy="1155240"/>
          </a:xfrm>
          <a:custGeom>
            <a:avLst/>
            <a:gdLst>
              <a:gd name="textAreaLeft" fmla="*/ 720 w 963000"/>
              <a:gd name="textAreaRight" fmla="*/ 965160 w 963000"/>
              <a:gd name="textAreaTop" fmla="*/ 0 h 1155240"/>
              <a:gd name="textAreaBottom" fmla="*/ 1156680 h 1155240"/>
              <a:gd name="GluePoint1X" fmla="*/ 1055982 w 1147422"/>
              <a:gd name="GluePoint1Y" fmla="*/ 1066021 h 1157461"/>
              <a:gd name="GluePoint2X" fmla="*/ 964511 w 1147422"/>
              <a:gd name="GluePoint2Y" fmla="*/ 0 h 1157461"/>
              <a:gd name="GluePoint3X" fmla="*/ 740170 w 1147422"/>
              <a:gd name="GluePoint3Y" fmla="*/ 104674 h 1157461"/>
              <a:gd name="GluePoint4X" fmla="*/ 3394 w 1147422"/>
              <a:gd name="GluePoint4Y" fmla="*/ 1122952 h 1157461"/>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964511" h="1156630">
                <a:moveTo>
                  <a:pt x="964511" y="0"/>
                </a:moveTo>
                <a:lnTo>
                  <a:pt x="740170" y="104674"/>
                </a:lnTo>
                <a:cubicBezTo>
                  <a:pt x="366685" y="319460"/>
                  <a:pt x="92491" y="687490"/>
                  <a:pt x="3394" y="1122952"/>
                </a:cubicBezTo>
                <a:lnTo>
                  <a:pt x="0" y="1156630"/>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35" name="KSO_TEMPLATE" hidden="1"/>
          <p:cNvSpPr/>
          <p:nvPr/>
        </p:nvSpPr>
        <p:spPr>
          <a:xfrm>
            <a:off x="0" y="0"/>
            <a:ext cx="360" cy="360"/>
          </a:xfrm>
          <a:prstGeom prst="rect">
            <a:avLst/>
          </a:prstGeom>
          <a:solidFill>
            <a:schemeClr val="accent1"/>
          </a:solidFill>
          <a:ln>
            <a:solidFill>
              <a:srgbClr val="ad822f"/>
            </a:solidFill>
          </a:ln>
        </p:spPr>
        <p:style>
          <a:lnRef idx="2">
            <a:schemeClr val="accent1">
              <a:shade val="50000"/>
            </a:schemeClr>
          </a:lnRef>
          <a:fillRef idx="1">
            <a:schemeClr val="accent1"/>
          </a:fillRef>
          <a:effectRef idx="0">
            <a:schemeClr val="accent1"/>
          </a:effectRef>
          <a:fontRef idx="minor"/>
        </p:style>
        <p:txBody>
          <a:bodyPr lIns="90000" rIns="90000" tIns="-44280" bIns="-44280" anchor="ctr">
            <a:noAutofit/>
          </a:bodyPr>
          <a:p>
            <a:pPr algn="ctr" defTabSz="914400">
              <a:lnSpc>
                <a:spcPct val="100000"/>
              </a:lnSpc>
            </a:pPr>
            <a:endParaRPr lang="en-US" sz="1800" b="0" u="none" strike="noStrike">
              <a:solidFill>
                <a:schemeClr val="lt1"/>
              </a:solidFill>
              <a:effectLst/>
              <a:uFillTx/>
              <a:latin typeface="Arial"/>
              <a:ea typeface="微软雅黑"/>
            </a:endParaRPr>
          </a:p>
        </p:txBody>
      </p:sp>
      <p:sp>
        <p:nvSpPr>
          <p:cNvPr id="36" name="任意多边形: 形状 15"/>
          <p:cNvSpPr/>
          <p:nvPr/>
        </p:nvSpPr>
        <p:spPr>
          <a:xfrm rot="11361000">
            <a:off x="915840" y="1013040"/>
            <a:ext cx="1955520" cy="2041200"/>
          </a:xfrm>
          <a:custGeom>
            <a:avLst/>
            <a:gdLst>
              <a:gd name="textAreaLeft" fmla="*/ 0 w 1955520"/>
              <a:gd name="textAreaRight" fmla="*/ 1956960 w 1955520"/>
              <a:gd name="textAreaTop" fmla="*/ 0 h 2041200"/>
              <a:gd name="textAreaBottom" fmla="*/ 2042640 h 2041200"/>
              <a:gd name="GluePoint1X" fmla="*/ 2073494 w 2164934"/>
              <a:gd name="GluePoint1Y" fmla="*/ 155857 h 2169653"/>
              <a:gd name="GluePoint2X" fmla="*/ 2067084 w 2164934"/>
              <a:gd name="GluePoint2Y" fmla="*/ 197855 h 2169653"/>
              <a:gd name="GluePoint3X" fmla="*/ 2006035 w 2164934"/>
              <a:gd name="GluePoint3Y" fmla="*/ 175511 h 2169653"/>
              <a:gd name="GluePoint4X" fmla="*/ 1571400 w 2164934"/>
              <a:gd name="GluePoint4Y" fmla="*/ 109800 h 2169653"/>
              <a:gd name="GluePoint5X" fmla="*/ 109800 w 2164934"/>
              <a:gd name="GluePoint5Y" fmla="*/ 1571400 h 2169653"/>
              <a:gd name="GluePoint6X" fmla="*/ 224660 w 2164934"/>
              <a:gd name="GluePoint6Y" fmla="*/ 2140321 h 216965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Lst>
            <a:rect l="textAreaLeft" t="textAreaTop" r="textAreaRight" b="textAreaBottom"/>
            <a:pathLst>
              <a:path w="1957284" h="2042763">
                <a:moveTo>
                  <a:pt x="1957284" y="88055"/>
                </a:moveTo>
                <a:lnTo>
                  <a:pt x="1896235" y="65711"/>
                </a:lnTo>
                <a:cubicBezTo>
                  <a:pt x="1758934" y="23005"/>
                  <a:pt x="1612954" y="0"/>
                  <a:pt x="1461600" y="0"/>
                </a:cubicBezTo>
                <a:cubicBezTo>
                  <a:pt x="654381" y="0"/>
                  <a:pt x="0" y="654381"/>
                  <a:pt x="0" y="1461600"/>
                </a:cubicBezTo>
                <a:cubicBezTo>
                  <a:pt x="0" y="1663405"/>
                  <a:pt x="40899" y="1855657"/>
                  <a:pt x="114860" y="2030521"/>
                </a:cubicBezTo>
                <a:lnTo>
                  <a:pt x="120757" y="2042763"/>
                </a:lnTo>
              </a:path>
            </a:pathLst>
          </a:custGeom>
          <a:noFill/>
          <a:ln>
            <a:solidFill>
              <a:schemeClr val="accent1">
                <a:alpha val="7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37" name="任意多边形: 形状 16"/>
          <p:cNvSpPr/>
          <p:nvPr/>
        </p:nvSpPr>
        <p:spPr>
          <a:xfrm rot="11361000">
            <a:off x="1407240" y="1458000"/>
            <a:ext cx="361800" cy="380160"/>
          </a:xfrm>
          <a:custGeom>
            <a:avLst/>
            <a:gdLst>
              <a:gd name="textAreaLeft" fmla="*/ 0 w 361800"/>
              <a:gd name="textAreaRight" fmla="*/ 363240 w 361800"/>
              <a:gd name="textAreaTop" fmla="*/ 0 h 380160"/>
              <a:gd name="textAreaBottom" fmla="*/ 381600 h 380160"/>
              <a:gd name="GluePoint1X" fmla="*/ 150121 w 363138"/>
              <a:gd name="GluePoint1Y" fmla="*/ 256885 h 381923"/>
              <a:gd name="GluePoint2X" fmla="*/ 12546 w 363138"/>
              <a:gd name="GluePoint2Y" fmla="*/ 381923 h 381923"/>
              <a:gd name="GluePoint3X" fmla="*/ 6107 w 363138"/>
              <a:gd name="GluePoint3Y" fmla="*/ 361181 h 381923"/>
              <a:gd name="GluePoint4X" fmla="*/ 0 w 363138"/>
              <a:gd name="GluePoint4Y" fmla="*/ 300600 h 381923"/>
              <a:gd name="GluePoint5X" fmla="*/ 300600 w 363138"/>
              <a:gd name="GluePoint5Y" fmla="*/ 0 h 381923"/>
              <a:gd name="GluePoint6X" fmla="*/ 361181 w 363138"/>
              <a:gd name="GluePoint6Y" fmla="*/ 6107 h 3819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Lst>
            <a:rect l="textAreaLeft" t="textAreaTop" r="textAreaRight" b="textAreaBottom"/>
            <a:pathLst>
              <a:path w="363138" h="381923">
                <a:moveTo>
                  <a:pt x="12546" y="381923"/>
                </a:moveTo>
                <a:lnTo>
                  <a:pt x="6107" y="361181"/>
                </a:lnTo>
                <a:cubicBezTo>
                  <a:pt x="2103" y="341613"/>
                  <a:pt x="0" y="321352"/>
                  <a:pt x="0" y="300600"/>
                </a:cubicBezTo>
                <a:cubicBezTo>
                  <a:pt x="0" y="134583"/>
                  <a:pt x="134583" y="0"/>
                  <a:pt x="300600" y="0"/>
                </a:cubicBezTo>
                <a:cubicBezTo>
                  <a:pt x="321352" y="0"/>
                  <a:pt x="341613" y="2103"/>
                  <a:pt x="361181" y="6107"/>
                </a:cubicBezTo>
                <a:lnTo>
                  <a:pt x="363138" y="6715"/>
                </a:lnTo>
              </a:path>
            </a:pathLst>
          </a:custGeom>
          <a:noFill/>
          <a:ln>
            <a:solidFill>
              <a:schemeClr val="accent1">
                <a:alpha val="7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38" name="任意多边形: 形状 18"/>
          <p:cNvSpPr/>
          <p:nvPr/>
        </p:nvSpPr>
        <p:spPr>
          <a:xfrm rot="11361000">
            <a:off x="3615120" y="4450320"/>
            <a:ext cx="1206360" cy="1281960"/>
          </a:xfrm>
          <a:custGeom>
            <a:avLst/>
            <a:gdLst>
              <a:gd name="textAreaLeft" fmla="*/ 0 w 1206360"/>
              <a:gd name="textAreaRight" fmla="*/ 1207800 w 1206360"/>
              <a:gd name="textAreaTop" fmla="*/ 0 h 1281960"/>
              <a:gd name="textAreaBottom" fmla="*/ 1283400 h 1281960"/>
              <a:gd name="GluePoint1X" fmla="*/ 1042541 w 1207728"/>
              <a:gd name="GluePoint1Y" fmla="*/ 79574 h 1283476"/>
              <a:gd name="GluePoint2X" fmla="*/ 1207728 w 1207728"/>
              <a:gd name="GluePoint2Y" fmla="*/ 0 h 1283476"/>
              <a:gd name="GluePoint3X" fmla="*/ 1136917 w 1207728"/>
              <a:gd name="GluePoint3Y" fmla="*/ 50355 h 1283476"/>
              <a:gd name="GluePoint4X" fmla="*/ 79165 w 1207728"/>
              <a:gd name="GluePoint4Y" fmla="*/ 1159992 h 1283476"/>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1207728" h="1283476">
                <a:moveTo>
                  <a:pt x="1207728" y="0"/>
                </a:moveTo>
                <a:lnTo>
                  <a:pt x="1136917" y="50355"/>
                </a:lnTo>
                <a:cubicBezTo>
                  <a:pt x="725367" y="358134"/>
                  <a:pt x="367298" y="733498"/>
                  <a:pt x="79165" y="1159992"/>
                </a:cubicBezTo>
                <a:lnTo>
                  <a:pt x="0" y="1283476"/>
                </a:lnTo>
              </a:path>
            </a:pathLst>
          </a:custGeom>
          <a:noFill/>
          <a:ln>
            <a:solidFill>
              <a:schemeClr val="accent1">
                <a:alpha val="7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39" name="任意多边形: 形状 20"/>
          <p:cNvSpPr/>
          <p:nvPr/>
        </p:nvSpPr>
        <p:spPr>
          <a:xfrm rot="11361000">
            <a:off x="1915200" y="2427480"/>
            <a:ext cx="2943720" cy="3137400"/>
          </a:xfrm>
          <a:custGeom>
            <a:avLst/>
            <a:gdLst>
              <a:gd name="textAreaLeft" fmla="*/ 0 w 2943720"/>
              <a:gd name="textAreaRight" fmla="*/ 2945160 w 2943720"/>
              <a:gd name="textAreaTop" fmla="*/ 0 h 3137400"/>
              <a:gd name="textAreaBottom" fmla="*/ 3138840 h 3137400"/>
              <a:gd name="GluePoint1X" fmla="*/ 328916 w 3017844"/>
              <a:gd name="GluePoint1Y" fmla="*/ 2179446 h 3183247"/>
              <a:gd name="GluePoint2X" fmla="*/ 30466 w 3017844"/>
              <a:gd name="GluePoint2Y" fmla="*/ 3170046 h 3183247"/>
              <a:gd name="GluePoint3X" fmla="*/ 27504 w 3017844"/>
              <a:gd name="GluePoint3Y" fmla="*/ 3183247 h 3183247"/>
              <a:gd name="GluePoint4X" fmla="*/ 0 w 3017844"/>
              <a:gd name="GluePoint4Y" fmla="*/ 3138693 h 3183247"/>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2945236" h="3138693">
                <a:moveTo>
                  <a:pt x="0" y="3138693"/>
                </a:moveTo>
                <a:lnTo>
                  <a:pt x="1500" y="3126894"/>
                </a:lnTo>
                <a:cubicBezTo>
                  <a:pt x="231547" y="1621315"/>
                  <a:pt x="1347493" y="407251"/>
                  <a:pt x="2800676" y="33364"/>
                </a:cubicBezTo>
                <a:lnTo>
                  <a:pt x="2945236" y="0"/>
                </a:lnTo>
              </a:path>
            </a:pathLst>
          </a:custGeom>
          <a:noFill/>
          <a:ln>
            <a:solidFill>
              <a:schemeClr val="accent1">
                <a:alpha val="7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40" name="任意多边形: 形状 21"/>
          <p:cNvSpPr/>
          <p:nvPr/>
        </p:nvSpPr>
        <p:spPr>
          <a:xfrm rot="11361000">
            <a:off x="1734840" y="2202120"/>
            <a:ext cx="3028680" cy="3227040"/>
          </a:xfrm>
          <a:custGeom>
            <a:avLst/>
            <a:gdLst>
              <a:gd name="textAreaLeft" fmla="*/ 0 w 3028680"/>
              <a:gd name="textAreaRight" fmla="*/ 3030120 w 3028680"/>
              <a:gd name="textAreaTop" fmla="*/ 0 h 3227040"/>
              <a:gd name="textAreaBottom" fmla="*/ 3228480 h 3227040"/>
              <a:gd name="GluePoint1X" fmla="*/ 2962086 w 3092451"/>
              <a:gd name="GluePoint1Y" fmla="*/ 9776 h 3270607"/>
              <a:gd name="GluePoint2X" fmla="*/ 3012498 w 3092451"/>
              <a:gd name="GluePoint2Y" fmla="*/ 0 h 3270607"/>
              <a:gd name="GluePoint3X" fmla="*/ 3092451 w 3092451"/>
              <a:gd name="GluePoint3Y" fmla="*/ 42327 h 3270607"/>
              <a:gd name="GluePoint4X" fmla="*/ 2952423 w 3092451"/>
              <a:gd name="GluePoint4Y" fmla="*/ 67333 h 3270607"/>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3030313" h="3228280">
                <a:moveTo>
                  <a:pt x="3030313" y="0"/>
                </a:moveTo>
                <a:lnTo>
                  <a:pt x="2890285" y="25006"/>
                </a:lnTo>
                <a:cubicBezTo>
                  <a:pt x="1348940" y="340411"/>
                  <a:pt x="162205" y="1629308"/>
                  <a:pt x="536" y="3221241"/>
                </a:cubicBezTo>
                <a:cubicBezTo>
                  <a:pt x="357" y="3223587"/>
                  <a:pt x="179" y="3225934"/>
                  <a:pt x="0" y="3228280"/>
                </a:cubicBezTo>
              </a:path>
            </a:pathLst>
          </a:custGeom>
          <a:noFill/>
          <a:ln>
            <a:solidFill>
              <a:schemeClr val="accent1">
                <a:alpha val="7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41" name="任意多边形: 形状 22"/>
          <p:cNvSpPr/>
          <p:nvPr/>
        </p:nvSpPr>
        <p:spPr>
          <a:xfrm rot="11361000">
            <a:off x="1326240" y="1679760"/>
            <a:ext cx="3098160" cy="3298680"/>
          </a:xfrm>
          <a:custGeom>
            <a:avLst/>
            <a:gdLst>
              <a:gd name="textAreaLeft" fmla="*/ 0 w 3098160"/>
              <a:gd name="textAreaRight" fmla="*/ 3099600 w 3098160"/>
              <a:gd name="textAreaTop" fmla="*/ 0 h 3298680"/>
              <a:gd name="textAreaBottom" fmla="*/ 3300120 h 3298680"/>
              <a:gd name="GluePoint1X" fmla="*/ 46480 w 3122322"/>
              <a:gd name="GluePoint1Y" fmla="*/ 3335488 h 3426928"/>
              <a:gd name="GluePoint2X" fmla="*/ 16144 w 3122322"/>
              <a:gd name="GluePoint2Y" fmla="*/ 3312803 h 3426928"/>
              <a:gd name="GluePoint3X" fmla="*/ 2277 w 3122322"/>
              <a:gd name="GluePoint3Y" fmla="*/ 3300200 h 3426928"/>
              <a:gd name="GluePoint4X" fmla="*/ 0 w 3122322"/>
              <a:gd name="GluePoint4Y" fmla="*/ 3210137 h 3426928"/>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3099797" h="3300200">
                <a:moveTo>
                  <a:pt x="2277" y="3300200"/>
                </a:moveTo>
                <a:lnTo>
                  <a:pt x="0" y="3210137"/>
                </a:lnTo>
                <a:cubicBezTo>
                  <a:pt x="0" y="1491099"/>
                  <a:pt x="1350007" y="87372"/>
                  <a:pt x="3047659" y="1318"/>
                </a:cubicBezTo>
                <a:lnTo>
                  <a:pt x="3099797" y="0"/>
                </a:lnTo>
              </a:path>
            </a:pathLst>
          </a:custGeom>
          <a:noFill/>
          <a:ln>
            <a:solidFill>
              <a:schemeClr val="accent1">
                <a:alpha val="7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42" name="任意多边形: 形状 24"/>
          <p:cNvSpPr/>
          <p:nvPr/>
        </p:nvSpPr>
        <p:spPr>
          <a:xfrm rot="11361000">
            <a:off x="1230840" y="1555200"/>
            <a:ext cx="3081960" cy="3273840"/>
          </a:xfrm>
          <a:custGeom>
            <a:avLst/>
            <a:gdLst>
              <a:gd name="textAreaLeft" fmla="*/ 0 w 3081960"/>
              <a:gd name="textAreaRight" fmla="*/ 3083400 w 3081960"/>
              <a:gd name="textAreaTop" fmla="*/ 0 h 3273840"/>
              <a:gd name="textAreaBottom" fmla="*/ 3275280 h 3273840"/>
              <a:gd name="GluePoint1X" fmla="*/ 2944527 w 3109594"/>
              <a:gd name="GluePoint1Y" fmla="*/ 0 h 3332821"/>
              <a:gd name="GluePoint2X" fmla="*/ 3101828 w 3109594"/>
              <a:gd name="GluePoint2Y" fmla="*/ 47441 h 3332821"/>
              <a:gd name="GluePoint3X" fmla="*/ 3109594 w 3109594"/>
              <a:gd name="GluePoint3Y" fmla="*/ 57826 h 3332821"/>
              <a:gd name="GluePoint4X" fmla="*/ 3105926 w 3109594"/>
              <a:gd name="GluePoint4Y" fmla="*/ 57733 h 3332821"/>
              <a:gd name="GluePoint5X" fmla="*/ 26126 w 3109594"/>
              <a:gd name="GluePoint5Y" fmla="*/ 3137533 h 3332821"/>
            </a:gdLst>
            <a:ahLst/>
            <a:cxnLst>
              <a:cxn ang="0">
                <a:pos x="GluePoint1X" y="GluePoint1Y"/>
              </a:cxn>
              <a:cxn ang="0">
                <a:pos x="GluePoint2X" y="GluePoint2Y"/>
              </a:cxn>
              <a:cxn ang="0">
                <a:pos x="GluePoint3X" y="GluePoint3Y"/>
              </a:cxn>
              <a:cxn ang="0">
                <a:pos x="GluePoint4X" y="GluePoint4Y"/>
              </a:cxn>
              <a:cxn ang="0">
                <a:pos x="GluePoint5X" y="GluePoint5Y"/>
              </a:cxn>
            </a:cxnLst>
            <a:rect l="textAreaLeft" t="textAreaTop" r="textAreaRight" b="textAreaBottom"/>
            <a:pathLst>
              <a:path w="3083468" h="3275088">
                <a:moveTo>
                  <a:pt x="3083468" y="93"/>
                </a:moveTo>
                <a:lnTo>
                  <a:pt x="3079800" y="0"/>
                </a:lnTo>
                <a:cubicBezTo>
                  <a:pt x="1378873" y="0"/>
                  <a:pt x="0" y="1378873"/>
                  <a:pt x="0" y="3079800"/>
                </a:cubicBezTo>
                <a:cubicBezTo>
                  <a:pt x="0" y="3132954"/>
                  <a:pt x="1346" y="3185794"/>
                  <a:pt x="4007" y="3238286"/>
                </a:cubicBezTo>
                <a:lnTo>
                  <a:pt x="6805" y="3275088"/>
                </a:lnTo>
              </a:path>
            </a:pathLst>
          </a:custGeom>
          <a:noFill/>
          <a:ln>
            <a:solidFill>
              <a:schemeClr val="accent1">
                <a:alpha val="7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43" name="任意多边形: 形状 25"/>
          <p:cNvSpPr/>
          <p:nvPr/>
        </p:nvSpPr>
        <p:spPr>
          <a:xfrm rot="11361000">
            <a:off x="2694240" y="3368160"/>
            <a:ext cx="2334240" cy="2490480"/>
          </a:xfrm>
          <a:custGeom>
            <a:avLst/>
            <a:gdLst>
              <a:gd name="textAreaLeft" fmla="*/ 0 w 2334240"/>
              <a:gd name="textAreaRight" fmla="*/ 2335680 w 2334240"/>
              <a:gd name="textAreaTop" fmla="*/ 0 h 2490480"/>
              <a:gd name="textAreaBottom" fmla="*/ 2491920 h 2490480"/>
              <a:gd name="GluePoint1X" fmla="*/ 2114901 w 2335534"/>
              <a:gd name="GluePoint1Y" fmla="*/ 14872 h 2491287"/>
              <a:gd name="GluePoint2X" fmla="*/ 2335534 w 2335534"/>
              <a:gd name="GluePoint2Y" fmla="*/ 0 h 2491287"/>
              <a:gd name="GluePoint3X" fmla="*/ 2166244 w 2335534"/>
              <a:gd name="GluePoint3Y" fmla="*/ 76534 h 2491287"/>
              <a:gd name="GluePoint4X" fmla="*/ 14436 w 2335534"/>
              <a:gd name="GluePoint4Y" fmla="*/ 2448623 h 2491287"/>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2335534" h="2491287">
                <a:moveTo>
                  <a:pt x="2335534" y="0"/>
                </a:moveTo>
                <a:lnTo>
                  <a:pt x="2166244" y="76534"/>
                </a:lnTo>
                <a:cubicBezTo>
                  <a:pt x="1174276" y="554513"/>
                  <a:pt x="396178" y="1406038"/>
                  <a:pt x="14436" y="2448623"/>
                </a:cubicBezTo>
                <a:lnTo>
                  <a:pt x="0" y="2491287"/>
                </a:lnTo>
              </a:path>
            </a:pathLst>
          </a:custGeom>
          <a:noFill/>
          <a:ln>
            <a:solidFill>
              <a:schemeClr val="accent1">
                <a:alpha val="7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44" name="任意多边形: 形状 26"/>
          <p:cNvSpPr/>
          <p:nvPr/>
        </p:nvSpPr>
        <p:spPr>
          <a:xfrm rot="11361000">
            <a:off x="3121560" y="3862080"/>
            <a:ext cx="1867320" cy="1999440"/>
          </a:xfrm>
          <a:custGeom>
            <a:avLst/>
            <a:gdLst>
              <a:gd name="textAreaLeft" fmla="*/ 0 w 1867320"/>
              <a:gd name="textAreaRight" fmla="*/ 1868760 w 1867320"/>
              <a:gd name="textAreaTop" fmla="*/ 0 h 1999440"/>
              <a:gd name="textAreaBottom" fmla="*/ 2000880 h 1999440"/>
              <a:gd name="GluePoint1X" fmla="*/ 720197 w 2006436"/>
              <a:gd name="GluePoint1Y" fmla="*/ 1027963 h 2148811"/>
              <a:gd name="GluePoint2X" fmla="*/ 14075 w 2006436"/>
              <a:gd name="GluePoint2Y" fmla="*/ 2123638 h 2148811"/>
              <a:gd name="GluePoint3X" fmla="*/ 0 w 2006436"/>
              <a:gd name="GluePoint3Y" fmla="*/ 2148811 h 2148811"/>
              <a:gd name="GluePoint4X" fmla="*/ 70 w 2006436"/>
              <a:gd name="GluePoint4Y" fmla="*/ 2009948 h 2148811"/>
              <a:gd name="GluePoint5X" fmla="*/ 1638 w 2006436"/>
              <a:gd name="GluePoint5Y" fmla="*/ 1999672 h 2148811"/>
            </a:gdLst>
            <a:ahLst/>
            <a:cxnLst>
              <a:cxn ang="0">
                <a:pos x="GluePoint1X" y="GluePoint1Y"/>
              </a:cxn>
              <a:cxn ang="0">
                <a:pos x="GluePoint2X" y="GluePoint2Y"/>
              </a:cxn>
              <a:cxn ang="0">
                <a:pos x="GluePoint3X" y="GluePoint3Y"/>
              </a:cxn>
              <a:cxn ang="0">
                <a:pos x="GluePoint4X" y="GluePoint4Y"/>
              </a:cxn>
              <a:cxn ang="0">
                <a:pos x="GluePoint5X" y="GluePoint5Y"/>
              </a:cxn>
            </a:cxnLst>
            <a:rect l="textAreaLeft" t="textAreaTop" r="textAreaRight" b="textAreaBottom"/>
            <a:pathLst>
              <a:path w="1869053" h="2000692">
                <a:moveTo>
                  <a:pt x="0" y="2000692"/>
                </a:moveTo>
                <a:lnTo>
                  <a:pt x="1568" y="1990416"/>
                </a:lnTo>
                <a:lnTo>
                  <a:pt x="15892" y="1958733"/>
                </a:lnTo>
                <a:cubicBezTo>
                  <a:pt x="389303" y="1183777"/>
                  <a:pt x="981584" y="534133"/>
                  <a:pt x="1712542" y="89993"/>
                </a:cubicBezTo>
                <a:lnTo>
                  <a:pt x="1869053" y="0"/>
                </a:lnTo>
              </a:path>
            </a:pathLst>
          </a:custGeom>
          <a:noFill/>
          <a:ln>
            <a:solidFill>
              <a:schemeClr val="accent1">
                <a:alpha val="7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45" name="任意多边形: 形状 27"/>
          <p:cNvSpPr/>
          <p:nvPr/>
        </p:nvSpPr>
        <p:spPr>
          <a:xfrm rot="11361000">
            <a:off x="2388960" y="3011760"/>
            <a:ext cx="2611440" cy="2779920"/>
          </a:xfrm>
          <a:custGeom>
            <a:avLst/>
            <a:gdLst>
              <a:gd name="textAreaLeft" fmla="*/ 0 w 2611440"/>
              <a:gd name="textAreaRight" fmla="*/ 2612880 w 2611440"/>
              <a:gd name="textAreaTop" fmla="*/ 0 h 2779920"/>
              <a:gd name="textAreaBottom" fmla="*/ 2781360 h 2779920"/>
              <a:gd name="GluePoint1X" fmla="*/ 2151789 w 2692052"/>
              <a:gd name="GluePoint1Y" fmla="*/ 261907 h 2832246"/>
              <a:gd name="GluePoint2X" fmla="*/ 1478689 w 2692052"/>
              <a:gd name="GluePoint2Y" fmla="*/ 661957 h 2832246"/>
              <a:gd name="GluePoint3X" fmla="*/ 964339 w 2692052"/>
              <a:gd name="GluePoint3Y" fmla="*/ 1150907 h 2832246"/>
              <a:gd name="GluePoint4X" fmla="*/ 564289 w 2692052"/>
              <a:gd name="GluePoint4Y" fmla="*/ 1633507 h 2832246"/>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2612863" h="2781134">
                <a:moveTo>
                  <a:pt x="0" y="2781134"/>
                </a:moveTo>
                <a:lnTo>
                  <a:pt x="35434" y="2656357"/>
                </a:lnTo>
                <a:cubicBezTo>
                  <a:pt x="414818" y="1436598"/>
                  <a:pt x="1348392" y="461005"/>
                  <a:pt x="2541633" y="24101"/>
                </a:cubicBezTo>
                <a:lnTo>
                  <a:pt x="2612863" y="0"/>
                </a:lnTo>
              </a:path>
            </a:pathLst>
          </a:custGeom>
          <a:noFill/>
          <a:ln>
            <a:solidFill>
              <a:schemeClr val="accent1">
                <a:alpha val="7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46" name="任意多边形: 形状 28"/>
          <p:cNvSpPr/>
          <p:nvPr/>
        </p:nvSpPr>
        <p:spPr>
          <a:xfrm rot="11361000">
            <a:off x="2125080" y="2692080"/>
            <a:ext cx="2814120" cy="2995200"/>
          </a:xfrm>
          <a:custGeom>
            <a:avLst/>
            <a:gdLst>
              <a:gd name="textAreaLeft" fmla="*/ 0 w 2814120"/>
              <a:gd name="textAreaRight" fmla="*/ 2815560 w 2814120"/>
              <a:gd name="textAreaTop" fmla="*/ 0 h 2995200"/>
              <a:gd name="textAreaBottom" fmla="*/ 2996640 h 2995200"/>
              <a:gd name="GluePoint1X" fmla="*/ 2644879 w 2852093"/>
              <a:gd name="GluePoint1Y" fmla="*/ 27487 h 3028139"/>
              <a:gd name="GluePoint2X" fmla="*/ 2740621 w 2852093"/>
              <a:gd name="GluePoint2Y" fmla="*/ 0 h 3028139"/>
              <a:gd name="GluePoint3X" fmla="*/ 2814697 w 2852093"/>
              <a:gd name="GluePoint3Y" fmla="*/ 17806 h 3028139"/>
              <a:gd name="GluePoint4X" fmla="*/ 2852093 w 2852093"/>
              <a:gd name="GluePoint4Y" fmla="*/ 31493 h 3028139"/>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2815694" h="2996646">
                <a:moveTo>
                  <a:pt x="2815694" y="0"/>
                </a:moveTo>
                <a:lnTo>
                  <a:pt x="2686366" y="36725"/>
                </a:lnTo>
                <a:cubicBezTo>
                  <a:pt x="1390883" y="439662"/>
                  <a:pt x="382022" y="1493150"/>
                  <a:pt x="41909" y="2815064"/>
                </a:cubicBezTo>
                <a:lnTo>
                  <a:pt x="0" y="2996646"/>
                </a:lnTo>
              </a:path>
            </a:pathLst>
          </a:custGeom>
          <a:noFill/>
          <a:ln>
            <a:solidFill>
              <a:schemeClr val="accent1">
                <a:alpha val="7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47" name="任意多边形: 形状 29"/>
          <p:cNvSpPr/>
          <p:nvPr/>
        </p:nvSpPr>
        <p:spPr>
          <a:xfrm rot="11361000">
            <a:off x="1584360" y="2013480"/>
            <a:ext cx="3076920" cy="3278880"/>
          </a:xfrm>
          <a:custGeom>
            <a:avLst/>
            <a:gdLst>
              <a:gd name="textAreaLeft" fmla="*/ 0 w 3076920"/>
              <a:gd name="textAreaRight" fmla="*/ 3078360 w 3076920"/>
              <a:gd name="textAreaTop" fmla="*/ 0 h 3278880"/>
              <a:gd name="textAreaBottom" fmla="*/ 3280320 h 3278880"/>
              <a:gd name="GluePoint1X" fmla="*/ 47956 w 3093543"/>
              <a:gd name="GluePoint1Y" fmla="*/ 3217681 h 3312952"/>
              <a:gd name="GluePoint2X" fmla="*/ 35616 w 3093543"/>
              <a:gd name="GluePoint2Y" fmla="*/ 3283413 h 3312952"/>
              <a:gd name="GluePoint3X" fmla="*/ 29861 w 3093543"/>
              <a:gd name="GluePoint3Y" fmla="*/ 3312952 h 3312952"/>
              <a:gd name="GluePoint4X" fmla="*/ 0 w 3093543"/>
              <a:gd name="GluePoint4Y" fmla="*/ 3280097 h 3312952"/>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3078620" h="3280097">
                <a:moveTo>
                  <a:pt x="0" y="3280097"/>
                </a:moveTo>
                <a:lnTo>
                  <a:pt x="12149" y="3120339"/>
                </a:lnTo>
                <a:cubicBezTo>
                  <a:pt x="173672" y="1529845"/>
                  <a:pt x="1398725" y="253757"/>
                  <a:pt x="2964939" y="14445"/>
                </a:cubicBezTo>
                <a:lnTo>
                  <a:pt x="3078620" y="0"/>
                </a:lnTo>
              </a:path>
            </a:pathLst>
          </a:custGeom>
          <a:noFill/>
          <a:ln>
            <a:solidFill>
              <a:schemeClr val="accent1">
                <a:alpha val="7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48" name="任意多边形: 形状 30"/>
          <p:cNvSpPr/>
          <p:nvPr/>
        </p:nvSpPr>
        <p:spPr>
          <a:xfrm rot="11361000">
            <a:off x="1453320" y="1843560"/>
            <a:ext cx="3098520" cy="3302640"/>
          </a:xfrm>
          <a:custGeom>
            <a:avLst/>
            <a:gdLst>
              <a:gd name="textAreaLeft" fmla="*/ 0 w 3098520"/>
              <a:gd name="textAreaRight" fmla="*/ 3099960 w 3098520"/>
              <a:gd name="textAreaTop" fmla="*/ 0 h 3302640"/>
              <a:gd name="textAreaBottom" fmla="*/ 3304080 h 3302640"/>
              <a:gd name="GluePoint1X" fmla="*/ 3092741 w 3184181"/>
              <a:gd name="GluePoint1Y" fmla="*/ 8858 h 3367870"/>
              <a:gd name="GluePoint2X" fmla="*/ 3109679 w 3184181"/>
              <a:gd name="GluePoint2Y" fmla="*/ 21524 h 3367870"/>
              <a:gd name="GluePoint3X" fmla="*/ 3156821 w 3184181"/>
              <a:gd name="GluePoint3Y" fmla="*/ 64369 h 3367870"/>
              <a:gd name="GluePoint4X" fmla="*/ 3077063 w 3184181"/>
              <a:gd name="GluePoint4Y" fmla="*/ 70434 h 3367870"/>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3100310" h="3303501">
                <a:moveTo>
                  <a:pt x="3100310" y="0"/>
                </a:moveTo>
                <a:lnTo>
                  <a:pt x="3020552" y="6065"/>
                </a:lnTo>
                <a:cubicBezTo>
                  <a:pt x="1379804" y="172692"/>
                  <a:pt x="87421" y="1517722"/>
                  <a:pt x="3086" y="3181473"/>
                </a:cubicBezTo>
                <a:cubicBezTo>
                  <a:pt x="2057" y="3222149"/>
                  <a:pt x="1029" y="3262825"/>
                  <a:pt x="0" y="3303501"/>
                </a:cubicBezTo>
              </a:path>
            </a:pathLst>
          </a:custGeom>
          <a:noFill/>
          <a:ln>
            <a:solidFill>
              <a:schemeClr val="accent1">
                <a:alpha val="7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49" name="任意多边形: 形状 31"/>
          <p:cNvSpPr/>
          <p:nvPr/>
        </p:nvSpPr>
        <p:spPr>
          <a:xfrm rot="11361000">
            <a:off x="1145880" y="1442520"/>
            <a:ext cx="3049200" cy="3231360"/>
          </a:xfrm>
          <a:custGeom>
            <a:avLst/>
            <a:gdLst>
              <a:gd name="textAreaLeft" fmla="*/ 0 w 3049200"/>
              <a:gd name="textAreaRight" fmla="*/ 3050640 w 3049200"/>
              <a:gd name="textAreaTop" fmla="*/ 0 h 3231360"/>
              <a:gd name="textAreaBottom" fmla="*/ 3232800 h 3231360"/>
              <a:gd name="GluePoint1X" fmla="*/ 2941200 w 3076263"/>
              <a:gd name="GluePoint1Y" fmla="*/ 0 h 3242409"/>
              <a:gd name="GluePoint2X" fmla="*/ 3050508 w 3076263"/>
              <a:gd name="GluePoint2Y" fmla="*/ 2764 h 3242409"/>
              <a:gd name="GluePoint3X" fmla="*/ 3067664 w 3076263"/>
              <a:gd name="GluePoint3Y" fmla="*/ 25707 h 3242409"/>
              <a:gd name="GluePoint4X" fmla="*/ 3076263 w 3076263"/>
              <a:gd name="GluePoint4Y" fmla="*/ 39861 h 3242409"/>
              <a:gd name="GluePoint5X" fmla="*/ 3022689 w 3076263"/>
              <a:gd name="GluePoint5Y" fmla="*/ 37228 h 3242409"/>
            </a:gdLst>
            <a:ahLst/>
            <a:cxnLst>
              <a:cxn ang="0">
                <a:pos x="GluePoint1X" y="GluePoint1Y"/>
              </a:cxn>
              <a:cxn ang="0">
                <a:pos x="GluePoint2X" y="GluePoint2Y"/>
              </a:cxn>
              <a:cxn ang="0">
                <a:pos x="GluePoint3X" y="GluePoint3Y"/>
              </a:cxn>
              <a:cxn ang="0">
                <a:pos x="GluePoint4X" y="GluePoint4Y"/>
              </a:cxn>
              <a:cxn ang="0">
                <a:pos x="GluePoint5X" y="GluePoint5Y"/>
              </a:cxn>
            </a:cxnLst>
            <a:rect l="textAreaLeft" t="textAreaTop" r="textAreaRight" b="textAreaBottom"/>
            <a:pathLst>
              <a:path w="3050508" h="3232460">
                <a:moveTo>
                  <a:pt x="14465" y="3232460"/>
                </a:moveTo>
                <a:lnTo>
                  <a:pt x="3827" y="3092554"/>
                </a:lnTo>
                <a:cubicBezTo>
                  <a:pt x="1286" y="3042424"/>
                  <a:pt x="0" y="2991962"/>
                  <a:pt x="0" y="2941200"/>
                </a:cubicBezTo>
                <a:cubicBezTo>
                  <a:pt x="0" y="1316820"/>
                  <a:pt x="1316820" y="0"/>
                  <a:pt x="2941200" y="0"/>
                </a:cubicBezTo>
                <a:lnTo>
                  <a:pt x="3050508" y="2764"/>
                </a:lnTo>
              </a:path>
            </a:pathLst>
          </a:custGeom>
          <a:noFill/>
          <a:ln>
            <a:solidFill>
              <a:schemeClr val="accent1">
                <a:alpha val="7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50" name="任意多边形: 形状 32"/>
          <p:cNvSpPr/>
          <p:nvPr/>
        </p:nvSpPr>
        <p:spPr>
          <a:xfrm rot="11361000">
            <a:off x="1073520" y="1339920"/>
            <a:ext cx="3002040" cy="3177360"/>
          </a:xfrm>
          <a:custGeom>
            <a:avLst/>
            <a:gdLst>
              <a:gd name="textAreaLeft" fmla="*/ 0 w 3002040"/>
              <a:gd name="textAreaRight" fmla="*/ 3003480 w 3002040"/>
              <a:gd name="textAreaTop" fmla="*/ 0 h 3177360"/>
              <a:gd name="textAreaBottom" fmla="*/ 3178800 h 3177360"/>
              <a:gd name="GluePoint1X" fmla="*/ 2926606 w 3074685"/>
              <a:gd name="GluePoint1Y" fmla="*/ 0 h 3236039"/>
              <a:gd name="GluePoint2X" fmla="*/ 3020554 w 3074685"/>
              <a:gd name="GluePoint2Y" fmla="*/ 11955 h 3236039"/>
              <a:gd name="GluePoint3X" fmla="*/ 3045053 w 3074685"/>
              <a:gd name="GluePoint3Y" fmla="*/ 19013 h 3236039"/>
              <a:gd name="GluePoint4X" fmla="*/ 3074685 w 3074685"/>
              <a:gd name="GluePoint4Y" fmla="*/ 67789 h 3236039"/>
              <a:gd name="GluePoint5X" fmla="*/ 2873079 w 3074685"/>
              <a:gd name="GluePoint5Y" fmla="*/ 57609 h 3236039"/>
            </a:gdLst>
            <a:ahLst/>
            <a:cxnLst>
              <a:cxn ang="0">
                <a:pos x="GluePoint1X" y="GluePoint1Y"/>
              </a:cxn>
              <a:cxn ang="0">
                <a:pos x="GluePoint2X" y="GluePoint2Y"/>
              </a:cxn>
              <a:cxn ang="0">
                <a:pos x="GluePoint3X" y="GluePoint3Y"/>
              </a:cxn>
              <a:cxn ang="0">
                <a:pos x="GluePoint4X" y="GluePoint4Y"/>
              </a:cxn>
              <a:cxn ang="0">
                <a:pos x="GluePoint5X" y="GluePoint5Y"/>
              </a:cxn>
            </a:cxnLst>
            <a:rect l="textAreaLeft" t="textAreaTop" r="textAreaRight" b="textAreaBottom"/>
            <a:pathLst>
              <a:path w="3003593" h="3178430">
                <a:moveTo>
                  <a:pt x="3003593" y="10180"/>
                </a:moveTo>
                <a:lnTo>
                  <a:pt x="2801987" y="0"/>
                </a:lnTo>
                <a:cubicBezTo>
                  <a:pt x="1254492" y="0"/>
                  <a:pt x="0" y="1254492"/>
                  <a:pt x="0" y="2801987"/>
                </a:cubicBezTo>
                <a:cubicBezTo>
                  <a:pt x="0" y="2898706"/>
                  <a:pt x="4900" y="2994280"/>
                  <a:pt x="14466" y="3088474"/>
                </a:cubicBezTo>
                <a:lnTo>
                  <a:pt x="28195" y="3178430"/>
                </a:lnTo>
              </a:path>
            </a:pathLst>
          </a:custGeom>
          <a:noFill/>
          <a:ln>
            <a:solidFill>
              <a:schemeClr val="accent1">
                <a:alpha val="7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51" name="任意多边形: 形状 33"/>
          <p:cNvSpPr/>
          <p:nvPr/>
        </p:nvSpPr>
        <p:spPr>
          <a:xfrm rot="11361000">
            <a:off x="1015920" y="1251720"/>
            <a:ext cx="2940480" cy="3110040"/>
          </a:xfrm>
          <a:custGeom>
            <a:avLst/>
            <a:gdLst>
              <a:gd name="textAreaLeft" fmla="*/ 0 w 2940480"/>
              <a:gd name="textAreaRight" fmla="*/ 2941920 w 2940480"/>
              <a:gd name="textAreaTop" fmla="*/ 0 h 3110040"/>
              <a:gd name="textAreaBottom" fmla="*/ 3111480 h 3110040"/>
              <a:gd name="GluePoint1X" fmla="*/ 101588 w 2958929"/>
              <a:gd name="GluePoint1Y" fmla="*/ 3133638 h 3225078"/>
              <a:gd name="GluePoint2X" fmla="*/ 40443 w 2958929"/>
              <a:gd name="GluePoint2Y" fmla="*/ 3111259 h 3225078"/>
              <a:gd name="GluePoint3X" fmla="*/ 13754 w 2958929"/>
              <a:gd name="GluePoint3Y" fmla="*/ 2936379 h 3225078"/>
              <a:gd name="GluePoint4X" fmla="*/ 0 w 2958929"/>
              <a:gd name="GluePoint4Y" fmla="*/ 2664000 h 3225078"/>
              <a:gd name="GluePoint5X" fmla="*/ 2664000 w 2958929"/>
              <a:gd name="GluePoint5Y" fmla="*/ 0 h 3225078"/>
              <a:gd name="GluePoint6X" fmla="*/ 2936379 w 2958929"/>
              <a:gd name="GluePoint6Y" fmla="*/ 13754 h 3225078"/>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Lst>
            <a:rect l="textAreaLeft" t="textAreaTop" r="textAreaRight" b="textAreaBottom"/>
            <a:pathLst>
              <a:path w="2942190" h="3111259">
                <a:moveTo>
                  <a:pt x="40443" y="3111259"/>
                </a:moveTo>
                <a:lnTo>
                  <a:pt x="13754" y="2936379"/>
                </a:lnTo>
                <a:cubicBezTo>
                  <a:pt x="4659" y="2846823"/>
                  <a:pt x="0" y="2755956"/>
                  <a:pt x="0" y="2664000"/>
                </a:cubicBezTo>
                <a:cubicBezTo>
                  <a:pt x="0" y="1192713"/>
                  <a:pt x="1192713" y="0"/>
                  <a:pt x="2664000" y="0"/>
                </a:cubicBezTo>
                <a:cubicBezTo>
                  <a:pt x="2755955" y="0"/>
                  <a:pt x="2846823" y="4659"/>
                  <a:pt x="2936379" y="13754"/>
                </a:cubicBezTo>
                <a:lnTo>
                  <a:pt x="2942190" y="14641"/>
                </a:lnTo>
              </a:path>
            </a:pathLst>
          </a:custGeom>
          <a:noFill/>
          <a:ln>
            <a:solidFill>
              <a:schemeClr val="accent1">
                <a:alpha val="7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52" name="任意多边形: 形状 34"/>
          <p:cNvSpPr/>
          <p:nvPr/>
        </p:nvSpPr>
        <p:spPr>
          <a:xfrm rot="11361000">
            <a:off x="966600" y="1189440"/>
            <a:ext cx="2878920" cy="3033360"/>
          </a:xfrm>
          <a:custGeom>
            <a:avLst/>
            <a:gdLst>
              <a:gd name="textAreaLeft" fmla="*/ 0 w 2878920"/>
              <a:gd name="textAreaRight" fmla="*/ 2880360 w 2878920"/>
              <a:gd name="textAreaTop" fmla="*/ 0 h 3033360"/>
              <a:gd name="textAreaBottom" fmla="*/ 3034800 h 3033360"/>
              <a:gd name="GluePoint1X" fmla="*/ 2843447 w 2934887"/>
              <a:gd name="GluePoint1Y" fmla="*/ 5692 h 3088840"/>
              <a:gd name="GluePoint2X" fmla="*/ 2879001 w 2934887"/>
              <a:gd name="GluePoint2Y" fmla="*/ 8125 h 3088840"/>
              <a:gd name="GluePoint3X" fmla="*/ 2904947 w 2934887"/>
              <a:gd name="GluePoint3Y" fmla="*/ 61985 h 3088840"/>
              <a:gd name="GluePoint4X" fmla="*/ 2911520 w 2934887"/>
              <a:gd name="GluePoint4Y" fmla="*/ 79943 h 3088840"/>
              <a:gd name="GluePoint5X" fmla="*/ 2828871 w 2934887"/>
              <a:gd name="GluePoint5Y" fmla="*/ 67329 h 3088840"/>
              <a:gd name="GluePoint6X" fmla="*/ 2569375 w 2934887"/>
              <a:gd name="GluePoint6Y" fmla="*/ 54226 h 308884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Lst>
            <a:rect l="textAreaLeft" t="textAreaTop" r="textAreaRight" b="textAreaBottom"/>
            <a:pathLst>
              <a:path w="2880145" h="3034614">
                <a:moveTo>
                  <a:pt x="2880145" y="25717"/>
                </a:moveTo>
                <a:lnTo>
                  <a:pt x="2797496" y="13103"/>
                </a:lnTo>
                <a:cubicBezTo>
                  <a:pt x="2712176" y="4439"/>
                  <a:pt x="2625606" y="0"/>
                  <a:pt x="2538000" y="0"/>
                </a:cubicBezTo>
                <a:cubicBezTo>
                  <a:pt x="1136301" y="0"/>
                  <a:pt x="0" y="1136301"/>
                  <a:pt x="0" y="2538000"/>
                </a:cubicBezTo>
                <a:cubicBezTo>
                  <a:pt x="0" y="2625606"/>
                  <a:pt x="4438" y="2712176"/>
                  <a:pt x="13103" y="2797496"/>
                </a:cubicBezTo>
                <a:lnTo>
                  <a:pt x="49291" y="3034614"/>
                </a:lnTo>
              </a:path>
            </a:pathLst>
          </a:custGeom>
          <a:noFill/>
          <a:ln>
            <a:solidFill>
              <a:schemeClr val="accent1">
                <a:alpha val="7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53" name="任意多边形: 形状 35"/>
          <p:cNvSpPr/>
          <p:nvPr/>
        </p:nvSpPr>
        <p:spPr>
          <a:xfrm rot="11361000">
            <a:off x="928080" y="1127160"/>
            <a:ext cx="2791440" cy="2936880"/>
          </a:xfrm>
          <a:custGeom>
            <a:avLst/>
            <a:gdLst>
              <a:gd name="textAreaLeft" fmla="*/ 0 w 2791440"/>
              <a:gd name="textAreaRight" fmla="*/ 2792880 w 2791440"/>
              <a:gd name="textAreaTop" fmla="*/ 0 h 2936880"/>
              <a:gd name="textAreaBottom" fmla="*/ 2938320 h 2936880"/>
              <a:gd name="GluePoint1X" fmla="*/ 2356426 w 2821652"/>
              <a:gd name="GluePoint1Y" fmla="*/ 37517 h 2948079"/>
              <a:gd name="GluePoint2X" fmla="*/ 1803976 w 2821652"/>
              <a:gd name="GluePoint2Y" fmla="*/ 142292 h 2948079"/>
              <a:gd name="GluePoint3X" fmla="*/ 1165801 w 2821652"/>
              <a:gd name="GluePoint3Y" fmla="*/ 408992 h 2948079"/>
              <a:gd name="GluePoint4X" fmla="*/ 475239 w 2821652"/>
              <a:gd name="GluePoint4Y" fmla="*/ 1061455 h 2948079"/>
              <a:gd name="GluePoint5X" fmla="*/ 118051 w 2821652"/>
              <a:gd name="GluePoint5Y" fmla="*/ 1799642 h 2948079"/>
              <a:gd name="GluePoint6X" fmla="*/ 51376 w 2821652"/>
              <a:gd name="GluePoint6Y" fmla="*/ 2490205 h 2948079"/>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Lst>
            <a:rect l="textAreaLeft" t="textAreaTop" r="textAreaRight" b="textAreaBottom"/>
            <a:pathLst>
              <a:path w="2792551" h="2938086">
                <a:moveTo>
                  <a:pt x="64479" y="2938086"/>
                </a:moveTo>
                <a:lnTo>
                  <a:pt x="48638" y="2876475"/>
                </a:lnTo>
                <a:cubicBezTo>
                  <a:pt x="16747" y="2720631"/>
                  <a:pt x="0" y="2559271"/>
                  <a:pt x="0" y="2394000"/>
                </a:cubicBezTo>
                <a:cubicBezTo>
                  <a:pt x="0" y="1071830"/>
                  <a:pt x="1071830" y="0"/>
                  <a:pt x="2394000" y="0"/>
                </a:cubicBezTo>
                <a:cubicBezTo>
                  <a:pt x="2476636" y="0"/>
                  <a:pt x="2558293" y="4187"/>
                  <a:pt x="2638773" y="12360"/>
                </a:cubicBezTo>
                <a:lnTo>
                  <a:pt x="2792551" y="35829"/>
                </a:lnTo>
              </a:path>
            </a:pathLst>
          </a:custGeom>
          <a:noFill/>
          <a:ln>
            <a:solidFill>
              <a:schemeClr val="accent1">
                <a:alpha val="7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54" name="任意多边形: 形状 36"/>
          <p:cNvSpPr/>
          <p:nvPr/>
        </p:nvSpPr>
        <p:spPr>
          <a:xfrm rot="11361000">
            <a:off x="903240" y="1079640"/>
            <a:ext cx="2700360" cy="2841480"/>
          </a:xfrm>
          <a:custGeom>
            <a:avLst/>
            <a:gdLst>
              <a:gd name="textAreaLeft" fmla="*/ 0 w 2700360"/>
              <a:gd name="textAreaRight" fmla="*/ 2701800 w 2700360"/>
              <a:gd name="textAreaTop" fmla="*/ 0 h 2841480"/>
              <a:gd name="textAreaBottom" fmla="*/ 2842920 h 2841480"/>
              <a:gd name="GluePoint1X" fmla="*/ 1950361 w 2739972"/>
              <a:gd name="GluePoint1Y" fmla="*/ 20793 h 2884022"/>
              <a:gd name="GluePoint2X" fmla="*/ 2267068 w 2739972"/>
              <a:gd name="GluePoint2Y" fmla="*/ 1743 h 2884022"/>
              <a:gd name="GluePoint3X" fmla="*/ 2526624 w 2739972"/>
              <a:gd name="GluePoint3Y" fmla="*/ 20793 h 2884022"/>
              <a:gd name="GluePoint4X" fmla="*/ 2693539 w 2739972"/>
              <a:gd name="GluePoint4Y" fmla="*/ 44345 h 2884022"/>
              <a:gd name="GluePoint5X" fmla="*/ 2731706 w 2739972"/>
              <a:gd name="GluePoint5Y" fmla="*/ 52449 h 2884022"/>
              <a:gd name="GluePoint6X" fmla="*/ 2739972 w 2739972"/>
              <a:gd name="GluePoint6Y" fmla="*/ 84597 h 2884022"/>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Lst>
            <a:rect l="textAreaLeft" t="textAreaTop" r="textAreaRight" b="textAreaBottom"/>
            <a:pathLst>
              <a:path w="2702112" h="2842584">
                <a:moveTo>
                  <a:pt x="2702112" y="43159"/>
                </a:moveTo>
                <a:lnTo>
                  <a:pt x="2495922" y="11691"/>
                </a:lnTo>
                <a:cubicBezTo>
                  <a:pt x="2419799" y="3960"/>
                  <a:pt x="2342562" y="0"/>
                  <a:pt x="2264400" y="0"/>
                </a:cubicBezTo>
                <a:cubicBezTo>
                  <a:pt x="1013806" y="0"/>
                  <a:pt x="0" y="1013806"/>
                  <a:pt x="0" y="2264400"/>
                </a:cubicBezTo>
                <a:cubicBezTo>
                  <a:pt x="0" y="2420724"/>
                  <a:pt x="15841" y="2573349"/>
                  <a:pt x="46005" y="2720756"/>
                </a:cubicBezTo>
                <a:lnTo>
                  <a:pt x="77330" y="2842584"/>
                </a:lnTo>
              </a:path>
            </a:pathLst>
          </a:custGeom>
          <a:noFill/>
          <a:ln>
            <a:solidFill>
              <a:schemeClr val="accent1">
                <a:alpha val="7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55" name="任意多边形: 形状 37"/>
          <p:cNvSpPr/>
          <p:nvPr/>
        </p:nvSpPr>
        <p:spPr>
          <a:xfrm rot="11361000">
            <a:off x="882720" y="1048680"/>
            <a:ext cx="2612160" cy="2740320"/>
          </a:xfrm>
          <a:custGeom>
            <a:avLst/>
            <a:gdLst>
              <a:gd name="textAreaLeft" fmla="*/ 0 w 2612160"/>
              <a:gd name="textAreaRight" fmla="*/ 2613600 w 2612160"/>
              <a:gd name="textAreaTop" fmla="*/ 0 h 2740320"/>
              <a:gd name="textAreaBottom" fmla="*/ 2741760 h 2740320"/>
              <a:gd name="GluePoint1X" fmla="*/ 2627567 w 2719007"/>
              <a:gd name="GluePoint1Y" fmla="*/ 143842 h 2747074"/>
              <a:gd name="GluePoint2X" fmla="*/ 2539714 w 2719007"/>
              <a:gd name="GluePoint2Y" fmla="*/ 125555 h 2747074"/>
              <a:gd name="GluePoint3X" fmla="*/ 2430102 w 2719007"/>
              <a:gd name="GluePoint3Y" fmla="*/ 111119 h 2747074"/>
              <a:gd name="GluePoint4X" fmla="*/ 2417343 w 2719007"/>
              <a:gd name="GluePoint4Y" fmla="*/ 109795 h 2747074"/>
              <a:gd name="GluePoint5X" fmla="*/ 2314257 w 2719007"/>
              <a:gd name="GluePoint5Y" fmla="*/ 85632 h 2747074"/>
              <a:gd name="GluePoint6X" fmla="*/ 2001551 w 2719007"/>
              <a:gd name="GluePoint6Y" fmla="*/ 49355 h 274707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Lst>
            <a:rect l="textAreaLeft" t="textAreaTop" r="textAreaRight" b="textAreaBottom"/>
            <a:pathLst>
              <a:path w="2613744" h="2741829">
                <a:moveTo>
                  <a:pt x="86203" y="2741829"/>
                </a:moveTo>
                <a:lnTo>
                  <a:pt x="43556" y="2575971"/>
                </a:lnTo>
                <a:cubicBezTo>
                  <a:pt x="14998" y="2436408"/>
                  <a:pt x="0" y="2291906"/>
                  <a:pt x="0" y="2143900"/>
                </a:cubicBezTo>
                <a:cubicBezTo>
                  <a:pt x="0" y="959857"/>
                  <a:pt x="959857" y="0"/>
                  <a:pt x="2143900" y="0"/>
                </a:cubicBezTo>
                <a:cubicBezTo>
                  <a:pt x="2291905" y="0"/>
                  <a:pt x="2436408" y="14998"/>
                  <a:pt x="2575971" y="43556"/>
                </a:cubicBezTo>
                <a:lnTo>
                  <a:pt x="2613744" y="53268"/>
                </a:lnTo>
              </a:path>
            </a:pathLst>
          </a:custGeom>
          <a:noFill/>
          <a:ln>
            <a:solidFill>
              <a:schemeClr val="accent1">
                <a:alpha val="7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56" name="任意多边形: 形状 38"/>
          <p:cNvSpPr/>
          <p:nvPr/>
        </p:nvSpPr>
        <p:spPr>
          <a:xfrm rot="11361000">
            <a:off x="875520" y="1022400"/>
            <a:ext cx="2506320" cy="2627640"/>
          </a:xfrm>
          <a:custGeom>
            <a:avLst/>
            <a:gdLst>
              <a:gd name="textAreaLeft" fmla="*/ 0 w 2506320"/>
              <a:gd name="textAreaRight" fmla="*/ 2507760 w 2506320"/>
              <a:gd name="textAreaTop" fmla="*/ 0 h 2627640"/>
              <a:gd name="textAreaBottom" fmla="*/ 2629080 h 2627640"/>
              <a:gd name="GluePoint1X" fmla="*/ 1948787 w 2572265"/>
              <a:gd name="GluePoint1Y" fmla="*/ 1363 h 2669917"/>
              <a:gd name="GluePoint2X" fmla="*/ 2231561 w 2572265"/>
              <a:gd name="GluePoint2Y" fmla="*/ 10888 h 2669917"/>
              <a:gd name="GluePoint3X" fmla="*/ 2355054 w 2572265"/>
              <a:gd name="GluePoint3Y" fmla="*/ 23703 h 2669917"/>
              <a:gd name="GluePoint4X" fmla="*/ 2361338 w 2572265"/>
              <a:gd name="GluePoint4Y" fmla="*/ 25176 h 2669917"/>
              <a:gd name="GluePoint5X" fmla="*/ 2553624 w 2572265"/>
              <a:gd name="GluePoint5Y" fmla="*/ 76670 h 2669917"/>
              <a:gd name="GluePoint6X" fmla="*/ 2568786 w 2572265"/>
              <a:gd name="GluePoint6Y" fmla="*/ 80732 h 2669917"/>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Lst>
            <a:rect l="textAreaLeft" t="textAreaTop" r="textAreaRight" b="textAreaBottom"/>
            <a:pathLst>
              <a:path w="2507554" h="2629009">
                <a:moveTo>
                  <a:pt x="2507554" y="62621"/>
                </a:moveTo>
                <a:lnTo>
                  <a:pt x="2423376" y="40976"/>
                </a:lnTo>
                <a:cubicBezTo>
                  <a:pt x="2292080" y="14109"/>
                  <a:pt x="2156138" y="0"/>
                  <a:pt x="2016900" y="0"/>
                </a:cubicBezTo>
                <a:cubicBezTo>
                  <a:pt x="902997" y="0"/>
                  <a:pt x="0" y="902997"/>
                  <a:pt x="0" y="2016900"/>
                </a:cubicBezTo>
                <a:cubicBezTo>
                  <a:pt x="0" y="2225757"/>
                  <a:pt x="31746" y="2427199"/>
                  <a:pt x="90676" y="2616664"/>
                </a:cubicBezTo>
                <a:lnTo>
                  <a:pt x="95194" y="2629009"/>
                </a:lnTo>
              </a:path>
            </a:pathLst>
          </a:custGeom>
          <a:noFill/>
          <a:ln>
            <a:solidFill>
              <a:schemeClr val="accent1">
                <a:alpha val="7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57" name="任意多边形: 形状 39"/>
          <p:cNvSpPr/>
          <p:nvPr/>
        </p:nvSpPr>
        <p:spPr>
          <a:xfrm rot="11361000">
            <a:off x="872280" y="1007280"/>
            <a:ext cx="2405880" cy="2519640"/>
          </a:xfrm>
          <a:custGeom>
            <a:avLst/>
            <a:gdLst>
              <a:gd name="textAreaLeft" fmla="*/ 0 w 2405880"/>
              <a:gd name="textAreaRight" fmla="*/ 2407320 w 2405880"/>
              <a:gd name="textAreaTop" fmla="*/ 0 h 2519640"/>
              <a:gd name="textAreaBottom" fmla="*/ 2521080 h 2519640"/>
              <a:gd name="GluePoint1X" fmla="*/ 188304 w 2408159"/>
              <a:gd name="GluePoint1Y" fmla="*/ 1165193 h 2522818"/>
              <a:gd name="GluePoint2X" fmla="*/ 153701 w 2408159"/>
              <a:gd name="GluePoint2Y" fmla="*/ 1273317 h 2522818"/>
              <a:gd name="GluePoint3X" fmla="*/ 33051 w 2408159"/>
              <a:gd name="GluePoint3Y" fmla="*/ 1844817 h 2522818"/>
              <a:gd name="GluePoint4X" fmla="*/ 121951 w 2408159"/>
              <a:gd name="GluePoint4Y" fmla="*/ 2457592 h 2522818"/>
              <a:gd name="GluePoint5X" fmla="*/ 133501 w 2408159"/>
              <a:gd name="GluePoint5Y" fmla="*/ 2500839 h 2522818"/>
              <a:gd name="GluePoint6X" fmla="*/ 141486 w 2408159"/>
              <a:gd name="GluePoint6Y" fmla="*/ 2522818 h 2522818"/>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Lst>
            <a:rect l="textAreaLeft" t="textAreaTop" r="textAreaRight" b="textAreaBottom"/>
            <a:pathLst>
              <a:path w="2407041" h="2520965">
                <a:moveTo>
                  <a:pt x="104785" y="2520965"/>
                </a:moveTo>
                <a:lnTo>
                  <a:pt x="85537" y="2468375"/>
                </a:lnTo>
                <a:cubicBezTo>
                  <a:pt x="29947" y="2289647"/>
                  <a:pt x="0" y="2099621"/>
                  <a:pt x="0" y="1902600"/>
                </a:cubicBezTo>
                <a:cubicBezTo>
                  <a:pt x="0" y="851823"/>
                  <a:pt x="851823" y="0"/>
                  <a:pt x="1902600" y="0"/>
                </a:cubicBezTo>
                <a:cubicBezTo>
                  <a:pt x="2033947" y="0"/>
                  <a:pt x="2162186" y="13310"/>
                  <a:pt x="2286040" y="38654"/>
                </a:cubicBezTo>
                <a:lnTo>
                  <a:pt x="2407041" y="69766"/>
                </a:lnTo>
              </a:path>
            </a:pathLst>
          </a:custGeom>
          <a:noFill/>
          <a:ln>
            <a:solidFill>
              <a:schemeClr val="accent1">
                <a:alpha val="7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58" name="任意多边形: 形状 40"/>
          <p:cNvSpPr/>
          <p:nvPr/>
        </p:nvSpPr>
        <p:spPr>
          <a:xfrm rot="11361000">
            <a:off x="875160" y="1000800"/>
            <a:ext cx="2304720" cy="2412360"/>
          </a:xfrm>
          <a:custGeom>
            <a:avLst/>
            <a:gdLst>
              <a:gd name="textAreaLeft" fmla="*/ 0 w 2304720"/>
              <a:gd name="textAreaRight" fmla="*/ 2306160 w 2304720"/>
              <a:gd name="textAreaTop" fmla="*/ 0 h 2412360"/>
              <a:gd name="textAreaBottom" fmla="*/ 2413800 h 2412360"/>
              <a:gd name="GluePoint1X" fmla="*/ 1819555 w 2357652"/>
              <a:gd name="GluePoint1Y" fmla="*/ 820 h 2459550"/>
              <a:gd name="GluePoint2X" fmla="*/ 2319618 w 2357652"/>
              <a:gd name="GluePoint2Y" fmla="*/ 69877 h 2459550"/>
              <a:gd name="GluePoint3X" fmla="*/ 2355557 w 2357652"/>
              <a:gd name="GluePoint3Y" fmla="*/ 77297 h 2459550"/>
              <a:gd name="GluePoint4X" fmla="*/ 2357652 w 2357652"/>
              <a:gd name="GluePoint4Y" fmla="*/ 118777 h 2459550"/>
              <a:gd name="GluePoint5X" fmla="*/ 2209631 w 2357652"/>
              <a:gd name="GluePoint5Y" fmla="*/ 80717 h 2459550"/>
              <a:gd name="GluePoint6X" fmla="*/ 1847604 w 2357652"/>
              <a:gd name="GluePoint6Y" fmla="*/ 44222 h 245955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Lst>
            <a:rect l="textAreaLeft" t="textAreaTop" r="textAreaRight" b="textAreaBottom"/>
            <a:pathLst>
              <a:path w="2306398" h="2413436">
                <a:moveTo>
                  <a:pt x="2306398" y="74555"/>
                </a:moveTo>
                <a:lnTo>
                  <a:pt x="2158377" y="36495"/>
                </a:lnTo>
                <a:cubicBezTo>
                  <a:pt x="2041439" y="12566"/>
                  <a:pt x="1920362" y="0"/>
                  <a:pt x="1796350" y="0"/>
                </a:cubicBezTo>
                <a:cubicBezTo>
                  <a:pt x="804253" y="0"/>
                  <a:pt x="0" y="804253"/>
                  <a:pt x="0" y="1796350"/>
                </a:cubicBezTo>
                <a:cubicBezTo>
                  <a:pt x="0" y="1982368"/>
                  <a:pt x="28275" y="2161783"/>
                  <a:pt x="80760" y="2330530"/>
                </a:cubicBezTo>
                <a:lnTo>
                  <a:pt x="111104" y="2413436"/>
                </a:lnTo>
              </a:path>
            </a:pathLst>
          </a:custGeom>
          <a:noFill/>
          <a:ln>
            <a:solidFill>
              <a:schemeClr val="accent1">
                <a:alpha val="7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59" name="任意多边形: 形状 41"/>
          <p:cNvSpPr/>
          <p:nvPr/>
        </p:nvSpPr>
        <p:spPr>
          <a:xfrm rot="11361000">
            <a:off x="882720" y="998280"/>
            <a:ext cx="2198880" cy="2298600"/>
          </a:xfrm>
          <a:custGeom>
            <a:avLst/>
            <a:gdLst>
              <a:gd name="textAreaLeft" fmla="*/ 0 w 2198880"/>
              <a:gd name="textAreaRight" fmla="*/ 2200320 w 2198880"/>
              <a:gd name="textAreaTop" fmla="*/ 0 h 2298600"/>
              <a:gd name="textAreaBottom" fmla="*/ 2300040 h 2298600"/>
              <a:gd name="GluePoint1X" fmla="*/ 100037 w 2200258"/>
              <a:gd name="GluePoint1Y" fmla="*/ 1249865 h 2299792"/>
              <a:gd name="GluePoint2X" fmla="*/ 81582 w 2200258"/>
              <a:gd name="GluePoint2Y" fmla="*/ 1320261 h 2299792"/>
              <a:gd name="GluePoint3X" fmla="*/ 48245 w 2200258"/>
              <a:gd name="GluePoint3Y" fmla="*/ 1817942 h 2299792"/>
              <a:gd name="GluePoint4X" fmla="*/ 141209 w 2200258"/>
              <a:gd name="GluePoint4Y" fmla="*/ 2266485 h 2299792"/>
              <a:gd name="GluePoint5X" fmla="*/ 150091 w 2200258"/>
              <a:gd name="GluePoint5Y" fmla="*/ 2298066 h 2299792"/>
              <a:gd name="GluePoint6X" fmla="*/ 115916 w 2200258"/>
              <a:gd name="GluePoint6Y" fmla="*/ 2299792 h 2299792"/>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Lst>
            <a:rect l="textAreaLeft" t="textAreaTop" r="textAreaRight" b="textAreaBottom"/>
            <a:pathLst>
              <a:path w="2200258" h="2299792">
                <a:moveTo>
                  <a:pt x="115916" y="2299792"/>
                </a:moveTo>
                <a:lnTo>
                  <a:pt x="75907" y="2190479"/>
                </a:lnTo>
                <a:cubicBezTo>
                  <a:pt x="26575" y="2031872"/>
                  <a:pt x="0" y="1863240"/>
                  <a:pt x="0" y="1688400"/>
                </a:cubicBezTo>
                <a:cubicBezTo>
                  <a:pt x="0" y="755922"/>
                  <a:pt x="755922" y="0"/>
                  <a:pt x="1688400" y="0"/>
                </a:cubicBezTo>
                <a:cubicBezTo>
                  <a:pt x="1863240" y="0"/>
                  <a:pt x="2031872" y="26575"/>
                  <a:pt x="2190479" y="75907"/>
                </a:cubicBezTo>
                <a:lnTo>
                  <a:pt x="2200258" y="79486"/>
                </a:lnTo>
              </a:path>
            </a:pathLst>
          </a:custGeom>
          <a:noFill/>
          <a:ln>
            <a:solidFill>
              <a:schemeClr val="accent1">
                <a:alpha val="7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60" name="任意多边形: 形状 42"/>
          <p:cNvSpPr/>
          <p:nvPr/>
        </p:nvSpPr>
        <p:spPr>
          <a:xfrm rot="11361000">
            <a:off x="897120" y="1002960"/>
            <a:ext cx="2075760" cy="2168280"/>
          </a:xfrm>
          <a:custGeom>
            <a:avLst/>
            <a:gdLst>
              <a:gd name="textAreaLeft" fmla="*/ 0 w 2075760"/>
              <a:gd name="textAreaRight" fmla="*/ 2077200 w 2075760"/>
              <a:gd name="textAreaTop" fmla="*/ 0 h 2168280"/>
              <a:gd name="textAreaBottom" fmla="*/ 2169720 h 2168280"/>
              <a:gd name="GluePoint1X" fmla="*/ 2079319 w 2170759"/>
              <a:gd name="GluePoint1Y" fmla="*/ 80042 h 2235262"/>
              <a:gd name="GluePoint2X" fmla="*/ 2118665 w 2170759"/>
              <a:gd name="GluePoint2Y" fmla="*/ 92278 h 2235262"/>
              <a:gd name="GluePoint3X" fmla="*/ 2129549 w 2170759"/>
              <a:gd name="GluePoint3Y" fmla="*/ 97649 h 2235262"/>
              <a:gd name="GluePoint4X" fmla="*/ 2127280 w 2170759"/>
              <a:gd name="GluePoint4Y" fmla="*/ 142583 h 2235262"/>
              <a:gd name="GluePoint5X" fmla="*/ 2088879 w 2170759"/>
              <a:gd name="GluePoint5Y" fmla="*/ 128528 h 2235262"/>
              <a:gd name="GluePoint6X" fmla="*/ 1621593 w 2170759"/>
              <a:gd name="GluePoint6Y" fmla="*/ 57881 h 2235262"/>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Lst>
            <a:rect l="textAreaLeft" t="textAreaTop" r="textAreaRight" b="textAreaBottom"/>
            <a:pathLst>
              <a:path w="2077087" h="2169653">
                <a:moveTo>
                  <a:pt x="2077087" y="84702"/>
                </a:moveTo>
                <a:lnTo>
                  <a:pt x="2038686" y="70647"/>
                </a:lnTo>
                <a:cubicBezTo>
                  <a:pt x="1891071" y="24734"/>
                  <a:pt x="1734124" y="0"/>
                  <a:pt x="1571400" y="0"/>
                </a:cubicBezTo>
                <a:cubicBezTo>
                  <a:pt x="703540" y="0"/>
                  <a:pt x="0" y="703540"/>
                  <a:pt x="0" y="1571400"/>
                </a:cubicBezTo>
                <a:cubicBezTo>
                  <a:pt x="0" y="1734124"/>
                  <a:pt x="24734" y="1891071"/>
                  <a:pt x="70647" y="2038686"/>
                </a:cubicBezTo>
                <a:lnTo>
                  <a:pt x="118581" y="2169653"/>
                </a:lnTo>
              </a:path>
            </a:pathLst>
          </a:custGeom>
          <a:noFill/>
          <a:ln>
            <a:solidFill>
              <a:schemeClr val="accent1">
                <a:alpha val="7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61" name="任意多边形: 形状 43"/>
          <p:cNvSpPr/>
          <p:nvPr/>
        </p:nvSpPr>
        <p:spPr>
          <a:xfrm rot="11361000">
            <a:off x="939600" y="1028520"/>
            <a:ext cx="1831320" cy="1909800"/>
          </a:xfrm>
          <a:custGeom>
            <a:avLst/>
            <a:gdLst>
              <a:gd name="textAreaLeft" fmla="*/ 0 w 1831320"/>
              <a:gd name="textAreaRight" fmla="*/ 1832760 w 1831320"/>
              <a:gd name="textAreaTop" fmla="*/ 0 h 1909800"/>
              <a:gd name="textAreaBottom" fmla="*/ 1911240 h 1909800"/>
              <a:gd name="GluePoint1X" fmla="*/ 1755255 w 1846695"/>
              <a:gd name="GluePoint1Y" fmla="*/ 122052 h 1911428"/>
              <a:gd name="GluePoint2X" fmla="*/ 1663689 w 1846695"/>
              <a:gd name="GluePoint2Y" fmla="*/ 94872 h 1911428"/>
              <a:gd name="GluePoint3X" fmla="*/ 1581049 w 1846695"/>
              <a:gd name="GluePoint3Y" fmla="*/ 81875 h 1911428"/>
              <a:gd name="GluePoint4X" fmla="*/ 1557351 w 1846695"/>
              <a:gd name="GluePoint4Y" fmla="*/ 73553 h 1911428"/>
              <a:gd name="GluePoint5X" fmla="*/ 1435089 w 1846695"/>
              <a:gd name="GluePoint5Y" fmla="*/ 42485 h 1911428"/>
              <a:gd name="GluePoint6X" fmla="*/ 1353494 w 1846695"/>
              <a:gd name="GluePoint6Y" fmla="*/ 33964 h 1911428"/>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Lst>
            <a:rect l="textAreaLeft" t="textAreaTop" r="textAreaRight" b="textAreaBottom"/>
            <a:pathLst>
              <a:path w="1832676" h="1911428">
                <a:moveTo>
                  <a:pt x="121280" y="1911428"/>
                </a:moveTo>
                <a:lnTo>
                  <a:pt x="106373" y="1880482"/>
                </a:lnTo>
                <a:cubicBezTo>
                  <a:pt x="37877" y="1718540"/>
                  <a:pt x="0" y="1540493"/>
                  <a:pt x="0" y="1353600"/>
                </a:cubicBezTo>
                <a:cubicBezTo>
                  <a:pt x="0" y="606027"/>
                  <a:pt x="606027" y="0"/>
                  <a:pt x="1353600" y="0"/>
                </a:cubicBezTo>
                <a:cubicBezTo>
                  <a:pt x="1493770" y="0"/>
                  <a:pt x="1628964" y="21306"/>
                  <a:pt x="1756119" y="60855"/>
                </a:cubicBezTo>
                <a:lnTo>
                  <a:pt x="1832676" y="88875"/>
                </a:lnTo>
              </a:path>
            </a:pathLst>
          </a:custGeom>
          <a:noFill/>
          <a:ln>
            <a:solidFill>
              <a:schemeClr val="accent1">
                <a:alpha val="7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62" name="任意多边形: 形状 44"/>
          <p:cNvSpPr/>
          <p:nvPr/>
        </p:nvSpPr>
        <p:spPr>
          <a:xfrm rot="11361000">
            <a:off x="966240" y="1049040"/>
            <a:ext cx="1707840" cy="1779120"/>
          </a:xfrm>
          <a:custGeom>
            <a:avLst/>
            <a:gdLst>
              <a:gd name="textAreaLeft" fmla="*/ 0 w 1707840"/>
              <a:gd name="textAreaRight" fmla="*/ 1709280 w 1707840"/>
              <a:gd name="textAreaTop" fmla="*/ 0 h 1779120"/>
              <a:gd name="textAreaBottom" fmla="*/ 1780560 h 1779120"/>
              <a:gd name="GluePoint1X" fmla="*/ 1515801 w 1754515"/>
              <a:gd name="GluePoint1Y" fmla="*/ 16713 h 1828732"/>
              <a:gd name="GluePoint2X" fmla="*/ 1640113 w 1754515"/>
              <a:gd name="GluePoint2Y" fmla="*/ 60369 h 1828732"/>
              <a:gd name="GluePoint3X" fmla="*/ 1710518 w 1754515"/>
              <a:gd name="GluePoint3Y" fmla="*/ 87154 h 1828732"/>
              <a:gd name="GluePoint4X" fmla="*/ 1754515 w 1754515"/>
              <a:gd name="GluePoint4Y" fmla="*/ 104162 h 1828732"/>
              <a:gd name="GluePoint5X" fmla="*/ 1748429 w 1754515"/>
              <a:gd name="GluePoint5Y" fmla="*/ 127829 h 1828732"/>
              <a:gd name="GluePoint6X" fmla="*/ 1659826 w 1754515"/>
              <a:gd name="GluePoint6Y" fmla="*/ 95400 h 1828732"/>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Lst>
            <a:rect l="textAreaLeft" t="textAreaTop" r="textAreaRight" b="textAreaBottom"/>
            <a:pathLst>
              <a:path w="1709277" h="1780541">
                <a:moveTo>
                  <a:pt x="1709277" y="88591"/>
                </a:moveTo>
                <a:lnTo>
                  <a:pt x="1620674" y="56162"/>
                </a:lnTo>
                <a:cubicBezTo>
                  <a:pt x="1503325" y="19662"/>
                  <a:pt x="1378559" y="0"/>
                  <a:pt x="1249200" y="0"/>
                </a:cubicBezTo>
                <a:cubicBezTo>
                  <a:pt x="559286" y="0"/>
                  <a:pt x="0" y="559286"/>
                  <a:pt x="0" y="1249200"/>
                </a:cubicBezTo>
                <a:cubicBezTo>
                  <a:pt x="0" y="1421679"/>
                  <a:pt x="34955" y="1585993"/>
                  <a:pt x="98168" y="1735445"/>
                </a:cubicBezTo>
                <a:lnTo>
                  <a:pt x="119892" y="1780541"/>
                </a:lnTo>
              </a:path>
            </a:pathLst>
          </a:custGeom>
          <a:noFill/>
          <a:ln>
            <a:solidFill>
              <a:schemeClr val="accent1">
                <a:alpha val="7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63" name="任意多边形: 形状 45"/>
          <p:cNvSpPr/>
          <p:nvPr/>
        </p:nvSpPr>
        <p:spPr>
          <a:xfrm rot="11361000">
            <a:off x="1277640" y="1328040"/>
            <a:ext cx="698400" cy="728640"/>
          </a:xfrm>
          <a:custGeom>
            <a:avLst/>
            <a:gdLst>
              <a:gd name="textAreaLeft" fmla="*/ 0 w 698400"/>
              <a:gd name="textAreaRight" fmla="*/ 699840 w 698400"/>
              <a:gd name="textAreaTop" fmla="*/ 0 h 728640"/>
              <a:gd name="textAreaBottom" fmla="*/ 730080 h 728640"/>
              <a:gd name="GluePoint1X" fmla="*/ 190297 w 699728"/>
              <a:gd name="GluePoint1Y" fmla="*/ 174057 h 730385"/>
              <a:gd name="GluePoint2X" fmla="*/ 66472 w 699728"/>
              <a:gd name="GluePoint2Y" fmla="*/ 366938 h 730385"/>
              <a:gd name="GluePoint3X" fmla="*/ 61710 w 699728"/>
              <a:gd name="GluePoint3Y" fmla="*/ 659832 h 730385"/>
              <a:gd name="GluePoint4X" fmla="*/ 74893 w 699728"/>
              <a:gd name="GluePoint4Y" fmla="*/ 711398 h 730385"/>
              <a:gd name="GluePoint5X" fmla="*/ 49502 w 699728"/>
              <a:gd name="GluePoint5Y" fmla="*/ 730385 h 730385"/>
              <a:gd name="GluePoint6X" fmla="*/ 40363 w 699728"/>
              <a:gd name="GluePoint6Y" fmla="*/ 713547 h 73038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Lst>
            <a:rect l="textAreaLeft" t="textAreaTop" r="textAreaRight" b="textAreaBottom"/>
            <a:pathLst>
              <a:path w="699728" h="730385">
                <a:moveTo>
                  <a:pt x="49502" y="730385"/>
                </a:moveTo>
                <a:lnTo>
                  <a:pt x="40363" y="713547"/>
                </a:lnTo>
                <a:cubicBezTo>
                  <a:pt x="14372" y="652098"/>
                  <a:pt x="0" y="584539"/>
                  <a:pt x="0" y="513622"/>
                </a:cubicBezTo>
                <a:cubicBezTo>
                  <a:pt x="0" y="229956"/>
                  <a:pt x="229956" y="0"/>
                  <a:pt x="513622" y="0"/>
                </a:cubicBezTo>
                <a:cubicBezTo>
                  <a:pt x="549080" y="0"/>
                  <a:pt x="583699" y="3593"/>
                  <a:pt x="617135" y="10435"/>
                </a:cubicBezTo>
                <a:lnTo>
                  <a:pt x="699728" y="36073"/>
                </a:lnTo>
              </a:path>
            </a:pathLst>
          </a:custGeom>
          <a:noFill/>
          <a:ln>
            <a:solidFill>
              <a:schemeClr val="accent1">
                <a:alpha val="7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64" name="任意多边形: 形状 46"/>
          <p:cNvSpPr/>
          <p:nvPr/>
        </p:nvSpPr>
        <p:spPr>
          <a:xfrm rot="11361000">
            <a:off x="1345320" y="1397160"/>
            <a:ext cx="517320" cy="539640"/>
          </a:xfrm>
          <a:custGeom>
            <a:avLst/>
            <a:gdLst>
              <a:gd name="textAreaLeft" fmla="*/ 0 w 517320"/>
              <a:gd name="textAreaRight" fmla="*/ 518760 w 517320"/>
              <a:gd name="textAreaTop" fmla="*/ 0 h 539640"/>
              <a:gd name="textAreaBottom" fmla="*/ 541080 h 539640"/>
              <a:gd name="GluePoint1X" fmla="*/ 363883 w 585918"/>
              <a:gd name="GluePoint1Y" fmla="*/ 5616 h 615834"/>
              <a:gd name="GluePoint2X" fmla="*/ 566289 w 585918"/>
              <a:gd name="GluePoint2Y" fmla="*/ 15141 h 615834"/>
              <a:gd name="GluePoint3X" fmla="*/ 585918 w 585918"/>
              <a:gd name="GluePoint3Y" fmla="*/ 22849 h 615834"/>
              <a:gd name="GluePoint4X" fmla="*/ 562439 w 585918"/>
              <a:gd name="GluePoint4Y" fmla="*/ 61084 h 615834"/>
              <a:gd name="GluePoint5X" fmla="*/ 519365 w 585918"/>
              <a:gd name="GluePoint5Y" fmla="*/ 47713 h 615834"/>
              <a:gd name="GluePoint6X" fmla="*/ 439557 w 585918"/>
              <a:gd name="GluePoint6Y" fmla="*/ 39668 h 61583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Lst>
            <a:rect l="textAreaLeft" t="textAreaTop" r="textAreaRight" b="textAreaBottom"/>
            <a:pathLst>
              <a:path w="518882" h="540737">
                <a:moveTo>
                  <a:pt x="518882" y="21416"/>
                </a:moveTo>
                <a:lnTo>
                  <a:pt x="475808" y="8045"/>
                </a:lnTo>
                <a:cubicBezTo>
                  <a:pt x="450029" y="2770"/>
                  <a:pt x="423338" y="0"/>
                  <a:pt x="396000" y="0"/>
                </a:cubicBezTo>
                <a:cubicBezTo>
                  <a:pt x="177295" y="0"/>
                  <a:pt x="0" y="177295"/>
                  <a:pt x="0" y="396000"/>
                </a:cubicBezTo>
                <a:cubicBezTo>
                  <a:pt x="0" y="423338"/>
                  <a:pt x="2770" y="450029"/>
                  <a:pt x="8045" y="475808"/>
                </a:cubicBezTo>
                <a:lnTo>
                  <a:pt x="28201" y="540737"/>
                </a:lnTo>
              </a:path>
            </a:pathLst>
          </a:custGeom>
          <a:noFill/>
          <a:ln>
            <a:solidFill>
              <a:schemeClr val="accent1">
                <a:alpha val="7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65" name="任意多边形: 形状 47"/>
          <p:cNvSpPr/>
          <p:nvPr/>
        </p:nvSpPr>
        <p:spPr>
          <a:xfrm rot="11361000">
            <a:off x="1160640" y="1219320"/>
            <a:ext cx="1029960" cy="1071720"/>
          </a:xfrm>
          <a:custGeom>
            <a:avLst/>
            <a:gdLst>
              <a:gd name="textAreaLeft" fmla="*/ 0 w 1029960"/>
              <a:gd name="textAreaRight" fmla="*/ 1031400 w 1029960"/>
              <a:gd name="textAreaTop" fmla="*/ 0 h 1071720"/>
              <a:gd name="textAreaBottom" fmla="*/ 1073160 h 1071720"/>
              <a:gd name="GluePoint1X" fmla="*/ 678995 w 1031244"/>
              <a:gd name="GluePoint1Y" fmla="*/ 36486 h 1073200"/>
              <a:gd name="GluePoint2X" fmla="*/ 336095 w 1031244"/>
              <a:gd name="GluePoint2Y" fmla="*/ 160311 h 1073200"/>
              <a:gd name="GluePoint3X" fmla="*/ 109876 w 1031244"/>
              <a:gd name="GluePoint3Y" fmla="*/ 417486 h 1073200"/>
              <a:gd name="GluePoint4X" fmla="*/ 47964 w 1031244"/>
              <a:gd name="GluePoint4Y" fmla="*/ 810392 h 1073200"/>
              <a:gd name="GluePoint5X" fmla="*/ 87254 w 1031244"/>
              <a:gd name="GluePoint5Y" fmla="*/ 981991 h 1073200"/>
              <a:gd name="GluePoint6X" fmla="*/ 116073 w 1031244"/>
              <a:gd name="GluePoint6Y" fmla="*/ 1053724 h 107320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Lst>
            <a:rect l="textAreaLeft" t="textAreaTop" r="textAreaRight" b="textAreaBottom"/>
            <a:pathLst>
              <a:path w="1031244" h="1073200">
                <a:moveTo>
                  <a:pt x="84015" y="1073200"/>
                </a:moveTo>
                <a:lnTo>
                  <a:pt x="57996" y="1025263"/>
                </a:lnTo>
                <a:cubicBezTo>
                  <a:pt x="20651" y="936970"/>
                  <a:pt x="0" y="839897"/>
                  <a:pt x="0" y="738000"/>
                </a:cubicBezTo>
                <a:cubicBezTo>
                  <a:pt x="0" y="330414"/>
                  <a:pt x="330414" y="0"/>
                  <a:pt x="738000" y="0"/>
                </a:cubicBezTo>
                <a:cubicBezTo>
                  <a:pt x="839897" y="0"/>
                  <a:pt x="936970" y="20651"/>
                  <a:pt x="1025263" y="57996"/>
                </a:cubicBezTo>
                <a:lnTo>
                  <a:pt x="1031244" y="61242"/>
                </a:lnTo>
              </a:path>
            </a:pathLst>
          </a:custGeom>
          <a:noFill/>
          <a:ln>
            <a:solidFill>
              <a:schemeClr val="accent1">
                <a:alpha val="7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66" name="任意多边形: 形状 48"/>
          <p:cNvSpPr/>
          <p:nvPr/>
        </p:nvSpPr>
        <p:spPr>
          <a:xfrm rot="11361000">
            <a:off x="1212120" y="1271160"/>
            <a:ext cx="873720" cy="906480"/>
          </a:xfrm>
          <a:custGeom>
            <a:avLst/>
            <a:gdLst>
              <a:gd name="textAreaLeft" fmla="*/ 0 w 873720"/>
              <a:gd name="textAreaRight" fmla="*/ 875160 w 873720"/>
              <a:gd name="textAreaTop" fmla="*/ 0 h 906480"/>
              <a:gd name="textAreaBottom" fmla="*/ 907920 h 906480"/>
              <a:gd name="GluePoint1X" fmla="*/ 642985 w 930961"/>
              <a:gd name="GluePoint1Y" fmla="*/ 0 h 970323"/>
              <a:gd name="GluePoint2X" fmla="*/ 898039 w 930961"/>
              <a:gd name="GluePoint2Y" fmla="*/ 37393 h 970323"/>
              <a:gd name="GluePoint3X" fmla="*/ 930961 w 930961"/>
              <a:gd name="GluePoint3Y" fmla="*/ 52911 h 970323"/>
              <a:gd name="GluePoint4X" fmla="*/ 912706 w 930961"/>
              <a:gd name="GluePoint4Y" fmla="*/ 90807 h 970323"/>
              <a:gd name="GluePoint5X" fmla="*/ 911437 w 930961"/>
              <a:gd name="GluePoint5Y" fmla="*/ 90118 h 970323"/>
              <a:gd name="GluePoint6X" fmla="*/ 666533 w 930961"/>
              <a:gd name="GluePoint6Y" fmla="*/ 40674 h 9703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Lst>
            <a:rect l="textAreaLeft" t="textAreaTop" r="textAreaRight" b="textAreaBottom"/>
            <a:pathLst>
              <a:path w="875351" h="908062">
                <a:moveTo>
                  <a:pt x="875351" y="50133"/>
                </a:moveTo>
                <a:lnTo>
                  <a:pt x="874082" y="49444"/>
                </a:lnTo>
                <a:cubicBezTo>
                  <a:pt x="798808" y="17606"/>
                  <a:pt x="716049" y="0"/>
                  <a:pt x="629178" y="0"/>
                </a:cubicBezTo>
                <a:cubicBezTo>
                  <a:pt x="281693" y="0"/>
                  <a:pt x="0" y="281693"/>
                  <a:pt x="0" y="629178"/>
                </a:cubicBezTo>
                <a:cubicBezTo>
                  <a:pt x="0" y="716049"/>
                  <a:pt x="17606" y="798809"/>
                  <a:pt x="49444" y="874082"/>
                </a:cubicBezTo>
                <a:lnTo>
                  <a:pt x="67888" y="908062"/>
                </a:lnTo>
              </a:path>
            </a:pathLst>
          </a:custGeom>
          <a:noFill/>
          <a:ln>
            <a:solidFill>
              <a:schemeClr val="accent1">
                <a:alpha val="7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67" name="任意多边形: 形状 49"/>
          <p:cNvSpPr/>
          <p:nvPr/>
        </p:nvSpPr>
        <p:spPr>
          <a:xfrm rot="11361000">
            <a:off x="1072800" y="1138320"/>
            <a:ext cx="1309680" cy="1363680"/>
          </a:xfrm>
          <a:custGeom>
            <a:avLst/>
            <a:gdLst>
              <a:gd name="textAreaLeft" fmla="*/ 0 w 1309680"/>
              <a:gd name="textAreaRight" fmla="*/ 1311120 w 1309680"/>
              <a:gd name="textAreaTop" fmla="*/ 0 h 1363680"/>
              <a:gd name="textAreaBottom" fmla="*/ 1365120 h 1363680"/>
              <a:gd name="GluePoint1X" fmla="*/ 1276869 w 1368309"/>
              <a:gd name="GluePoint1Y" fmla="*/ 101883 h 1365195"/>
              <a:gd name="GluePoint2X" fmla="*/ 947191 w 1368309"/>
              <a:gd name="GluePoint2Y" fmla="*/ 28457 h 1365195"/>
              <a:gd name="GluePoint3X" fmla="*/ 575716 w 1368309"/>
              <a:gd name="GluePoint3Y" fmla="*/ 126088 h 1365195"/>
              <a:gd name="GluePoint4X" fmla="*/ 232816 w 1368309"/>
              <a:gd name="GluePoint4Y" fmla="*/ 380882 h 1365195"/>
              <a:gd name="GluePoint5X" fmla="*/ 30410 w 1368309"/>
              <a:gd name="GluePoint5Y" fmla="*/ 826176 h 1365195"/>
              <a:gd name="GluePoint6X" fmla="*/ 108991 w 1368309"/>
              <a:gd name="GluePoint6Y" fmla="*/ 1297663 h 136519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Lst>
            <a:rect l="textAreaLeft" t="textAreaTop" r="textAreaRight" b="textAreaBottom"/>
            <a:pathLst>
              <a:path w="1311055" h="1365195">
                <a:moveTo>
                  <a:pt x="102721" y="1365195"/>
                </a:moveTo>
                <a:lnTo>
                  <a:pt x="73832" y="1305225"/>
                </a:lnTo>
                <a:cubicBezTo>
                  <a:pt x="26290" y="1192822"/>
                  <a:pt x="0" y="1069242"/>
                  <a:pt x="0" y="939521"/>
                </a:cubicBezTo>
                <a:cubicBezTo>
                  <a:pt x="0" y="420638"/>
                  <a:pt x="420638" y="0"/>
                  <a:pt x="939521" y="0"/>
                </a:cubicBezTo>
                <a:cubicBezTo>
                  <a:pt x="1069242" y="0"/>
                  <a:pt x="1192822" y="26290"/>
                  <a:pt x="1305225" y="73832"/>
                </a:cubicBezTo>
                <a:lnTo>
                  <a:pt x="1311055" y="76640"/>
                </a:lnTo>
              </a:path>
            </a:pathLst>
          </a:custGeom>
          <a:noFill/>
          <a:ln>
            <a:solidFill>
              <a:schemeClr val="accent1">
                <a:alpha val="7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68" name="任意多边形: 形状 50"/>
          <p:cNvSpPr/>
          <p:nvPr/>
        </p:nvSpPr>
        <p:spPr>
          <a:xfrm rot="11361000">
            <a:off x="1113480" y="1179000"/>
            <a:ext cx="1171440" cy="1215720"/>
          </a:xfrm>
          <a:custGeom>
            <a:avLst/>
            <a:gdLst>
              <a:gd name="textAreaLeft" fmla="*/ 0 w 1171440"/>
              <a:gd name="textAreaRight" fmla="*/ 1172880 w 1171440"/>
              <a:gd name="textAreaTop" fmla="*/ 0 h 1215720"/>
              <a:gd name="textAreaBottom" fmla="*/ 1217160 h 1215720"/>
              <a:gd name="GluePoint1X" fmla="*/ 323902 w 1240058"/>
              <a:gd name="GluePoint1Y" fmla="*/ 196321 h 1273978"/>
              <a:gd name="GluePoint2X" fmla="*/ 685852 w 1240058"/>
              <a:gd name="GluePoint2Y" fmla="*/ 20109 h 1273978"/>
              <a:gd name="GluePoint3X" fmla="*/ 877245 w 1240058"/>
              <a:gd name="GluePoint3Y" fmla="*/ 17 h 1273978"/>
              <a:gd name="GluePoint4X" fmla="*/ 1059708 w 1240058"/>
              <a:gd name="GluePoint4Y" fmla="*/ 12965 h 1273978"/>
              <a:gd name="GluePoint5X" fmla="*/ 1226842 w 1240058"/>
              <a:gd name="GluePoint5Y" fmla="*/ 58060 h 1273978"/>
              <a:gd name="GluePoint6X" fmla="*/ 1240058 w 1240058"/>
              <a:gd name="GluePoint6Y" fmla="*/ 62984 h 1273978"/>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Lst>
            <a:rect l="textAreaLeft" t="textAreaTop" r="textAreaRight" b="textAreaBottom"/>
            <a:pathLst>
              <a:path w="1172967" h="1216931">
                <a:moveTo>
                  <a:pt x="1172967" y="71295"/>
                </a:moveTo>
                <a:lnTo>
                  <a:pt x="1162798" y="65776"/>
                </a:lnTo>
                <a:cubicBezTo>
                  <a:pt x="1062661" y="23421"/>
                  <a:pt x="952565" y="0"/>
                  <a:pt x="837000" y="0"/>
                </a:cubicBezTo>
                <a:cubicBezTo>
                  <a:pt x="374738" y="0"/>
                  <a:pt x="0" y="374738"/>
                  <a:pt x="0" y="837000"/>
                </a:cubicBezTo>
                <a:cubicBezTo>
                  <a:pt x="0" y="952566"/>
                  <a:pt x="23421" y="1062661"/>
                  <a:pt x="65776" y="1162798"/>
                </a:cubicBezTo>
                <a:lnTo>
                  <a:pt x="95158" y="1216931"/>
                </a:lnTo>
              </a:path>
            </a:pathLst>
          </a:custGeom>
          <a:noFill/>
          <a:ln>
            <a:solidFill>
              <a:schemeClr val="accent1">
                <a:alpha val="7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69" name="任意多边形: 形状 51"/>
          <p:cNvSpPr/>
          <p:nvPr/>
        </p:nvSpPr>
        <p:spPr>
          <a:xfrm rot="11361000">
            <a:off x="999720" y="1074240"/>
            <a:ext cx="1575360" cy="1640520"/>
          </a:xfrm>
          <a:custGeom>
            <a:avLst/>
            <a:gdLst>
              <a:gd name="textAreaLeft" fmla="*/ 0 w 1575360"/>
              <a:gd name="textAreaRight" fmla="*/ 1576800 w 1575360"/>
              <a:gd name="textAreaTop" fmla="*/ 0 h 1640520"/>
              <a:gd name="textAreaBottom" fmla="*/ 1641960 h 1640520"/>
              <a:gd name="GluePoint1X" fmla="*/ 1350967 w 1576525"/>
              <a:gd name="GluePoint1Y" fmla="*/ 62188 h 1642284"/>
              <a:gd name="GluePoint2X" fmla="*/ 960442 w 1576525"/>
              <a:gd name="GluePoint2Y" fmla="*/ 45519 h 1642284"/>
              <a:gd name="GluePoint3X" fmla="*/ 619923 w 1576525"/>
              <a:gd name="GluePoint3Y" fmla="*/ 169344 h 1642284"/>
              <a:gd name="GluePoint4X" fmla="*/ 253210 w 1576525"/>
              <a:gd name="GluePoint4Y" fmla="*/ 495575 h 1642284"/>
              <a:gd name="GluePoint5X" fmla="*/ 46042 w 1576525"/>
              <a:gd name="GluePoint5Y" fmla="*/ 1000400 h 1642284"/>
              <a:gd name="GluePoint6X" fmla="*/ 107954 w 1576525"/>
              <a:gd name="GluePoint6Y" fmla="*/ 1479032 h 164228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Lst>
            <a:rect l="textAreaLeft" t="textAreaTop" r="textAreaRight" b="textAreaBottom"/>
            <a:pathLst>
              <a:path w="1576525" h="1642284">
                <a:moveTo>
                  <a:pt x="116018" y="1642284"/>
                </a:moveTo>
                <a:lnTo>
                  <a:pt x="89823" y="1587907"/>
                </a:lnTo>
                <a:cubicBezTo>
                  <a:pt x="31984" y="1451161"/>
                  <a:pt x="0" y="1300815"/>
                  <a:pt x="0" y="1143000"/>
                </a:cubicBezTo>
                <a:cubicBezTo>
                  <a:pt x="0" y="511739"/>
                  <a:pt x="511739" y="0"/>
                  <a:pt x="1143000" y="0"/>
                </a:cubicBezTo>
                <a:cubicBezTo>
                  <a:pt x="1261361" y="0"/>
                  <a:pt x="1375521" y="17991"/>
                  <a:pt x="1482893" y="51387"/>
                </a:cubicBezTo>
                <a:lnTo>
                  <a:pt x="1576525" y="85657"/>
                </a:lnTo>
              </a:path>
            </a:pathLst>
          </a:custGeom>
          <a:noFill/>
          <a:ln>
            <a:solidFill>
              <a:schemeClr val="accent1">
                <a:alpha val="7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70" name="任意多边形: 形状 52"/>
          <p:cNvSpPr/>
          <p:nvPr/>
        </p:nvSpPr>
        <p:spPr>
          <a:xfrm rot="11361000">
            <a:off x="1032480" y="1105200"/>
            <a:ext cx="1446480" cy="1504080"/>
          </a:xfrm>
          <a:custGeom>
            <a:avLst/>
            <a:gdLst>
              <a:gd name="textAreaLeft" fmla="*/ 0 w 1446480"/>
              <a:gd name="textAreaRight" fmla="*/ 1447920 w 1446480"/>
              <a:gd name="textAreaTop" fmla="*/ 0 h 1504080"/>
              <a:gd name="textAreaBottom" fmla="*/ 1505520 h 1504080"/>
              <a:gd name="GluePoint1X" fmla="*/ 1460352 w 1551792"/>
              <a:gd name="GluePoint1Y" fmla="*/ 58170 h 1551602"/>
              <a:gd name="GluePoint2X" fmla="*/ 1490440 w 1551792"/>
              <a:gd name="GluePoint2Y" fmla="*/ 73155 h 1551602"/>
              <a:gd name="GluePoint3X" fmla="*/ 1483677 w 1551792"/>
              <a:gd name="GluePoint3Y" fmla="*/ 99456 h 1551602"/>
              <a:gd name="GluePoint4X" fmla="*/ 1478442 w 1551792"/>
              <a:gd name="GluePoint4Y" fmla="*/ 113758 h 1551602"/>
              <a:gd name="GluePoint5X" fmla="*/ 1477107 w 1551792"/>
              <a:gd name="GluePoint5Y" fmla="*/ 113115 h 1551602"/>
              <a:gd name="GluePoint6X" fmla="*/ 1071840 w 1551792"/>
              <a:gd name="GluePoint6Y" fmla="*/ 31295 h 1551602"/>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Lst>
            <a:rect l="textAreaLeft" t="textAreaTop" r="textAreaRight" b="textAreaBottom"/>
            <a:pathLst>
              <a:path w="1447763" h="1505306">
                <a:moveTo>
                  <a:pt x="1447763" y="82463"/>
                </a:moveTo>
                <a:lnTo>
                  <a:pt x="1446428" y="81820"/>
                </a:lnTo>
                <a:cubicBezTo>
                  <a:pt x="1321865" y="29134"/>
                  <a:pt x="1184915" y="0"/>
                  <a:pt x="1041161" y="0"/>
                </a:cubicBezTo>
                <a:cubicBezTo>
                  <a:pt x="466144" y="0"/>
                  <a:pt x="0" y="466144"/>
                  <a:pt x="0" y="1041161"/>
                </a:cubicBezTo>
                <a:cubicBezTo>
                  <a:pt x="0" y="1184915"/>
                  <a:pt x="29134" y="1321865"/>
                  <a:pt x="81820" y="1446428"/>
                </a:cubicBezTo>
                <a:lnTo>
                  <a:pt x="110183" y="1505306"/>
                </a:lnTo>
              </a:path>
            </a:pathLst>
          </a:custGeom>
          <a:noFill/>
          <a:ln>
            <a:solidFill>
              <a:schemeClr val="accent1">
                <a:alpha val="7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71" name="任意多边形: 形状 14"/>
          <p:cNvSpPr/>
          <p:nvPr/>
        </p:nvSpPr>
        <p:spPr>
          <a:xfrm rot="11361000">
            <a:off x="1460520" y="1512360"/>
            <a:ext cx="203040" cy="212400"/>
          </a:xfrm>
          <a:custGeom>
            <a:avLst/>
            <a:gdLst>
              <a:gd name="textAreaLeft" fmla="*/ 0 w 203040"/>
              <a:gd name="textAreaRight" fmla="*/ 204480 w 203040"/>
              <a:gd name="textAreaTop" fmla="*/ 0 h 212400"/>
              <a:gd name="textAreaBottom" fmla="*/ 213840 h 212400"/>
              <a:gd name="GluePoint1X" fmla="*/ 56522 w 204370"/>
              <a:gd name="GluePoint1Y" fmla="*/ 163020 h 254460"/>
              <a:gd name="GluePoint2X" fmla="*/ 706 w 204370"/>
              <a:gd name="GluePoint2Y" fmla="*/ 213748 h 254460"/>
              <a:gd name="GluePoint3X" fmla="*/ 0 w 204370"/>
              <a:gd name="GluePoint3Y" fmla="*/ 206735 h 254460"/>
              <a:gd name="GluePoint4X" fmla="*/ 165282 w 204370"/>
              <a:gd name="GluePoint4Y" fmla="*/ 3941 h 254460"/>
              <a:gd name="GluePoint5X" fmla="*/ 204370 w 204370"/>
              <a:gd name="GluePoint5Y" fmla="*/ 0 h 254460"/>
            </a:gdLst>
            <a:ahLst/>
            <a:cxnLst>
              <a:cxn ang="0">
                <a:pos x="GluePoint1X" y="GluePoint1Y"/>
              </a:cxn>
              <a:cxn ang="0">
                <a:pos x="GluePoint2X" y="GluePoint2Y"/>
              </a:cxn>
              <a:cxn ang="0">
                <a:pos x="GluePoint3X" y="GluePoint3Y"/>
              </a:cxn>
              <a:cxn ang="0">
                <a:pos x="GluePoint4X" y="GluePoint4Y"/>
              </a:cxn>
              <a:cxn ang="0">
                <a:pos x="GluePoint5X" y="GluePoint5Y"/>
              </a:cxn>
            </a:cxnLst>
            <a:rect l="textAreaLeft" t="textAreaTop" r="textAreaRight" b="textAreaBottom"/>
            <a:pathLst>
              <a:path w="204370" h="213748">
                <a:moveTo>
                  <a:pt x="706" y="213748"/>
                </a:moveTo>
                <a:cubicBezTo>
                  <a:pt x="471" y="211410"/>
                  <a:pt x="235" y="209073"/>
                  <a:pt x="0" y="206735"/>
                </a:cubicBezTo>
                <a:cubicBezTo>
                  <a:pt x="0" y="106703"/>
                  <a:pt x="70956" y="23243"/>
                  <a:pt x="165282" y="3941"/>
                </a:cubicBezTo>
                <a:lnTo>
                  <a:pt x="204370" y="0"/>
                </a:lnTo>
                <a:lnTo>
                  <a:pt x="202904" y="1961"/>
                </a:lnTo>
              </a:path>
            </a:pathLst>
          </a:custGeom>
          <a:noFill/>
          <a:ln>
            <a:solidFill>
              <a:schemeClr val="accent1">
                <a:alpha val="7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72" name="任意多边形: 形状 54"/>
          <p:cNvSpPr/>
          <p:nvPr/>
        </p:nvSpPr>
        <p:spPr>
          <a:xfrm flipH="1">
            <a:off x="-1440" y="1895760"/>
            <a:ext cx="1492200" cy="3065040"/>
          </a:xfrm>
          <a:custGeom>
            <a:avLst/>
            <a:gdLst>
              <a:gd name="textAreaLeft" fmla="*/ 720 w 1492200"/>
              <a:gd name="textAreaRight" fmla="*/ 1494360 w 1492200"/>
              <a:gd name="textAreaTop" fmla="*/ 0 h 3065040"/>
              <a:gd name="textAreaBottom" fmla="*/ 3066480 h 3065040"/>
              <a:gd name="GluePoint1X" fmla="*/ 1493592 w 1493592"/>
              <a:gd name="GluePoint1Y" fmla="*/ 0 h 3066466"/>
              <a:gd name="GluePoint2X" fmla="*/ 1227781 w 1493592"/>
              <a:gd name="GluePoint2Y" fmla="*/ 26796 h 3066466"/>
              <a:gd name="GluePoint3X" fmla="*/ 0 w 1493592"/>
              <a:gd name="GluePoint3Y" fmla="*/ 1533233 h 3066466"/>
              <a:gd name="GluePoint4X" fmla="*/ 1227781 w 1493592"/>
              <a:gd name="GluePoint4Y" fmla="*/ 3039670 h 3066466"/>
              <a:gd name="GluePoint5X" fmla="*/ 1493592 w 1493592"/>
              <a:gd name="GluePoint5Y" fmla="*/ 3066466 h 3066466"/>
            </a:gdLst>
            <a:ahLst/>
            <a:cxnLst>
              <a:cxn ang="0">
                <a:pos x="GluePoint1X" y="GluePoint1Y"/>
              </a:cxn>
              <a:cxn ang="0">
                <a:pos x="GluePoint2X" y="GluePoint2Y"/>
              </a:cxn>
              <a:cxn ang="0">
                <a:pos x="GluePoint3X" y="GluePoint3Y"/>
              </a:cxn>
              <a:cxn ang="0">
                <a:pos x="GluePoint4X" y="GluePoint4Y"/>
              </a:cxn>
              <a:cxn ang="0">
                <a:pos x="GluePoint5X" y="GluePoint5Y"/>
              </a:cxn>
            </a:cxnLst>
            <a:rect l="textAreaLeft" t="textAreaTop" r="textAreaRight" b="textAreaBottom"/>
            <a:pathLst>
              <a:path w="1493592" h="3066466">
                <a:moveTo>
                  <a:pt x="1493592" y="0"/>
                </a:moveTo>
                <a:lnTo>
                  <a:pt x="1227781" y="26796"/>
                </a:lnTo>
                <a:cubicBezTo>
                  <a:pt x="527088" y="170179"/>
                  <a:pt x="0" y="790152"/>
                  <a:pt x="0" y="1533233"/>
                </a:cubicBezTo>
                <a:cubicBezTo>
                  <a:pt x="0" y="2276315"/>
                  <a:pt x="527088" y="2896288"/>
                  <a:pt x="1227781" y="3039670"/>
                </a:cubicBezTo>
                <a:lnTo>
                  <a:pt x="1493592" y="3066466"/>
                </a:lnTo>
                <a:close/>
              </a:path>
            </a:pathLst>
          </a:cu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lang="en-US" sz="1800" b="0" u="none" strike="noStrike">
              <a:solidFill>
                <a:schemeClr val="lt1"/>
              </a:solidFill>
              <a:effectLst/>
              <a:uFillTx/>
              <a:latin typeface="Arial"/>
              <a:ea typeface="微软雅黑"/>
            </a:endParaRPr>
          </a:p>
        </p:txBody>
      </p:sp>
      <p:sp>
        <p:nvSpPr>
          <p:cNvPr id="73" name="PlaceHolder 1"/>
          <p:cNvSpPr>
            <a:spLocks noGrp="1"/>
          </p:cNvSpPr>
          <p:nvPr>
            <p:ph type="title"/>
          </p:nvPr>
        </p:nvSpPr>
        <p:spPr>
          <a:xfrm>
            <a:off x="5724360" y="2081880"/>
            <a:ext cx="5100120" cy="1383120"/>
          </a:xfrm>
          <a:prstGeom prst="rect">
            <a:avLst/>
          </a:prstGeom>
          <a:noFill/>
          <a:ln w="0">
            <a:noFill/>
          </a:ln>
        </p:spPr>
        <p:txBody>
          <a:bodyPr lIns="0" rIns="0" tIns="0" bIns="0" anchor="b">
            <a:normAutofit/>
          </a:bodyPr>
          <a:p>
            <a:pPr indent="0" algn="r" defTabSz="914400">
              <a:lnSpc>
                <a:spcPct val="100000"/>
              </a:lnSpc>
              <a:buNone/>
              <a:tabLst>
                <a:tab algn="l" pos="0"/>
              </a:tabLst>
            </a:pPr>
            <a:r>
              <a:rPr lang="zh-CN" sz="6600" b="1" u="none" strike="noStrike">
                <a:solidFill>
                  <a:schemeClr val="dk1"/>
                </a:solidFill>
                <a:effectLst/>
                <a:uFillTx/>
                <a:latin typeface="Arial"/>
                <a:ea typeface="微软雅黑"/>
              </a:rPr>
              <a:t>编辑母版标题</a:t>
            </a:r>
            <a:endParaRPr lang="en-US" sz="6600" b="0" u="none" strike="noStrike">
              <a:solidFill>
                <a:srgbClr val="000000"/>
              </a:solidFill>
              <a:effectLst/>
              <a:uFillTx/>
              <a:latin typeface="Arial"/>
            </a:endParaRPr>
          </a:p>
        </p:txBody>
      </p:sp>
      <p:sp>
        <p:nvSpPr>
          <p:cNvPr id="74" name="PlaceHolder 2"/>
          <p:cNvSpPr>
            <a:spLocks noGrp="1"/>
          </p:cNvSpPr>
          <p:nvPr>
            <p:ph type="dt" idx="1"/>
          </p:nvPr>
        </p:nvSpPr>
        <p:spPr>
          <a:xfrm>
            <a:off x="695880" y="6356520"/>
            <a:ext cx="2741760" cy="363600"/>
          </a:xfrm>
          <a:prstGeom prst="rect">
            <a:avLst/>
          </a:prstGeom>
          <a:noFill/>
          <a:ln w="0">
            <a:noFill/>
          </a:ln>
        </p:spPr>
        <p:txBody>
          <a:bodyPr lIns="91440" rIns="91440" tIns="45720" bIns="45720" anchor="ctr">
            <a:normAutofit/>
          </a:bodyPr>
          <a:lstStyle>
            <a:lvl1pPr indent="0">
              <a:lnSpc>
                <a:spcPct val="100000"/>
              </a:lnSpc>
              <a:buNone/>
              <a:tabLst>
                <a:tab algn="l" pos="0"/>
              </a:tabLst>
              <a:defRPr lang="en-US" sz="1400" b="0" u="none" strike="noStrike">
                <a:solidFill>
                  <a:srgbClr val="000000"/>
                </a:solidFill>
                <a:effectLst/>
                <a:uFillTx/>
                <a:latin typeface="Times New Roman"/>
              </a:defRPr>
            </a:lvl1pPr>
          </a:lstStyle>
          <a:p>
            <a:pPr indent="0">
              <a:lnSpc>
                <a:spcPct val="100000"/>
              </a:lnSpc>
              <a:buNone/>
              <a:tabLst>
                <a:tab algn="l" pos="0"/>
              </a:tabLst>
            </a:pPr>
            <a:r>
              <a:rPr lang="en-US" sz="1400" b="0" u="none" strike="noStrike">
                <a:solidFill>
                  <a:srgbClr val="000000"/>
                </a:solidFill>
                <a:effectLst/>
                <a:uFillTx/>
                <a:latin typeface="Times New Roman"/>
              </a:rPr>
              <a:t>&lt;date/time&gt;</a:t>
            </a:r>
            <a:endParaRPr lang="en-US" sz="1400" b="0" u="none" strike="noStrike">
              <a:solidFill>
                <a:srgbClr val="000000"/>
              </a:solidFill>
              <a:effectLst/>
              <a:uFillTx/>
              <a:latin typeface="Times New Roman"/>
            </a:endParaRPr>
          </a:p>
        </p:txBody>
      </p:sp>
      <p:sp>
        <p:nvSpPr>
          <p:cNvPr id="75" name="PlaceHolder 3"/>
          <p:cNvSpPr>
            <a:spLocks noGrp="1"/>
          </p:cNvSpPr>
          <p:nvPr>
            <p:ph type="ftr" idx="2"/>
          </p:nvPr>
        </p:nvSpPr>
        <p:spPr>
          <a:xfrm>
            <a:off x="4038480" y="6356520"/>
            <a:ext cx="4113360" cy="36360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n-US" sz="1400" b="0" u="none" strike="noStrike">
                <a:solidFill>
                  <a:srgbClr val="000000"/>
                </a:solidFill>
                <a:effectLst/>
                <a:uFillTx/>
                <a:latin typeface="Times New Roman"/>
              </a:defRPr>
            </a:lvl1pPr>
          </a:lstStyle>
          <a:p>
            <a:pPr indent="0" algn="ctr">
              <a:lnSpc>
                <a:spcPct val="100000"/>
              </a:lnSpc>
              <a:buNone/>
              <a:tabLst>
                <a:tab algn="l" pos="0"/>
              </a:tabLst>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76" name="PlaceHolder 4"/>
          <p:cNvSpPr>
            <a:spLocks noGrp="1"/>
          </p:cNvSpPr>
          <p:nvPr>
            <p:ph type="sldNum" idx="3"/>
          </p:nvPr>
        </p:nvSpPr>
        <p:spPr>
          <a:xfrm>
            <a:off x="8610480" y="6356520"/>
            <a:ext cx="2741760" cy="363600"/>
          </a:xfrm>
          <a:prstGeom prst="rect">
            <a:avLst/>
          </a:prstGeom>
          <a:noFill/>
          <a:ln w="0">
            <a:noFill/>
          </a:ln>
        </p:spPr>
        <p:txBody>
          <a:bodyPr lIns="91440" rIns="91440" tIns="45720" bIns="45720" anchor="ctr">
            <a:normAutofit fontScale="70000" lnSpcReduction="19999"/>
          </a:bodyPr>
          <a:p>
            <a:pPr indent="0">
              <a:buNone/>
            </a:pPr>
            <a:endParaRPr lang="en-US" sz="1800" b="0" u="none" strike="noStrike">
              <a:solidFill>
                <a:srgbClr val="000000"/>
              </a:solidFill>
              <a:effectLst/>
              <a:uFillTx/>
              <a:latin typeface="Times New Roman"/>
            </a:endParaRPr>
          </a:p>
        </p:txBody>
      </p:sp>
      <p:sp>
        <p:nvSpPr>
          <p:cNvPr id="77" name="PlaceHolder 5"/>
          <p:cNvSpPr>
            <a:spLocks noGrp="1"/>
          </p:cNvSpPr>
          <p:nvPr>
            <p:ph type="body"/>
          </p:nvPr>
        </p:nvSpPr>
        <p:spPr>
          <a:xfrm>
            <a:off x="7946280" y="822960"/>
            <a:ext cx="2878560" cy="502560"/>
          </a:xfrm>
          <a:prstGeom prst="rect">
            <a:avLst/>
          </a:prstGeom>
          <a:noFill/>
          <a:ln w="0">
            <a:noFill/>
          </a:ln>
        </p:spPr>
        <p:txBody>
          <a:bodyPr lIns="0" rIns="0" tIns="0" bIns="0" anchor="ctr">
            <a:normAutofit/>
          </a:bodyPr>
          <a:p>
            <a:pPr indent="0" algn="r" defTabSz="914400">
              <a:lnSpc>
                <a:spcPct val="100000"/>
              </a:lnSpc>
              <a:spcBef>
                <a:spcPts val="1001"/>
              </a:spcBef>
              <a:buNone/>
              <a:tabLst>
                <a:tab algn="l" pos="0"/>
              </a:tabLst>
            </a:pPr>
            <a:r>
              <a:rPr lang="zh-CN" sz="1600" b="0" u="none" strike="noStrike">
                <a:solidFill>
                  <a:schemeClr val="dk1"/>
                </a:solidFill>
                <a:effectLst/>
                <a:uFillTx/>
                <a:latin typeface="Arial"/>
                <a:ea typeface="微软雅黑"/>
              </a:rPr>
              <a:t>公司</a:t>
            </a:r>
            <a:endParaRPr lang="en-US" sz="1600" b="0" u="none" strike="noStrike">
              <a:solidFill>
                <a:srgbClr val="000000"/>
              </a:solidFill>
              <a:effectLst/>
              <a:uFillTx/>
              <a:latin typeface="Arial"/>
            </a:endParaRPr>
          </a:p>
        </p:txBody>
      </p:sp>
      <p:sp>
        <p:nvSpPr>
          <p:cNvPr id="78" name="PlaceHolder 6"/>
          <p:cNvSpPr>
            <a:spLocks noGrp="1"/>
          </p:cNvSpPr>
          <p:nvPr>
            <p:ph type="body"/>
          </p:nvPr>
        </p:nvSpPr>
        <p:spPr>
          <a:xfrm>
            <a:off x="7946280" y="5399640"/>
            <a:ext cx="2878560" cy="502560"/>
          </a:xfrm>
          <a:prstGeom prst="rect">
            <a:avLst/>
          </a:prstGeom>
          <a:noFill/>
          <a:ln w="0">
            <a:noFill/>
          </a:ln>
        </p:spPr>
        <p:txBody>
          <a:bodyPr lIns="0" rIns="0" tIns="0" bIns="0" anchor="ctr">
            <a:normAutofit/>
          </a:bodyPr>
          <a:p>
            <a:pPr indent="0" algn="r" defTabSz="914400">
              <a:lnSpc>
                <a:spcPct val="100000"/>
              </a:lnSpc>
              <a:spcBef>
                <a:spcPts val="1001"/>
              </a:spcBef>
              <a:buNone/>
              <a:tabLst>
                <a:tab algn="l" pos="0"/>
              </a:tabLst>
            </a:pPr>
            <a:r>
              <a:rPr lang="zh-CN" sz="2000" b="1" u="none" strike="noStrike">
                <a:solidFill>
                  <a:schemeClr val="dk1">
                    <a:lumMod val="85000"/>
                    <a:lumOff val="15000"/>
                  </a:schemeClr>
                </a:solidFill>
                <a:effectLst/>
                <a:uFillTx/>
                <a:latin typeface="Arial"/>
                <a:ea typeface="微软雅黑"/>
              </a:rPr>
              <a:t>署名</a:t>
            </a:r>
            <a:endParaRPr lang="en-US" sz="2000" b="0" u="none" strike="noStrike">
              <a:solidFill>
                <a:srgbClr val="000000"/>
              </a:solidFill>
              <a:effectLst/>
              <a:uFillTx/>
              <a:latin typeface="Arial"/>
            </a:endParaRPr>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标题和内容">
    <p:bg>
      <p:bgPr>
        <a:solidFill>
          <a:srgbClr val="fbf4ea"/>
        </a:solidFill>
      </p:bgPr>
    </p:bg>
    <p:spTree>
      <p:nvGrpSpPr>
        <p:cNvPr id="1" name=""/>
        <p:cNvGrpSpPr/>
        <p:nvPr/>
      </p:nvGrpSpPr>
      <p:grpSpPr>
        <a:xfrm>
          <a:off x="0" y="0"/>
          <a:ext cx="0" cy="0"/>
          <a:chOff x="0" y="0"/>
          <a:chExt cx="0" cy="0"/>
        </a:xfrm>
      </p:grpSpPr>
      <p:sp>
        <p:nvSpPr>
          <p:cNvPr id="79" name="任意多边形: 形状 80"/>
          <p:cNvSpPr/>
          <p:nvPr/>
        </p:nvSpPr>
        <p:spPr>
          <a:xfrm flipH="1" rot="10506000">
            <a:off x="10570680" y="-60480"/>
            <a:ext cx="1543680" cy="1835280"/>
          </a:xfrm>
          <a:custGeom>
            <a:avLst/>
            <a:gdLst>
              <a:gd name="textAreaLeft" fmla="*/ -720 w 1543680"/>
              <a:gd name="textAreaRight" fmla="*/ 1544400 w 1543680"/>
              <a:gd name="textAreaTop" fmla="*/ 0 h 1835280"/>
              <a:gd name="textAreaBottom" fmla="*/ 1836720 h 1835280"/>
              <a:gd name="GluePoint1X" fmla="*/ 2792134 w 2792134"/>
              <a:gd name="GluePoint1Y" fmla="*/ 114232 h 1836002"/>
              <a:gd name="GluePoint2X" fmla="*/ 2783173 w 2792134"/>
              <a:gd name="GluePoint2Y" fmla="*/ 9795 h 1836002"/>
              <a:gd name="GluePoint3X" fmla="*/ 2792134 w 2792134"/>
              <a:gd name="GluePoint3Y" fmla="*/ 114232 h 1836002"/>
              <a:gd name="GluePoint4X" fmla="*/ 0 w 2792134"/>
              <a:gd name="GluePoint4Y" fmla="*/ 1836002 h 1836002"/>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1544734" h="1836002">
                <a:moveTo>
                  <a:pt x="1544734" y="0"/>
                </a:moveTo>
                <a:lnTo>
                  <a:pt x="1397073" y="39891"/>
                </a:lnTo>
                <a:cubicBezTo>
                  <a:pt x="706781" y="292672"/>
                  <a:pt x="182520" y="889930"/>
                  <a:pt x="32427" y="1623501"/>
                </a:cubicBezTo>
                <a:lnTo>
                  <a:pt x="0" y="1836002"/>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80" name="任意多边形: 形状 4"/>
          <p:cNvSpPr/>
          <p:nvPr/>
        </p:nvSpPr>
        <p:spPr>
          <a:xfrm flipH="1" rot="10506000">
            <a:off x="7315560" y="3581280"/>
            <a:ext cx="1772280" cy="1882440"/>
          </a:xfrm>
          <a:custGeom>
            <a:avLst/>
            <a:gdLst>
              <a:gd name="textAreaLeft" fmla="*/ 720 w 1772280"/>
              <a:gd name="textAreaRight" fmla="*/ 1774440 w 1772280"/>
              <a:gd name="textAreaTop" fmla="*/ 0 h 1882440"/>
              <a:gd name="textAreaBottom" fmla="*/ 1883160 h 1882440"/>
              <a:gd name="GluePoint1X" fmla="*/ 1042541 w 1207728"/>
              <a:gd name="GluePoint1Y" fmla="*/ 79574 h 1283476"/>
              <a:gd name="GluePoint2X" fmla="*/ 1207728 w 1207728"/>
              <a:gd name="GluePoint2Y" fmla="*/ 0 h 1283476"/>
              <a:gd name="GluePoint3X" fmla="*/ 1136917 w 1207728"/>
              <a:gd name="GluePoint3Y" fmla="*/ 50355 h 1283476"/>
              <a:gd name="GluePoint4X" fmla="*/ 79165 w 1207728"/>
              <a:gd name="GluePoint4Y" fmla="*/ 1159992 h 1283476"/>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1207728" h="1283476">
                <a:moveTo>
                  <a:pt x="1207728" y="0"/>
                </a:moveTo>
                <a:lnTo>
                  <a:pt x="1136917" y="50355"/>
                </a:lnTo>
                <a:cubicBezTo>
                  <a:pt x="725367" y="358134"/>
                  <a:pt x="367298" y="733498"/>
                  <a:pt x="79165" y="1159992"/>
                </a:cubicBezTo>
                <a:lnTo>
                  <a:pt x="0" y="1283476"/>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81" name="任意多边形: 形状 5"/>
          <p:cNvSpPr/>
          <p:nvPr/>
        </p:nvSpPr>
        <p:spPr>
          <a:xfrm flipH="1" rot="10506000">
            <a:off x="7380720" y="710640"/>
            <a:ext cx="4323600" cy="4608000"/>
          </a:xfrm>
          <a:custGeom>
            <a:avLst/>
            <a:gdLst>
              <a:gd name="textAreaLeft" fmla="*/ -720 w 4323600"/>
              <a:gd name="textAreaRight" fmla="*/ 4324320 w 4323600"/>
              <a:gd name="textAreaTop" fmla="*/ 0 h 4608000"/>
              <a:gd name="textAreaBottom" fmla="*/ 4609440 h 4608000"/>
              <a:gd name="GluePoint1X" fmla="*/ 328916 w 3017844"/>
              <a:gd name="GluePoint1Y" fmla="*/ 2179446 h 3183247"/>
              <a:gd name="GluePoint2X" fmla="*/ 30466 w 3017844"/>
              <a:gd name="GluePoint2Y" fmla="*/ 3170046 h 3183247"/>
              <a:gd name="GluePoint3X" fmla="*/ 27504 w 3017844"/>
              <a:gd name="GluePoint3Y" fmla="*/ 3183247 h 3183247"/>
              <a:gd name="GluePoint4X" fmla="*/ 0 w 3017844"/>
              <a:gd name="GluePoint4Y" fmla="*/ 3138693 h 3183247"/>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2945236" h="3138693">
                <a:moveTo>
                  <a:pt x="0" y="3138693"/>
                </a:moveTo>
                <a:lnTo>
                  <a:pt x="1500" y="3126894"/>
                </a:lnTo>
                <a:cubicBezTo>
                  <a:pt x="231547" y="1621315"/>
                  <a:pt x="1347493" y="407251"/>
                  <a:pt x="2800676" y="33364"/>
                </a:cubicBezTo>
                <a:lnTo>
                  <a:pt x="2945236" y="0"/>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82" name="任意多边形: 形状 6"/>
          <p:cNvSpPr/>
          <p:nvPr/>
        </p:nvSpPr>
        <p:spPr>
          <a:xfrm flipH="1" rot="10506000">
            <a:off x="7542000" y="397440"/>
            <a:ext cx="4448160" cy="4739040"/>
          </a:xfrm>
          <a:custGeom>
            <a:avLst/>
            <a:gdLst>
              <a:gd name="textAreaLeft" fmla="*/ -720 w 4448160"/>
              <a:gd name="textAreaRight" fmla="*/ 4448880 w 4448160"/>
              <a:gd name="textAreaTop" fmla="*/ 0 h 4739040"/>
              <a:gd name="textAreaBottom" fmla="*/ 4740120 h 4739040"/>
              <a:gd name="GluePoint1X" fmla="*/ 2962086 w 3092451"/>
              <a:gd name="GluePoint1Y" fmla="*/ 9776 h 3270607"/>
              <a:gd name="GluePoint2X" fmla="*/ 3012498 w 3092451"/>
              <a:gd name="GluePoint2Y" fmla="*/ 0 h 3270607"/>
              <a:gd name="GluePoint3X" fmla="*/ 3092451 w 3092451"/>
              <a:gd name="GluePoint3Y" fmla="*/ 42327 h 3270607"/>
              <a:gd name="GluePoint4X" fmla="*/ 2952423 w 3092451"/>
              <a:gd name="GluePoint4Y" fmla="*/ 67333 h 3270607"/>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3030313" h="3228280">
                <a:moveTo>
                  <a:pt x="3030313" y="0"/>
                </a:moveTo>
                <a:lnTo>
                  <a:pt x="2890285" y="25006"/>
                </a:lnTo>
                <a:cubicBezTo>
                  <a:pt x="1348940" y="340411"/>
                  <a:pt x="162205" y="1629308"/>
                  <a:pt x="536" y="3221241"/>
                </a:cubicBezTo>
                <a:cubicBezTo>
                  <a:pt x="357" y="3223587"/>
                  <a:pt x="179" y="3225934"/>
                  <a:pt x="0" y="3228280"/>
                </a:cubicBez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83" name="任意多边形: 形状 127"/>
          <p:cNvSpPr/>
          <p:nvPr/>
        </p:nvSpPr>
        <p:spPr>
          <a:xfrm flipH="1" rot="10506000">
            <a:off x="8095320" y="-164880"/>
            <a:ext cx="3903840" cy="4644360"/>
          </a:xfrm>
          <a:custGeom>
            <a:avLst/>
            <a:gdLst>
              <a:gd name="textAreaLeft" fmla="*/ -720 w 3903840"/>
              <a:gd name="textAreaRight" fmla="*/ 3904560 w 3903840"/>
              <a:gd name="textAreaTop" fmla="*/ 0 h 4644360"/>
              <a:gd name="textAreaBottom" fmla="*/ 4645800 h 4644360"/>
              <a:gd name="GluePoint1X" fmla="*/ 3954163 w 4045603"/>
              <a:gd name="GluePoint1Y" fmla="*/ 567055 h 4646186"/>
              <a:gd name="GluePoint2X" fmla="*/ 3905507 w 4045603"/>
              <a:gd name="GluePoint2Y" fmla="*/ 0 h 4646186"/>
              <a:gd name="GluePoint3X" fmla="*/ 3567107 w 4045603"/>
              <a:gd name="GluePoint3Y" fmla="*/ 67546 h 4646186"/>
              <a:gd name="GluePoint4X" fmla="*/ 0 w 4045603"/>
              <a:gd name="GluePoint4Y" fmla="*/ 4644643 h 4646186"/>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3905507" h="4646186">
                <a:moveTo>
                  <a:pt x="3905507" y="0"/>
                </a:moveTo>
                <a:lnTo>
                  <a:pt x="3567107" y="67546"/>
                </a:lnTo>
                <a:cubicBezTo>
                  <a:pt x="1517708" y="581295"/>
                  <a:pt x="0" y="2435707"/>
                  <a:pt x="0" y="4644643"/>
                </a:cubicBezTo>
                <a:cubicBezTo>
                  <a:pt x="13" y="4645157"/>
                  <a:pt x="26" y="4645672"/>
                  <a:pt x="39" y="4646186"/>
                </a:cubicBez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84" name="任意多边形: 形状 124"/>
          <p:cNvSpPr/>
          <p:nvPr/>
        </p:nvSpPr>
        <p:spPr>
          <a:xfrm flipH="1" rot="10506000">
            <a:off x="8283240" y="-159120"/>
            <a:ext cx="3724200" cy="4434120"/>
          </a:xfrm>
          <a:custGeom>
            <a:avLst/>
            <a:gdLst>
              <a:gd name="textAreaLeft" fmla="*/ 720 w 3724200"/>
              <a:gd name="textAreaRight" fmla="*/ 3726360 w 3724200"/>
              <a:gd name="textAreaTop" fmla="*/ 0 h 4434120"/>
              <a:gd name="textAreaBottom" fmla="*/ 4435560 h 4434120"/>
              <a:gd name="GluePoint1X" fmla="*/ 3787180 w 3878620"/>
              <a:gd name="GluePoint1Y" fmla="*/ 715349 h 4435247"/>
              <a:gd name="GluePoint2X" fmla="*/ 3725799 w 3878620"/>
              <a:gd name="GluePoint2Y" fmla="*/ 0 h 4435247"/>
              <a:gd name="GluePoint3X" fmla="*/ 3665439 w 3878620"/>
              <a:gd name="GluePoint3Y" fmla="*/ 8632 h 4435247"/>
              <a:gd name="GluePoint4X" fmla="*/ 22575 w 3878620"/>
              <a:gd name="GluePoint4Y" fmla="*/ 3988117 h 4435247"/>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3725799" h="4435247">
                <a:moveTo>
                  <a:pt x="3725799" y="0"/>
                </a:moveTo>
                <a:lnTo>
                  <a:pt x="3665439" y="8632"/>
                </a:lnTo>
                <a:cubicBezTo>
                  <a:pt x="1725033" y="380466"/>
                  <a:pt x="225214" y="1992527"/>
                  <a:pt x="22575" y="3988117"/>
                </a:cubicBezTo>
                <a:lnTo>
                  <a:pt x="0" y="4435247"/>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85" name="任意多边形: 形状 9"/>
          <p:cNvSpPr/>
          <p:nvPr/>
        </p:nvSpPr>
        <p:spPr>
          <a:xfrm flipH="1" rot="10506000">
            <a:off x="7066440" y="2034000"/>
            <a:ext cx="3428280" cy="3656880"/>
          </a:xfrm>
          <a:custGeom>
            <a:avLst/>
            <a:gdLst>
              <a:gd name="textAreaLeft" fmla="*/ 720 w 3428280"/>
              <a:gd name="textAreaRight" fmla="*/ 3430440 w 3428280"/>
              <a:gd name="textAreaTop" fmla="*/ 0 h 3656880"/>
              <a:gd name="textAreaBottom" fmla="*/ 3657600 h 3656880"/>
              <a:gd name="GluePoint1X" fmla="*/ 2114901 w 2335534"/>
              <a:gd name="GluePoint1Y" fmla="*/ 14872 h 2491287"/>
              <a:gd name="GluePoint2X" fmla="*/ 2335534 w 2335534"/>
              <a:gd name="GluePoint2Y" fmla="*/ 0 h 2491287"/>
              <a:gd name="GluePoint3X" fmla="*/ 2166244 w 2335534"/>
              <a:gd name="GluePoint3Y" fmla="*/ 76534 h 2491287"/>
              <a:gd name="GluePoint4X" fmla="*/ 14436 w 2335534"/>
              <a:gd name="GluePoint4Y" fmla="*/ 2448623 h 2491287"/>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2335534" h="2491287">
                <a:moveTo>
                  <a:pt x="2335534" y="0"/>
                </a:moveTo>
                <a:lnTo>
                  <a:pt x="2166244" y="76534"/>
                </a:lnTo>
                <a:cubicBezTo>
                  <a:pt x="1174276" y="554513"/>
                  <a:pt x="396178" y="1406038"/>
                  <a:pt x="14436" y="2448623"/>
                </a:cubicBezTo>
                <a:lnTo>
                  <a:pt x="0" y="2491287"/>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86" name="任意多边形: 形状 16"/>
          <p:cNvSpPr/>
          <p:nvPr/>
        </p:nvSpPr>
        <p:spPr>
          <a:xfrm flipH="1" rot="10506000">
            <a:off x="7094880" y="2736720"/>
            <a:ext cx="2743200" cy="2936880"/>
          </a:xfrm>
          <a:custGeom>
            <a:avLst/>
            <a:gdLst>
              <a:gd name="textAreaLeft" fmla="*/ -720 w 2743200"/>
              <a:gd name="textAreaRight" fmla="*/ 2743920 w 2743200"/>
              <a:gd name="textAreaTop" fmla="*/ 0 h 2936880"/>
              <a:gd name="textAreaBottom" fmla="*/ 2938320 h 2936880"/>
              <a:gd name="GluePoint1X" fmla="*/ 720197 w 2006436"/>
              <a:gd name="GluePoint1Y" fmla="*/ 1027963 h 2148811"/>
              <a:gd name="GluePoint2X" fmla="*/ 14075 w 2006436"/>
              <a:gd name="GluePoint2Y" fmla="*/ 2123638 h 2148811"/>
              <a:gd name="GluePoint3X" fmla="*/ 0 w 2006436"/>
              <a:gd name="GluePoint3Y" fmla="*/ 2148811 h 2148811"/>
              <a:gd name="GluePoint4X" fmla="*/ 70 w 2006436"/>
              <a:gd name="GluePoint4Y" fmla="*/ 2009948 h 2148811"/>
              <a:gd name="GluePoint5X" fmla="*/ 1638 w 2006436"/>
              <a:gd name="GluePoint5Y" fmla="*/ 1999672 h 2148811"/>
            </a:gdLst>
            <a:ahLst/>
            <a:cxnLst>
              <a:cxn ang="0">
                <a:pos x="GluePoint1X" y="GluePoint1Y"/>
              </a:cxn>
              <a:cxn ang="0">
                <a:pos x="GluePoint2X" y="GluePoint2Y"/>
              </a:cxn>
              <a:cxn ang="0">
                <a:pos x="GluePoint3X" y="GluePoint3Y"/>
              </a:cxn>
              <a:cxn ang="0">
                <a:pos x="GluePoint4X" y="GluePoint4Y"/>
              </a:cxn>
              <a:cxn ang="0">
                <a:pos x="GluePoint5X" y="GluePoint5Y"/>
              </a:cxn>
            </a:cxnLst>
            <a:rect l="textAreaLeft" t="textAreaTop" r="textAreaRight" b="textAreaBottom"/>
            <a:pathLst>
              <a:path w="1869053" h="2000692">
                <a:moveTo>
                  <a:pt x="0" y="2000692"/>
                </a:moveTo>
                <a:lnTo>
                  <a:pt x="1568" y="1990416"/>
                </a:lnTo>
                <a:lnTo>
                  <a:pt x="15892" y="1958733"/>
                </a:lnTo>
                <a:cubicBezTo>
                  <a:pt x="389303" y="1183777"/>
                  <a:pt x="981584" y="534133"/>
                  <a:pt x="1712542" y="89993"/>
                </a:cubicBezTo>
                <a:lnTo>
                  <a:pt x="1869053" y="0"/>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87" name="任意多边形: 形状 17"/>
          <p:cNvSpPr/>
          <p:nvPr/>
        </p:nvSpPr>
        <p:spPr>
          <a:xfrm flipH="1" rot="10506000">
            <a:off x="7128360" y="1531800"/>
            <a:ext cx="3835080" cy="4082400"/>
          </a:xfrm>
          <a:custGeom>
            <a:avLst/>
            <a:gdLst>
              <a:gd name="textAreaLeft" fmla="*/ 720 w 3835080"/>
              <a:gd name="textAreaRight" fmla="*/ 3837240 w 3835080"/>
              <a:gd name="textAreaTop" fmla="*/ 0 h 4082400"/>
              <a:gd name="textAreaBottom" fmla="*/ 4083480 h 4082400"/>
              <a:gd name="GluePoint1X" fmla="*/ 2151789 w 2692052"/>
              <a:gd name="GluePoint1Y" fmla="*/ 261907 h 2832246"/>
              <a:gd name="GluePoint2X" fmla="*/ 1478689 w 2692052"/>
              <a:gd name="GluePoint2Y" fmla="*/ 661957 h 2832246"/>
              <a:gd name="GluePoint3X" fmla="*/ 964339 w 2692052"/>
              <a:gd name="GluePoint3Y" fmla="*/ 1150907 h 2832246"/>
              <a:gd name="GluePoint4X" fmla="*/ 564289 w 2692052"/>
              <a:gd name="GluePoint4Y" fmla="*/ 1633507 h 2832246"/>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2612863" h="2781134">
                <a:moveTo>
                  <a:pt x="0" y="2781134"/>
                </a:moveTo>
                <a:lnTo>
                  <a:pt x="35434" y="2656357"/>
                </a:lnTo>
                <a:cubicBezTo>
                  <a:pt x="414818" y="1436598"/>
                  <a:pt x="1348392" y="461005"/>
                  <a:pt x="2541633" y="24101"/>
                </a:cubicBezTo>
                <a:lnTo>
                  <a:pt x="2612863" y="0"/>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88" name="任意多边形: 形状 18"/>
          <p:cNvSpPr/>
          <p:nvPr/>
        </p:nvSpPr>
        <p:spPr>
          <a:xfrm flipH="1" rot="10506000">
            <a:off x="7241400" y="1079640"/>
            <a:ext cx="4133160" cy="4399200"/>
          </a:xfrm>
          <a:custGeom>
            <a:avLst/>
            <a:gdLst>
              <a:gd name="textAreaLeft" fmla="*/ 720 w 4133160"/>
              <a:gd name="textAreaRight" fmla="*/ 4135320 w 4133160"/>
              <a:gd name="textAreaTop" fmla="*/ 0 h 4399200"/>
              <a:gd name="textAreaBottom" fmla="*/ 4400640 h 4399200"/>
              <a:gd name="GluePoint1X" fmla="*/ 2644879 w 2852093"/>
              <a:gd name="GluePoint1Y" fmla="*/ 27487 h 3028139"/>
              <a:gd name="GluePoint2X" fmla="*/ 2740621 w 2852093"/>
              <a:gd name="GluePoint2Y" fmla="*/ 0 h 3028139"/>
              <a:gd name="GluePoint3X" fmla="*/ 2814697 w 2852093"/>
              <a:gd name="GluePoint3Y" fmla="*/ 17806 h 3028139"/>
              <a:gd name="GluePoint4X" fmla="*/ 2852093 w 2852093"/>
              <a:gd name="GluePoint4Y" fmla="*/ 31493 h 3028139"/>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2815694" h="2996646">
                <a:moveTo>
                  <a:pt x="2815694" y="0"/>
                </a:moveTo>
                <a:lnTo>
                  <a:pt x="2686366" y="36725"/>
                </a:lnTo>
                <a:cubicBezTo>
                  <a:pt x="1390883" y="439662"/>
                  <a:pt x="382022" y="1493150"/>
                  <a:pt x="41909" y="2815064"/>
                </a:cubicBezTo>
                <a:lnTo>
                  <a:pt x="0" y="2996646"/>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89" name="任意多边形: 形状 133"/>
          <p:cNvSpPr/>
          <p:nvPr/>
        </p:nvSpPr>
        <p:spPr>
          <a:xfrm flipH="1" rot="10506000">
            <a:off x="7709040" y="142920"/>
            <a:ext cx="4286520" cy="4781520"/>
          </a:xfrm>
          <a:custGeom>
            <a:avLst/>
            <a:gdLst>
              <a:gd name="textAreaLeft" fmla="*/ 720 w 4286520"/>
              <a:gd name="textAreaRight" fmla="*/ 4288680 w 4286520"/>
              <a:gd name="textAreaTop" fmla="*/ 0 h 4781520"/>
              <a:gd name="textAreaBottom" fmla="*/ 4782960 h 4781520"/>
              <a:gd name="GluePoint1X" fmla="*/ 4304865 w 4396305"/>
              <a:gd name="GluePoint1Y" fmla="*/ 195751 h 4782905"/>
              <a:gd name="GluePoint2X" fmla="*/ 4288068 w 4396305"/>
              <a:gd name="GluePoint2Y" fmla="*/ 0 h 4782905"/>
              <a:gd name="GluePoint3X" fmla="*/ 3928555 w 4396305"/>
              <a:gd name="GluePoint3Y" fmla="*/ 70602 h 4782905"/>
              <a:gd name="GluePoint4X" fmla="*/ 17839 w 4396305"/>
              <a:gd name="GluePoint4Y" fmla="*/ 4548292 h 4782905"/>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4288068" h="4782905">
                <a:moveTo>
                  <a:pt x="4288068" y="0"/>
                </a:moveTo>
                <a:lnTo>
                  <a:pt x="3928555" y="70602"/>
                </a:lnTo>
                <a:cubicBezTo>
                  <a:pt x="1835095" y="574619"/>
                  <a:pt x="240192" y="2358551"/>
                  <a:pt x="17839" y="4548292"/>
                </a:cubicBezTo>
                <a:lnTo>
                  <a:pt x="0" y="4782905"/>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90" name="任意多边形: 形状 130"/>
          <p:cNvSpPr/>
          <p:nvPr/>
        </p:nvSpPr>
        <p:spPr>
          <a:xfrm flipH="1" rot="10506000">
            <a:off x="7884720" y="-79920"/>
            <a:ext cx="4107600" cy="4792680"/>
          </a:xfrm>
          <a:custGeom>
            <a:avLst/>
            <a:gdLst>
              <a:gd name="textAreaLeft" fmla="*/ -720 w 4107600"/>
              <a:gd name="textAreaRight" fmla="*/ 4108320 w 4107600"/>
              <a:gd name="textAreaTop" fmla="*/ 0 h 4792680"/>
              <a:gd name="textAreaBottom" fmla="*/ 4794120 h 4792680"/>
              <a:gd name="GluePoint1X" fmla="*/ 4141638 w 4233078"/>
              <a:gd name="GluePoint1Y" fmla="*/ 380598 h 4794215"/>
              <a:gd name="GluePoint2X" fmla="*/ 4108980 w 4233078"/>
              <a:gd name="GluePoint2Y" fmla="*/ 0 h 4794215"/>
              <a:gd name="GluePoint3X" fmla="*/ 3989868 w 4233078"/>
              <a:gd name="GluePoint3Y" fmla="*/ 17610 h 4794215"/>
              <a:gd name="GluePoint4X" fmla="*/ 4531 w 4233078"/>
              <a:gd name="GluePoint4Y" fmla="*/ 4615010 h 4794215"/>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4108980" h="4794215">
                <a:moveTo>
                  <a:pt x="4108980" y="0"/>
                </a:moveTo>
                <a:lnTo>
                  <a:pt x="3989868" y="17610"/>
                </a:lnTo>
                <a:cubicBezTo>
                  <a:pt x="1795783" y="445192"/>
                  <a:pt x="120627" y="2324411"/>
                  <a:pt x="4531" y="4615010"/>
                </a:cubicBezTo>
                <a:cubicBezTo>
                  <a:pt x="3020" y="4674745"/>
                  <a:pt x="1511" y="4734480"/>
                  <a:pt x="0" y="4794215"/>
                </a:cubicBez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91" name="任意多边形: 形状 121"/>
          <p:cNvSpPr/>
          <p:nvPr/>
        </p:nvSpPr>
        <p:spPr>
          <a:xfrm flipH="1" rot="10506000">
            <a:off x="8479440" y="-151200"/>
            <a:ext cx="3537360" cy="4214160"/>
          </a:xfrm>
          <a:custGeom>
            <a:avLst/>
            <a:gdLst>
              <a:gd name="textAreaLeft" fmla="*/ -720 w 3537360"/>
              <a:gd name="textAreaRight" fmla="*/ 3538080 w 3537360"/>
              <a:gd name="textAreaTop" fmla="*/ 0 h 4214160"/>
              <a:gd name="textAreaBottom" fmla="*/ 4215600 h 4214160"/>
              <a:gd name="GluePoint1X" fmla="*/ 3612025 w 3703465"/>
              <a:gd name="GluePoint1Y" fmla="*/ 853309 h 4214790"/>
              <a:gd name="GluePoint2X" fmla="*/ 3538807 w 3703465"/>
              <a:gd name="GluePoint2Y" fmla="*/ 0 h 4214790"/>
              <a:gd name="GluePoint3X" fmla="*/ 3499564 w 3703465"/>
              <a:gd name="GluePoint3Y" fmla="*/ 5613 h 4214790"/>
              <a:gd name="GluePoint4X" fmla="*/ 20639 w 3703465"/>
              <a:gd name="GluePoint4Y" fmla="*/ 3806010 h 4214790"/>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3538807" h="4214790">
                <a:moveTo>
                  <a:pt x="3538807" y="0"/>
                </a:moveTo>
                <a:lnTo>
                  <a:pt x="3499564" y="5613"/>
                </a:lnTo>
                <a:cubicBezTo>
                  <a:pt x="1646482" y="360713"/>
                  <a:pt x="214158" y="1900228"/>
                  <a:pt x="20639" y="3806010"/>
                </a:cubicBezTo>
                <a:lnTo>
                  <a:pt x="0" y="4214790"/>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92" name="任意多边形: 形状 118"/>
          <p:cNvSpPr/>
          <p:nvPr/>
        </p:nvSpPr>
        <p:spPr>
          <a:xfrm flipH="1" rot="10506000">
            <a:off x="8676360" y="-141840"/>
            <a:ext cx="3349440" cy="3992040"/>
          </a:xfrm>
          <a:custGeom>
            <a:avLst/>
            <a:gdLst>
              <a:gd name="textAreaLeft" fmla="*/ -720 w 3349440"/>
              <a:gd name="textAreaRight" fmla="*/ 3350160 w 3349440"/>
              <a:gd name="textAreaTop" fmla="*/ 0 h 3992040"/>
              <a:gd name="textAreaBottom" fmla="*/ 3993480 h 3992040"/>
              <a:gd name="GluePoint1X" fmla="*/ 3435065 w 3526505"/>
              <a:gd name="GluePoint1Y" fmla="*/ 979859 h 3993354"/>
              <a:gd name="GluePoint2X" fmla="*/ 3350988 w 3526505"/>
              <a:gd name="GluePoint2Y" fmla="*/ 0 h 3993354"/>
              <a:gd name="GluePoint3X" fmla="*/ 3332955 w 3526505"/>
              <a:gd name="GluePoint3Y" fmla="*/ 2579 h 3993354"/>
              <a:gd name="GluePoint4X" fmla="*/ 18694 w 3526505"/>
              <a:gd name="GluePoint4Y" fmla="*/ 3623095 h 3993354"/>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3350988" h="3993354">
                <a:moveTo>
                  <a:pt x="3350988" y="0"/>
                </a:moveTo>
                <a:lnTo>
                  <a:pt x="3332955" y="2579"/>
                </a:lnTo>
                <a:cubicBezTo>
                  <a:pt x="1567581" y="340872"/>
                  <a:pt x="203053" y="1807517"/>
                  <a:pt x="18694" y="3623095"/>
                </a:cubicBezTo>
                <a:lnTo>
                  <a:pt x="0" y="3993354"/>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93" name="任意多边形: 形状 115"/>
          <p:cNvSpPr/>
          <p:nvPr/>
        </p:nvSpPr>
        <p:spPr>
          <a:xfrm flipH="1" rot="10506000">
            <a:off x="8872200" y="-132480"/>
            <a:ext cx="3163320" cy="3771360"/>
          </a:xfrm>
          <a:custGeom>
            <a:avLst/>
            <a:gdLst>
              <a:gd name="textAreaLeft" fmla="*/ 720 w 3163320"/>
              <a:gd name="textAreaRight" fmla="*/ 3165480 w 3163320"/>
              <a:gd name="textAreaTop" fmla="*/ 0 h 3771360"/>
              <a:gd name="textAreaBottom" fmla="*/ 3771720 h 3771360"/>
              <a:gd name="GluePoint1X" fmla="*/ 3257626 w 3349066"/>
              <a:gd name="GluePoint1Y" fmla="*/ 1081231 h 3773592"/>
              <a:gd name="GluePoint2X" fmla="*/ 3164851 w 3349066"/>
              <a:gd name="GluePoint2Y" fmla="*/ 0 h 3773592"/>
              <a:gd name="GluePoint3X" fmla="*/ 2814251 w 3349066"/>
              <a:gd name="GluePoint3Y" fmla="*/ 84359 h 3773592"/>
              <a:gd name="GluePoint4X" fmla="*/ 16767 w 3349066"/>
              <a:gd name="GluePoint4Y" fmla="*/ 3441508 h 3773592"/>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3164851" h="3773592">
                <a:moveTo>
                  <a:pt x="3164851" y="0"/>
                </a:moveTo>
                <a:lnTo>
                  <a:pt x="2814251" y="84359"/>
                </a:lnTo>
                <a:cubicBezTo>
                  <a:pt x="1309770" y="521817"/>
                  <a:pt x="179528" y="1838638"/>
                  <a:pt x="16767" y="3441508"/>
                </a:cubicBezTo>
                <a:lnTo>
                  <a:pt x="0" y="3773592"/>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94" name="任意多边形: 形状 112"/>
          <p:cNvSpPr/>
          <p:nvPr/>
        </p:nvSpPr>
        <p:spPr>
          <a:xfrm flipH="1" rot="10506000">
            <a:off x="9049680" y="-125640"/>
            <a:ext cx="2993760" cy="3569400"/>
          </a:xfrm>
          <a:custGeom>
            <a:avLst/>
            <a:gdLst>
              <a:gd name="textAreaLeft" fmla="*/ -720 w 2993760"/>
              <a:gd name="textAreaRight" fmla="*/ 2994480 w 2993760"/>
              <a:gd name="textAreaTop" fmla="*/ 0 h 3569400"/>
              <a:gd name="textAreaBottom" fmla="*/ 3570840 h 3569400"/>
              <a:gd name="GluePoint1X" fmla="*/ 3095132 w 3186572"/>
              <a:gd name="GluePoint1Y" fmla="*/ 1166743 h 3571337"/>
              <a:gd name="GluePoint2X" fmla="*/ 2995020 w 3186572"/>
              <a:gd name="GluePoint2Y" fmla="*/ 0 h 3571337"/>
              <a:gd name="GluePoint3X" fmla="*/ 2680178 w 3186572"/>
              <a:gd name="GluePoint3Y" fmla="*/ 75755 h 3571337"/>
              <a:gd name="GluePoint4X" fmla="*/ 15007 w 3186572"/>
              <a:gd name="GluePoint4Y" fmla="*/ 3274119 h 3571337"/>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2995020" h="3571337">
                <a:moveTo>
                  <a:pt x="2995020" y="0"/>
                </a:moveTo>
                <a:lnTo>
                  <a:pt x="2680178" y="75755"/>
                </a:lnTo>
                <a:cubicBezTo>
                  <a:pt x="1246854" y="492521"/>
                  <a:pt x="170070" y="1747060"/>
                  <a:pt x="15007" y="3274119"/>
                </a:cubicBezTo>
                <a:lnTo>
                  <a:pt x="0" y="3571337"/>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95" name="任意多边形: 形状 109"/>
          <p:cNvSpPr/>
          <p:nvPr/>
        </p:nvSpPr>
        <p:spPr>
          <a:xfrm flipH="1" rot="10506000">
            <a:off x="9254520" y="-117360"/>
            <a:ext cx="2799720" cy="3339000"/>
          </a:xfrm>
          <a:custGeom>
            <a:avLst/>
            <a:gdLst>
              <a:gd name="textAreaLeft" fmla="*/ 720 w 2799720"/>
              <a:gd name="textAreaRight" fmla="*/ 2801880 w 2799720"/>
              <a:gd name="textAreaTop" fmla="*/ 0 h 3339000"/>
              <a:gd name="textAreaBottom" fmla="*/ 3340440 h 3339000"/>
              <a:gd name="GluePoint1X" fmla="*/ 2907576 w 2999016"/>
              <a:gd name="GluePoint1Y" fmla="*/ 1242950 h 3340194"/>
              <a:gd name="GluePoint2X" fmla="*/ 2800924 w 2999016"/>
              <a:gd name="GluePoint2Y" fmla="*/ 0 h 3340194"/>
              <a:gd name="GluePoint3X" fmla="*/ 2526951 w 2999016"/>
              <a:gd name="GluePoint3Y" fmla="*/ 65921 h 3340194"/>
              <a:gd name="GluePoint4X" fmla="*/ 12994 w 2999016"/>
              <a:gd name="GluePoint4Y" fmla="*/ 3082818 h 3340194"/>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2800924" h="3340194">
                <a:moveTo>
                  <a:pt x="2800924" y="0"/>
                </a:moveTo>
                <a:lnTo>
                  <a:pt x="2526951" y="65921"/>
                </a:lnTo>
                <a:cubicBezTo>
                  <a:pt x="1174950" y="459042"/>
                  <a:pt x="159259" y="1642401"/>
                  <a:pt x="12994" y="3082818"/>
                </a:cubicBezTo>
                <a:lnTo>
                  <a:pt x="0" y="3340194"/>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96" name="任意多边形: 形状 106"/>
          <p:cNvSpPr/>
          <p:nvPr/>
        </p:nvSpPr>
        <p:spPr>
          <a:xfrm flipH="1" rot="10506000">
            <a:off x="9437400" y="-108000"/>
            <a:ext cx="2624760" cy="3130920"/>
          </a:xfrm>
          <a:custGeom>
            <a:avLst/>
            <a:gdLst>
              <a:gd name="textAreaLeft" fmla="*/ 720 w 2624760"/>
              <a:gd name="textAreaRight" fmla="*/ 2626920 w 2624760"/>
              <a:gd name="textAreaTop" fmla="*/ 0 h 3130920"/>
              <a:gd name="textAreaBottom" fmla="*/ 3132360 h 3130920"/>
              <a:gd name="GluePoint1X" fmla="*/ 2737327 w 2828767"/>
              <a:gd name="GluePoint1Y" fmla="*/ 1294665 h 3132161"/>
              <a:gd name="GluePoint2X" fmla="*/ 2626238 w 2828767"/>
              <a:gd name="GluePoint2Y" fmla="*/ 0 h 3132161"/>
              <a:gd name="GluePoint3X" fmla="*/ 2389046 w 2828767"/>
              <a:gd name="GluePoint3Y" fmla="*/ 57071 h 3132161"/>
              <a:gd name="GluePoint4X" fmla="*/ 11184 w 2828767"/>
              <a:gd name="GluePoint4Y" fmla="*/ 2910647 h 3132161"/>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2626238" h="3132161">
                <a:moveTo>
                  <a:pt x="2626238" y="0"/>
                </a:moveTo>
                <a:lnTo>
                  <a:pt x="2389046" y="57071"/>
                </a:lnTo>
                <a:cubicBezTo>
                  <a:pt x="1110238" y="428910"/>
                  <a:pt x="149531" y="1548208"/>
                  <a:pt x="11184" y="2910647"/>
                </a:cubicBezTo>
                <a:lnTo>
                  <a:pt x="0" y="3132161"/>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97" name="任意多边形: 形状 100"/>
          <p:cNvSpPr/>
          <p:nvPr/>
        </p:nvSpPr>
        <p:spPr>
          <a:xfrm flipH="1" rot="10506000">
            <a:off x="9608760" y="-102600"/>
            <a:ext cx="2462400" cy="2937960"/>
          </a:xfrm>
          <a:custGeom>
            <a:avLst/>
            <a:gdLst>
              <a:gd name="textAreaLeft" fmla="*/ -720 w 2462400"/>
              <a:gd name="textAreaRight" fmla="*/ 2463120 w 2462400"/>
              <a:gd name="textAreaTop" fmla="*/ 0 h 2937960"/>
              <a:gd name="textAreaBottom" fmla="*/ 2939400 h 2937960"/>
              <a:gd name="GluePoint1X" fmla="*/ 3712449 w 3831197"/>
              <a:gd name="GluePoint1Y" fmla="*/ 152245 h 2962385"/>
              <a:gd name="GluePoint2X" fmla="*/ 3831197 w 3831197"/>
              <a:gd name="GluePoint2Y" fmla="*/ 25916 h 2962385"/>
              <a:gd name="GluePoint3X" fmla="*/ 3699385 w 3831197"/>
              <a:gd name="GluePoint3Y" fmla="*/ 0 h 2962385"/>
              <a:gd name="GluePoint4X" fmla="*/ 3712449 w 3831197"/>
              <a:gd name="GluePoint4Y" fmla="*/ 152245 h 2962385"/>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2463816" h="2938740">
                <a:moveTo>
                  <a:pt x="2463816" y="0"/>
                </a:moveTo>
                <a:lnTo>
                  <a:pt x="2260826" y="48842"/>
                </a:lnTo>
                <a:cubicBezTo>
                  <a:pt x="1050068" y="400893"/>
                  <a:pt x="140486" y="1460628"/>
                  <a:pt x="9502" y="2750565"/>
                </a:cubicBezTo>
                <a:lnTo>
                  <a:pt x="0" y="2938740"/>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98" name="任意多边形: 形状 103"/>
          <p:cNvSpPr/>
          <p:nvPr/>
        </p:nvSpPr>
        <p:spPr>
          <a:xfrm flipH="1" rot="10506000">
            <a:off x="9788400" y="-93600"/>
            <a:ext cx="2291040" cy="2733480"/>
          </a:xfrm>
          <a:custGeom>
            <a:avLst/>
            <a:gdLst>
              <a:gd name="textAreaLeft" fmla="*/ -720 w 2291040"/>
              <a:gd name="textAreaRight" fmla="*/ 2291760 w 2291040"/>
              <a:gd name="textAreaTop" fmla="*/ 0 h 2733480"/>
              <a:gd name="textAreaBottom" fmla="*/ 2734920 h 2733480"/>
              <a:gd name="GluePoint1X" fmla="*/ 3543454 w 3550854"/>
              <a:gd name="GluePoint1Y" fmla="*/ 174590 h 2755357"/>
              <a:gd name="GluePoint2X" fmla="*/ 3550854 w 3550854"/>
              <a:gd name="GluePoint2Y" fmla="*/ 3416 h 2755357"/>
              <a:gd name="GluePoint3X" fmla="*/ 3528473 w 3550854"/>
              <a:gd name="GluePoint3Y" fmla="*/ 0 h 2755357"/>
              <a:gd name="GluePoint4X" fmla="*/ 3543454 w 3550854"/>
              <a:gd name="GluePoint4Y" fmla="*/ 174590 h 2755357"/>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2292632" h="2734880">
                <a:moveTo>
                  <a:pt x="2292632" y="0"/>
                </a:moveTo>
                <a:lnTo>
                  <a:pt x="2125687" y="40169"/>
                </a:lnTo>
                <a:cubicBezTo>
                  <a:pt x="986652" y="371366"/>
                  <a:pt x="130951" y="1368324"/>
                  <a:pt x="7726" y="2581848"/>
                </a:cubicBezTo>
                <a:lnTo>
                  <a:pt x="0" y="2734880"/>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99" name="任意多边形: 形状 94"/>
          <p:cNvSpPr/>
          <p:nvPr/>
        </p:nvSpPr>
        <p:spPr>
          <a:xfrm flipH="1" rot="10506000">
            <a:off x="9949320" y="-86040"/>
            <a:ext cx="2137320" cy="2549880"/>
          </a:xfrm>
          <a:custGeom>
            <a:avLst/>
            <a:gdLst>
              <a:gd name="textAreaLeft" fmla="*/ 720 w 2137320"/>
              <a:gd name="textAreaRight" fmla="*/ 2139480 w 2137320"/>
              <a:gd name="textAreaTop" fmla="*/ 0 h 2549880"/>
              <a:gd name="textAreaBottom" fmla="*/ 2551320 h 2549880"/>
              <a:gd name="GluePoint1X" fmla="*/ 3390617 w 3390617"/>
              <a:gd name="GluePoint1Y" fmla="*/ 183198 h 2566238"/>
              <a:gd name="GluePoint2X" fmla="*/ 3374898 w 3390617"/>
              <a:gd name="GluePoint2Y" fmla="*/ 0 h 2566238"/>
              <a:gd name="GluePoint3X" fmla="*/ 3390617 w 3390617"/>
              <a:gd name="GluePoint3Y" fmla="*/ 183198 h 2566238"/>
              <a:gd name="GluePoint4X" fmla="*/ 0 w 3390617"/>
              <a:gd name="GluePoint4Y" fmla="*/ 2566238 h 2566238"/>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2138572" h="2551414">
                <a:moveTo>
                  <a:pt x="2138572" y="0"/>
                </a:moveTo>
                <a:lnTo>
                  <a:pt x="2004062" y="32364"/>
                </a:lnTo>
                <a:cubicBezTo>
                  <a:pt x="929578" y="344792"/>
                  <a:pt x="122371" y="1285252"/>
                  <a:pt x="6130" y="2430004"/>
                </a:cubicBezTo>
                <a:lnTo>
                  <a:pt x="0" y="2551414"/>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100" name="任意多边形: 形状 97"/>
          <p:cNvSpPr/>
          <p:nvPr/>
        </p:nvSpPr>
        <p:spPr>
          <a:xfrm flipH="1" rot="10506000">
            <a:off x="10101240" y="-80280"/>
            <a:ext cx="1993680" cy="2379240"/>
          </a:xfrm>
          <a:custGeom>
            <a:avLst/>
            <a:gdLst>
              <a:gd name="textAreaLeft" fmla="*/ -720 w 1993680"/>
              <a:gd name="textAreaRight" fmla="*/ 1994400 w 1993680"/>
              <a:gd name="textAreaTop" fmla="*/ 0 h 2379240"/>
              <a:gd name="textAreaBottom" fmla="*/ 2380680 h 2379240"/>
              <a:gd name="GluePoint1X" fmla="*/ 3247441 w 3247441"/>
              <a:gd name="GluePoint1Y" fmla="*/ 176150 h 2388211"/>
              <a:gd name="GluePoint2X" fmla="*/ 3232327 w 3247441"/>
              <a:gd name="GluePoint2Y" fmla="*/ 0 h 2388211"/>
              <a:gd name="GluePoint3X" fmla="*/ 3247441 w 3247441"/>
              <a:gd name="GluePoint3Y" fmla="*/ 176150 h 2388211"/>
              <a:gd name="GluePoint4X" fmla="*/ 0 w 3247441"/>
              <a:gd name="GluePoint4Y" fmla="*/ 2388211 h 2388211"/>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1995359" h="2380863">
                <a:moveTo>
                  <a:pt x="1995359" y="0"/>
                </a:moveTo>
                <a:lnTo>
                  <a:pt x="1891005" y="25109"/>
                </a:lnTo>
                <a:cubicBezTo>
                  <a:pt x="876524" y="320088"/>
                  <a:pt x="114395" y="1208028"/>
                  <a:pt x="4645" y="2288853"/>
                </a:cubicBezTo>
                <a:lnTo>
                  <a:pt x="0" y="2380863"/>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101" name="任意多边形: 形状 91"/>
          <p:cNvSpPr/>
          <p:nvPr/>
        </p:nvSpPr>
        <p:spPr>
          <a:xfrm flipH="1" rot="10506000">
            <a:off x="10251720" y="-73080"/>
            <a:ext cx="1848240" cy="2205000"/>
          </a:xfrm>
          <a:custGeom>
            <a:avLst/>
            <a:gdLst>
              <a:gd name="textAreaLeft" fmla="*/ -720 w 1848240"/>
              <a:gd name="textAreaRight" fmla="*/ 1848960 w 1848240"/>
              <a:gd name="textAreaTop" fmla="*/ 0 h 2205000"/>
              <a:gd name="textAreaBottom" fmla="*/ 2205360 h 2205000"/>
              <a:gd name="GluePoint1X" fmla="*/ 3101494 w 3221135"/>
              <a:gd name="GluePoint1Y" fmla="*/ 163645 h 2207585"/>
              <a:gd name="GluePoint2X" fmla="*/ 3221135 w 3221135"/>
              <a:gd name="GluePoint2Y" fmla="*/ 36184 h 2207585"/>
              <a:gd name="GluePoint3X" fmla="*/ 3087752 w 3221135"/>
              <a:gd name="GluePoint3Y" fmla="*/ 3494 h 2207585"/>
              <a:gd name="GluePoint4X" fmla="*/ 3101494 w 3221135"/>
              <a:gd name="GluePoint4Y" fmla="*/ 163645 h 2207585"/>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1849854" h="2207585">
                <a:moveTo>
                  <a:pt x="1849854" y="0"/>
                </a:moveTo>
                <a:lnTo>
                  <a:pt x="1776137" y="17738"/>
                </a:lnTo>
                <a:cubicBezTo>
                  <a:pt x="822621" y="294991"/>
                  <a:pt x="106291" y="1129571"/>
                  <a:pt x="3137" y="2145444"/>
                </a:cubicBezTo>
                <a:lnTo>
                  <a:pt x="0" y="2207585"/>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102" name="任意多边形: 形状 83"/>
          <p:cNvSpPr/>
          <p:nvPr/>
        </p:nvSpPr>
        <p:spPr>
          <a:xfrm flipH="1" rot="10506000">
            <a:off x="10416600" y="-65520"/>
            <a:ext cx="1691640" cy="2009520"/>
          </a:xfrm>
          <a:custGeom>
            <a:avLst/>
            <a:gdLst>
              <a:gd name="textAreaLeft" fmla="*/ 720 w 1691640"/>
              <a:gd name="textAreaRight" fmla="*/ 1693800 w 1691640"/>
              <a:gd name="textAreaTop" fmla="*/ 0 h 2009520"/>
              <a:gd name="textAreaBottom" fmla="*/ 2010600 h 2009520"/>
              <a:gd name="GluePoint1X" fmla="*/ 2942292 w 2983139"/>
              <a:gd name="GluePoint1Y" fmla="*/ 138056 h 2011644"/>
              <a:gd name="GluePoint2X" fmla="*/ 2983139 w 2983139"/>
              <a:gd name="GluePoint2Y" fmla="*/ 13891 h 2011644"/>
              <a:gd name="GluePoint3X" fmla="*/ 2930598 w 2983139"/>
              <a:gd name="GluePoint3Y" fmla="*/ 1780 h 2011644"/>
              <a:gd name="GluePoint4X" fmla="*/ 2942292 w 2983139"/>
              <a:gd name="GluePoint4Y" fmla="*/ 138056 h 2011644"/>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1692848" h="2011644">
                <a:moveTo>
                  <a:pt x="1692848" y="0"/>
                </a:moveTo>
                <a:lnTo>
                  <a:pt x="1450924" y="70211"/>
                </a:lnTo>
                <a:cubicBezTo>
                  <a:pt x="665008" y="380153"/>
                  <a:pt x="90124" y="1109131"/>
                  <a:pt x="1503" y="1981879"/>
                </a:cubicBezTo>
                <a:lnTo>
                  <a:pt x="0" y="2011644"/>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103" name="任意多边形: 形状 74"/>
          <p:cNvSpPr/>
          <p:nvPr/>
        </p:nvSpPr>
        <p:spPr>
          <a:xfrm flipH="1" rot="10506000">
            <a:off x="10728720" y="-54360"/>
            <a:ext cx="1395000" cy="1660320"/>
          </a:xfrm>
          <a:custGeom>
            <a:avLst/>
            <a:gdLst>
              <a:gd name="textAreaLeft" fmla="*/ 720 w 1395000"/>
              <a:gd name="textAreaRight" fmla="*/ 1397160 w 1395000"/>
              <a:gd name="textAreaTop" fmla="*/ 0 h 1660320"/>
              <a:gd name="textAreaBottom" fmla="*/ 1661760 h 1660320"/>
              <a:gd name="GluePoint1X" fmla="*/ 1396099 w 2676094"/>
              <a:gd name="GluePoint1Y" fmla="*/ 0 h 1662070"/>
              <a:gd name="GluePoint2X" fmla="*/ 1289233 w 2676094"/>
              <a:gd name="GluePoint2Y" fmla="*/ 28870 h 1662070"/>
              <a:gd name="GluePoint3X" fmla="*/ 25423 w 2676094"/>
              <a:gd name="GluePoint3Y" fmla="*/ 1495464 h 1662070"/>
              <a:gd name="GluePoint4X" fmla="*/ 0 w 2676094"/>
              <a:gd name="GluePoint4Y" fmla="*/ 1662070 h 1662070"/>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1396099" h="1662070">
                <a:moveTo>
                  <a:pt x="1396099" y="0"/>
                </a:moveTo>
                <a:lnTo>
                  <a:pt x="1289233" y="28870"/>
                </a:lnTo>
                <a:cubicBezTo>
                  <a:pt x="649948" y="262972"/>
                  <a:pt x="164425" y="816097"/>
                  <a:pt x="25423" y="1495464"/>
                </a:cubicBezTo>
                <a:lnTo>
                  <a:pt x="0" y="1662070"/>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104" name="任意多边形: 形状 77"/>
          <p:cNvSpPr/>
          <p:nvPr/>
        </p:nvSpPr>
        <p:spPr>
          <a:xfrm flipH="1" rot="10506000">
            <a:off x="10877040" y="-46440"/>
            <a:ext cx="1250640" cy="1492560"/>
          </a:xfrm>
          <a:custGeom>
            <a:avLst/>
            <a:gdLst>
              <a:gd name="textAreaLeft" fmla="*/ -720 w 1250640"/>
              <a:gd name="textAreaRight" fmla="*/ 1251360 w 1250640"/>
              <a:gd name="textAreaTop" fmla="*/ 0 h 1492560"/>
              <a:gd name="textAreaBottom" fmla="*/ 1494000 h 1492560"/>
              <a:gd name="GluePoint1X" fmla="*/ 1359023 w 1450463"/>
              <a:gd name="GluePoint1Y" fmla="*/ 1242430 h 1493935"/>
              <a:gd name="GluePoint2X" fmla="*/ 1252415 w 1450463"/>
              <a:gd name="GluePoint2Y" fmla="*/ 0 h 1493935"/>
              <a:gd name="GluePoint3X" fmla="*/ 1184988 w 1450463"/>
              <a:gd name="GluePoint3Y" fmla="*/ 18216 h 1493935"/>
              <a:gd name="GluePoint4X" fmla="*/ 18654 w 1450463"/>
              <a:gd name="GluePoint4Y" fmla="*/ 1371695 h 1493935"/>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1252415" h="1493935">
                <a:moveTo>
                  <a:pt x="1252415" y="0"/>
                </a:moveTo>
                <a:lnTo>
                  <a:pt x="1184988" y="18216"/>
                </a:lnTo>
                <a:cubicBezTo>
                  <a:pt x="595010" y="234262"/>
                  <a:pt x="146936" y="744726"/>
                  <a:pt x="18654" y="1371695"/>
                </a:cubicBezTo>
                <a:lnTo>
                  <a:pt x="0" y="1493935"/>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105" name="任意多边形: 形状 47"/>
          <p:cNvSpPr/>
          <p:nvPr/>
        </p:nvSpPr>
        <p:spPr>
          <a:xfrm flipH="1" rot="10506000">
            <a:off x="11979720" y="1080"/>
            <a:ext cx="200520" cy="240120"/>
          </a:xfrm>
          <a:custGeom>
            <a:avLst/>
            <a:gdLst>
              <a:gd name="textAreaLeft" fmla="*/ 720 w 200520"/>
              <a:gd name="textAreaRight" fmla="*/ 202680 w 200520"/>
              <a:gd name="textAreaTop" fmla="*/ 0 h 240120"/>
              <a:gd name="textAreaBottom" fmla="*/ 240480 h 240120"/>
              <a:gd name="GluePoint1X" fmla="*/ 221266 w 312706"/>
              <a:gd name="GluePoint1Y" fmla="*/ 223634 h 315074"/>
              <a:gd name="GluePoint2X" fmla="*/ 202077 w 312706"/>
              <a:gd name="GluePoint2Y" fmla="*/ 0 h 315074"/>
              <a:gd name="GluePoint3X" fmla="*/ 159333 w 312706"/>
              <a:gd name="GluePoint3Y" fmla="*/ 30379 h 315074"/>
              <a:gd name="GluePoint4X" fmla="*/ 41048 w 312706"/>
              <a:gd name="GluePoint4Y" fmla="*/ 166986 h 315074"/>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202077" h="242620">
                <a:moveTo>
                  <a:pt x="202077" y="0"/>
                </a:moveTo>
                <a:lnTo>
                  <a:pt x="159333" y="30379"/>
                </a:lnTo>
                <a:cubicBezTo>
                  <a:pt x="114688" y="70961"/>
                  <a:pt x="74931" y="116826"/>
                  <a:pt x="41048" y="166986"/>
                </a:cubicBezTo>
                <a:lnTo>
                  <a:pt x="0" y="242620"/>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106" name="任意多边形: 形状 53"/>
          <p:cNvSpPr/>
          <p:nvPr/>
        </p:nvSpPr>
        <p:spPr>
          <a:xfrm flipH="1" rot="10506000">
            <a:off x="11631600" y="-15480"/>
            <a:ext cx="533880" cy="645480"/>
          </a:xfrm>
          <a:custGeom>
            <a:avLst/>
            <a:gdLst>
              <a:gd name="textAreaLeft" fmla="*/ 720 w 533880"/>
              <a:gd name="textAreaRight" fmla="*/ 536040 w 533880"/>
              <a:gd name="textAreaTop" fmla="*/ 0 h 645480"/>
              <a:gd name="textAreaBottom" fmla="*/ 646920 h 645480"/>
              <a:gd name="GluePoint1X" fmla="*/ 586582 w 678022"/>
              <a:gd name="GluePoint1Y" fmla="*/ 596584 h 688024"/>
              <a:gd name="GluePoint2X" fmla="*/ 535392 w 678022"/>
              <a:gd name="GluePoint2Y" fmla="*/ 0 h 688024"/>
              <a:gd name="GluePoint3X" fmla="*/ 425863 w 678022"/>
              <a:gd name="GluePoint3Y" fmla="*/ 62963 h 688024"/>
              <a:gd name="GluePoint4X" fmla="*/ 33247 w 678022"/>
              <a:gd name="GluePoint4Y" fmla="*/ 539799 h 688024"/>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535392" h="646916">
                <a:moveTo>
                  <a:pt x="535392" y="0"/>
                </a:moveTo>
                <a:lnTo>
                  <a:pt x="425863" y="62963"/>
                </a:lnTo>
                <a:cubicBezTo>
                  <a:pt x="252910" y="179822"/>
                  <a:pt x="115502" y="345305"/>
                  <a:pt x="33247" y="539799"/>
                </a:cubicBezTo>
                <a:lnTo>
                  <a:pt x="0" y="646916"/>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107" name="任意多边形: 形状 50"/>
          <p:cNvSpPr/>
          <p:nvPr/>
        </p:nvSpPr>
        <p:spPr>
          <a:xfrm flipH="1" rot="10506000">
            <a:off x="11794320" y="-7560"/>
            <a:ext cx="377640" cy="455760"/>
          </a:xfrm>
          <a:custGeom>
            <a:avLst/>
            <a:gdLst>
              <a:gd name="textAreaLeft" fmla="*/ 720 w 377640"/>
              <a:gd name="textAreaRight" fmla="*/ 379800 w 377640"/>
              <a:gd name="textAreaTop" fmla="*/ 0 h 455760"/>
              <a:gd name="textAreaBottom" fmla="*/ 457200 h 455760"/>
              <a:gd name="GluePoint1X" fmla="*/ 415479 w 506919"/>
              <a:gd name="GluePoint1Y" fmla="*/ 421348 h 512788"/>
              <a:gd name="GluePoint2X" fmla="*/ 379325 w 506919"/>
              <a:gd name="GluePoint2Y" fmla="*/ 0 h 512788"/>
              <a:gd name="GluePoint3X" fmla="*/ 344103 w 506919"/>
              <a:gd name="GluePoint3Y" fmla="*/ 20248 h 512788"/>
              <a:gd name="GluePoint4X" fmla="*/ 9381 w 506919"/>
              <a:gd name="GluePoint4Y" fmla="*/ 426772 h 512788"/>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379325" h="456998">
                <a:moveTo>
                  <a:pt x="379325" y="0"/>
                </a:moveTo>
                <a:lnTo>
                  <a:pt x="344103" y="20248"/>
                </a:lnTo>
                <a:cubicBezTo>
                  <a:pt x="196654" y="119875"/>
                  <a:pt x="79507" y="260957"/>
                  <a:pt x="9381" y="426772"/>
                </a:cubicBezTo>
                <a:lnTo>
                  <a:pt x="0" y="456998"/>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108" name="任意多边形: 形状 65"/>
          <p:cNvSpPr/>
          <p:nvPr/>
        </p:nvSpPr>
        <p:spPr>
          <a:xfrm flipH="1" rot="10506000">
            <a:off x="11327760" y="-27360"/>
            <a:ext cx="824040" cy="984240"/>
          </a:xfrm>
          <a:custGeom>
            <a:avLst/>
            <a:gdLst>
              <a:gd name="textAreaLeft" fmla="*/ 720 w 824040"/>
              <a:gd name="textAreaRight" fmla="*/ 826200 w 824040"/>
              <a:gd name="textAreaTop" fmla="*/ 0 h 984240"/>
              <a:gd name="textAreaBottom" fmla="*/ 985680 h 984240"/>
              <a:gd name="GluePoint1X" fmla="*/ 903428 w 994868"/>
              <a:gd name="GluePoint1Y" fmla="*/ 908160 h 999600"/>
              <a:gd name="GluePoint2X" fmla="*/ 825503 w 994868"/>
              <a:gd name="GluePoint2Y" fmla="*/ 0 h 999600"/>
              <a:gd name="GluePoint3X" fmla="*/ 750494 w 994868"/>
              <a:gd name="GluePoint3Y" fmla="*/ 29558 h 999600"/>
              <a:gd name="GluePoint4X" fmla="*/ 77440 w 994868"/>
              <a:gd name="GluePoint4Y" fmla="*/ 736181 h 999600"/>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825503" h="985679">
                <a:moveTo>
                  <a:pt x="825503" y="0"/>
                </a:moveTo>
                <a:lnTo>
                  <a:pt x="750494" y="29558"/>
                </a:lnTo>
                <a:cubicBezTo>
                  <a:pt x="448938" y="174881"/>
                  <a:pt x="208333" y="426677"/>
                  <a:pt x="77440" y="736181"/>
                </a:cubicBezTo>
                <a:lnTo>
                  <a:pt x="0" y="985679"/>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109" name="任意多边形: 形状 59"/>
          <p:cNvSpPr/>
          <p:nvPr/>
        </p:nvSpPr>
        <p:spPr>
          <a:xfrm flipH="1" rot="10506000">
            <a:off x="11481120" y="-20520"/>
            <a:ext cx="676080" cy="813960"/>
          </a:xfrm>
          <a:custGeom>
            <a:avLst/>
            <a:gdLst>
              <a:gd name="textAreaLeft" fmla="*/ -720 w 676080"/>
              <a:gd name="textAreaRight" fmla="*/ 676800 w 676080"/>
              <a:gd name="textAreaTop" fmla="*/ 0 h 813960"/>
              <a:gd name="textAreaBottom" fmla="*/ 815040 h 813960"/>
              <a:gd name="GluePoint1X" fmla="*/ 742235 w 833675"/>
              <a:gd name="GluePoint1Y" fmla="*/ 752012 h 843452"/>
              <a:gd name="GluePoint2X" fmla="*/ 677710 w 833675"/>
              <a:gd name="GluePoint2Y" fmla="*/ 0 h 843452"/>
              <a:gd name="GluePoint3X" fmla="*/ 654567 w 833675"/>
              <a:gd name="GluePoint3Y" fmla="*/ 9120 h 843452"/>
              <a:gd name="GluePoint4X" fmla="*/ 54956 w 833675"/>
              <a:gd name="GluePoint4Y" fmla="*/ 638637 h 843452"/>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677710" h="815699">
                <a:moveTo>
                  <a:pt x="677710" y="0"/>
                </a:moveTo>
                <a:lnTo>
                  <a:pt x="654567" y="9120"/>
                </a:lnTo>
                <a:cubicBezTo>
                  <a:pt x="385916" y="138585"/>
                  <a:pt x="171567" y="362905"/>
                  <a:pt x="54956" y="638637"/>
                </a:cubicBezTo>
                <a:lnTo>
                  <a:pt x="0" y="815699"/>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110" name="任意多边形: 形状 68"/>
          <p:cNvSpPr/>
          <p:nvPr/>
        </p:nvSpPr>
        <p:spPr>
          <a:xfrm flipH="1" rot="10506000">
            <a:off x="11038320" y="-39600"/>
            <a:ext cx="1100880" cy="1321200"/>
          </a:xfrm>
          <a:custGeom>
            <a:avLst/>
            <a:gdLst>
              <a:gd name="textAreaLeft" fmla="*/ -720 w 1100880"/>
              <a:gd name="textAreaRight" fmla="*/ 1101600 w 1100880"/>
              <a:gd name="textAreaTop" fmla="*/ 0 h 1321200"/>
              <a:gd name="textAreaBottom" fmla="*/ 1322640 h 1321200"/>
              <a:gd name="GluePoint1X" fmla="*/ 1204103 w 1295543"/>
              <a:gd name="GluePoint1Y" fmla="*/ 1187291 h 1322555"/>
              <a:gd name="GluePoint2X" fmla="*/ 1102227 w 1295543"/>
              <a:gd name="GluePoint2Y" fmla="*/ 0 h 1322555"/>
              <a:gd name="GluePoint3X" fmla="*/ 1074916 w 1295543"/>
              <a:gd name="GluePoint3Y" fmla="*/ 7378 h 1322555"/>
              <a:gd name="GluePoint4X" fmla="*/ 7737 w 1295543"/>
              <a:gd name="GluePoint4Y" fmla="*/ 1245792 h 1322555"/>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1102227" h="1322555">
                <a:moveTo>
                  <a:pt x="1102227" y="0"/>
                </a:moveTo>
                <a:lnTo>
                  <a:pt x="1074916" y="7378"/>
                </a:lnTo>
                <a:cubicBezTo>
                  <a:pt x="535095" y="205058"/>
                  <a:pt x="125113" y="672125"/>
                  <a:pt x="7737" y="1245792"/>
                </a:cubicBezTo>
                <a:lnTo>
                  <a:pt x="0" y="1322555"/>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111" name="任意多边形: 形状 71"/>
          <p:cNvSpPr/>
          <p:nvPr/>
        </p:nvSpPr>
        <p:spPr>
          <a:xfrm flipH="1" rot="10506000">
            <a:off x="11179800" y="-34560"/>
            <a:ext cx="963000" cy="1155240"/>
          </a:xfrm>
          <a:custGeom>
            <a:avLst/>
            <a:gdLst>
              <a:gd name="textAreaLeft" fmla="*/ 720 w 963000"/>
              <a:gd name="textAreaRight" fmla="*/ 965160 w 963000"/>
              <a:gd name="textAreaTop" fmla="*/ 0 h 1155240"/>
              <a:gd name="textAreaBottom" fmla="*/ 1156680 h 1155240"/>
              <a:gd name="GluePoint1X" fmla="*/ 1055982 w 1147422"/>
              <a:gd name="GluePoint1Y" fmla="*/ 1066021 h 1157461"/>
              <a:gd name="GluePoint2X" fmla="*/ 964511 w 1147422"/>
              <a:gd name="GluePoint2Y" fmla="*/ 0 h 1157461"/>
              <a:gd name="GluePoint3X" fmla="*/ 740170 w 1147422"/>
              <a:gd name="GluePoint3Y" fmla="*/ 104674 h 1157461"/>
              <a:gd name="GluePoint4X" fmla="*/ 3394 w 1147422"/>
              <a:gd name="GluePoint4Y" fmla="*/ 1122952 h 1157461"/>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964511" h="1156630">
                <a:moveTo>
                  <a:pt x="964511" y="0"/>
                </a:moveTo>
                <a:lnTo>
                  <a:pt x="740170" y="104674"/>
                </a:lnTo>
                <a:cubicBezTo>
                  <a:pt x="366685" y="319460"/>
                  <a:pt x="92491" y="687490"/>
                  <a:pt x="3394" y="1122952"/>
                </a:cubicBezTo>
                <a:lnTo>
                  <a:pt x="0" y="1156630"/>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112" name="KSO_TEMPLATE" hidden="1"/>
          <p:cNvSpPr/>
          <p:nvPr/>
        </p:nvSpPr>
        <p:spPr>
          <a:xfrm>
            <a:off x="0" y="0"/>
            <a:ext cx="360" cy="360"/>
          </a:xfrm>
          <a:prstGeom prst="rect">
            <a:avLst/>
          </a:prstGeom>
          <a:solidFill>
            <a:schemeClr val="accent1"/>
          </a:solidFill>
          <a:ln>
            <a:solidFill>
              <a:srgbClr val="ad822f"/>
            </a:solidFill>
          </a:ln>
        </p:spPr>
        <p:style>
          <a:lnRef idx="2">
            <a:schemeClr val="accent1">
              <a:shade val="50000"/>
            </a:schemeClr>
          </a:lnRef>
          <a:fillRef idx="1">
            <a:schemeClr val="accent1"/>
          </a:fillRef>
          <a:effectRef idx="0">
            <a:schemeClr val="accent1"/>
          </a:effectRef>
          <a:fontRef idx="minor"/>
        </p:style>
        <p:txBody>
          <a:bodyPr lIns="90000" rIns="90000" tIns="-44280" bIns="-44280" anchor="ctr">
            <a:noAutofit/>
          </a:bodyPr>
          <a:p>
            <a:pPr algn="ctr" defTabSz="914400">
              <a:lnSpc>
                <a:spcPct val="100000"/>
              </a:lnSpc>
            </a:pPr>
            <a:endParaRPr lang="en-US" sz="1800" b="0" u="none" strike="noStrike">
              <a:solidFill>
                <a:schemeClr val="lt1"/>
              </a:solidFill>
              <a:effectLst/>
              <a:uFillTx/>
              <a:latin typeface="Arial"/>
              <a:ea typeface="微软雅黑"/>
            </a:endParaRPr>
          </a:p>
        </p:txBody>
      </p:sp>
      <p:sp>
        <p:nvSpPr>
          <p:cNvPr id="113" name="PlaceHolder 1"/>
          <p:cNvSpPr>
            <a:spLocks noGrp="1"/>
          </p:cNvSpPr>
          <p:nvPr>
            <p:ph type="title"/>
          </p:nvPr>
        </p:nvSpPr>
        <p:spPr>
          <a:xfrm>
            <a:off x="695880" y="360000"/>
            <a:ext cx="10798560" cy="718560"/>
          </a:xfrm>
          <a:prstGeom prst="rect">
            <a:avLst/>
          </a:prstGeom>
          <a:noFill/>
          <a:ln w="0">
            <a:noFill/>
          </a:ln>
        </p:spPr>
        <p:txBody>
          <a:bodyPr lIns="0" rIns="0" tIns="0" bIns="0" anchor="b">
            <a:normAutofit/>
          </a:bodyPr>
          <a:p>
            <a:pPr indent="0" defTabSz="914400">
              <a:lnSpc>
                <a:spcPct val="100000"/>
              </a:lnSpc>
              <a:buNone/>
              <a:tabLst>
                <a:tab algn="l" pos="0"/>
              </a:tabLst>
            </a:pPr>
            <a:r>
              <a:rPr lang="zh-CN" sz="3200" b="1" u="none" strike="noStrike">
                <a:solidFill>
                  <a:schemeClr val="dk1">
                    <a:lumMod val="75000"/>
                    <a:lumOff val="25000"/>
                  </a:schemeClr>
                </a:solidFill>
                <a:effectLst/>
                <a:uFillTx/>
                <a:latin typeface="Arial"/>
                <a:ea typeface="微软雅黑"/>
              </a:rPr>
              <a:t>单击此处编辑母版标题样式</a:t>
            </a:r>
            <a:endParaRPr lang="en-US" sz="3200" b="0" u="none" strike="noStrike">
              <a:solidFill>
                <a:srgbClr val="000000"/>
              </a:solidFill>
              <a:effectLst/>
              <a:uFillTx/>
              <a:latin typeface="Arial"/>
            </a:endParaRPr>
          </a:p>
        </p:txBody>
      </p:sp>
      <p:sp>
        <p:nvSpPr>
          <p:cNvPr id="114" name="PlaceHolder 2"/>
          <p:cNvSpPr>
            <a:spLocks noGrp="1"/>
          </p:cNvSpPr>
          <p:nvPr>
            <p:ph type="body"/>
          </p:nvPr>
        </p:nvSpPr>
        <p:spPr>
          <a:xfrm>
            <a:off x="695880" y="1301760"/>
            <a:ext cx="10798560" cy="4872240"/>
          </a:xfrm>
          <a:prstGeom prst="rect">
            <a:avLst/>
          </a:prstGeom>
          <a:noFill/>
          <a:ln w="0">
            <a:noFill/>
          </a:ln>
        </p:spPr>
        <p:txBody>
          <a:bodyPr lIns="0" rIns="0" tIns="0" bIns="0" anchor="t">
            <a:normAutofit/>
          </a:bodyPr>
          <a:p>
            <a:pPr marL="228600" indent="-228600" defTabSz="914400">
              <a:lnSpc>
                <a:spcPct val="130000"/>
              </a:lnSpc>
              <a:spcBef>
                <a:spcPts val="1001"/>
              </a:spcBef>
              <a:buClr>
                <a:srgbClr val="000000"/>
              </a:buClr>
              <a:buFont typeface="Arial"/>
              <a:buChar char="•"/>
            </a:pPr>
            <a:r>
              <a:rPr lang="zh-CN" sz="2400" b="0" u="none" strike="noStrike">
                <a:solidFill>
                  <a:schemeClr val="dk1"/>
                </a:solidFill>
                <a:effectLst/>
                <a:uFillTx/>
                <a:latin typeface="Arial"/>
                <a:ea typeface="微软雅黑"/>
              </a:rPr>
              <a:t>单击此处编辑母版文本样式</a:t>
            </a:r>
            <a:endParaRPr lang="en-US" sz="2400" b="0" u="none" strike="noStrike">
              <a:solidFill>
                <a:srgbClr val="000000"/>
              </a:solidFill>
              <a:effectLst/>
              <a:uFillTx/>
              <a:latin typeface="Arial"/>
            </a:endParaRPr>
          </a:p>
          <a:p>
            <a:pPr marL="538560" lvl="1" indent="-206280" defTabSz="914400">
              <a:lnSpc>
                <a:spcPct val="130000"/>
              </a:lnSpc>
              <a:buClr>
                <a:srgbClr val="595959"/>
              </a:buClr>
              <a:buFont typeface="Arial"/>
              <a:buChar char="•"/>
            </a:pPr>
            <a:r>
              <a:rPr lang="zh-CN" sz="2000" b="0" u="none" strike="noStrike">
                <a:solidFill>
                  <a:schemeClr val="dk1">
                    <a:lumMod val="65000"/>
                    <a:lumOff val="35000"/>
                  </a:schemeClr>
                </a:solidFill>
                <a:effectLst/>
                <a:uFillTx/>
                <a:latin typeface="Arial"/>
                <a:ea typeface="微软雅黑"/>
              </a:rPr>
              <a:t>第二级</a:t>
            </a:r>
            <a:endParaRPr lang="en-US" sz="2000" b="0" u="none" strike="noStrike">
              <a:solidFill>
                <a:srgbClr val="000000"/>
              </a:solidFill>
              <a:effectLst/>
              <a:uFillTx/>
              <a:latin typeface="Arial"/>
            </a:endParaRPr>
          </a:p>
          <a:p>
            <a:pPr marL="798840" lvl="2" indent="-162000" defTabSz="914400">
              <a:lnSpc>
                <a:spcPct val="130000"/>
              </a:lnSpc>
              <a:buClr>
                <a:srgbClr val="595959"/>
              </a:buClr>
              <a:buFont typeface="Arial"/>
              <a:buChar char="•"/>
            </a:pPr>
            <a:r>
              <a:rPr lang="zh-CN" sz="1800" b="0" u="none" strike="noStrike">
                <a:solidFill>
                  <a:schemeClr val="dk1">
                    <a:lumMod val="65000"/>
                    <a:lumOff val="35000"/>
                  </a:schemeClr>
                </a:solidFill>
                <a:effectLst/>
                <a:uFillTx/>
                <a:latin typeface="Arial"/>
                <a:ea typeface="微软雅黑"/>
              </a:rPr>
              <a:t>第三级</a:t>
            </a:r>
            <a:endParaRPr lang="en-US" sz="1800" b="0" u="none" strike="noStrike">
              <a:solidFill>
                <a:srgbClr val="000000"/>
              </a:solidFill>
              <a:effectLst/>
              <a:uFillTx/>
              <a:latin typeface="Arial"/>
            </a:endParaRPr>
          </a:p>
          <a:p>
            <a:pPr marL="1030680" lvl="3" indent="-149400" defTabSz="914400">
              <a:lnSpc>
                <a:spcPct val="130000"/>
              </a:lnSpc>
              <a:buClr>
                <a:srgbClr val="595959"/>
              </a:buClr>
              <a:buFont typeface="Arial"/>
              <a:buChar char="•"/>
            </a:pPr>
            <a:r>
              <a:rPr lang="zh-CN" sz="1600" b="0" u="none" strike="noStrike">
                <a:solidFill>
                  <a:schemeClr val="dk1">
                    <a:lumMod val="65000"/>
                    <a:lumOff val="35000"/>
                  </a:schemeClr>
                </a:solidFill>
                <a:effectLst/>
                <a:uFillTx/>
                <a:latin typeface="Arial"/>
                <a:ea typeface="微软雅黑"/>
              </a:rPr>
              <a:t>第四级</a:t>
            </a:r>
            <a:endParaRPr lang="en-US" sz="1600" b="0" u="none" strike="noStrike">
              <a:solidFill>
                <a:srgbClr val="000000"/>
              </a:solidFill>
              <a:effectLst/>
              <a:uFillTx/>
              <a:latin typeface="Arial"/>
            </a:endParaRPr>
          </a:p>
          <a:p>
            <a:pPr marL="1235160" lvl="4" indent="-127080" defTabSz="914400">
              <a:lnSpc>
                <a:spcPct val="130000"/>
              </a:lnSpc>
              <a:buClr>
                <a:srgbClr val="595959"/>
              </a:buClr>
              <a:buFont typeface="Arial"/>
              <a:buChar char="•"/>
            </a:pPr>
            <a:r>
              <a:rPr lang="zh-CN" sz="1400" b="0" u="none" strike="noStrike">
                <a:solidFill>
                  <a:schemeClr val="dk1">
                    <a:lumMod val="65000"/>
                    <a:lumOff val="35000"/>
                  </a:schemeClr>
                </a:solidFill>
                <a:effectLst/>
                <a:uFillTx/>
                <a:latin typeface="Arial"/>
                <a:ea typeface="微软雅黑"/>
              </a:rPr>
              <a:t>第五级</a:t>
            </a:r>
            <a:endParaRPr lang="en-US" sz="1400" b="0" u="none" strike="noStrike">
              <a:solidFill>
                <a:srgbClr val="000000"/>
              </a:solidFill>
              <a:effectLst/>
              <a:uFillTx/>
              <a:latin typeface="Arial"/>
            </a:endParaRPr>
          </a:p>
        </p:txBody>
      </p:sp>
      <p:sp>
        <p:nvSpPr>
          <p:cNvPr id="115" name="PlaceHolder 3"/>
          <p:cNvSpPr>
            <a:spLocks noGrp="1"/>
          </p:cNvSpPr>
          <p:nvPr>
            <p:ph type="dt" idx="4"/>
          </p:nvPr>
        </p:nvSpPr>
        <p:spPr>
          <a:xfrm>
            <a:off x="695880" y="6356520"/>
            <a:ext cx="2741760" cy="363600"/>
          </a:xfrm>
          <a:prstGeom prst="rect">
            <a:avLst/>
          </a:prstGeom>
          <a:noFill/>
          <a:ln w="0">
            <a:noFill/>
          </a:ln>
        </p:spPr>
        <p:txBody>
          <a:bodyPr lIns="91440" rIns="91440" tIns="45720" bIns="45720" anchor="ctr">
            <a:normAutofit/>
          </a:bodyPr>
          <a:lstStyle>
            <a:lvl1pPr indent="0">
              <a:lnSpc>
                <a:spcPct val="100000"/>
              </a:lnSpc>
              <a:buNone/>
              <a:tabLst>
                <a:tab algn="l" pos="0"/>
              </a:tabLst>
              <a:defRPr lang="en-US" sz="1400" b="0" u="none" strike="noStrike">
                <a:solidFill>
                  <a:srgbClr val="000000"/>
                </a:solidFill>
                <a:effectLst/>
                <a:uFillTx/>
                <a:latin typeface="Times New Roman"/>
              </a:defRPr>
            </a:lvl1pPr>
          </a:lstStyle>
          <a:p>
            <a:pPr indent="0">
              <a:lnSpc>
                <a:spcPct val="100000"/>
              </a:lnSpc>
              <a:buNone/>
              <a:tabLst>
                <a:tab algn="l" pos="0"/>
              </a:tabLst>
            </a:pPr>
            <a:r>
              <a:rPr lang="en-US" sz="1400" b="0" u="none" strike="noStrike">
                <a:solidFill>
                  <a:srgbClr val="000000"/>
                </a:solidFill>
                <a:effectLst/>
                <a:uFillTx/>
                <a:latin typeface="Times New Roman"/>
              </a:rPr>
              <a:t>&lt;date/time&gt;</a:t>
            </a:r>
            <a:endParaRPr lang="en-US" sz="1400" b="0" u="none" strike="noStrike">
              <a:solidFill>
                <a:srgbClr val="000000"/>
              </a:solidFill>
              <a:effectLst/>
              <a:uFillTx/>
              <a:latin typeface="Times New Roman"/>
            </a:endParaRPr>
          </a:p>
        </p:txBody>
      </p:sp>
      <p:sp>
        <p:nvSpPr>
          <p:cNvPr id="116" name="PlaceHolder 4"/>
          <p:cNvSpPr>
            <a:spLocks noGrp="1"/>
          </p:cNvSpPr>
          <p:nvPr>
            <p:ph type="ftr" idx="5"/>
          </p:nvPr>
        </p:nvSpPr>
        <p:spPr>
          <a:xfrm>
            <a:off x="4038480" y="6356520"/>
            <a:ext cx="4113360" cy="36360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n-US" sz="1400" b="0" u="none" strike="noStrike">
                <a:solidFill>
                  <a:srgbClr val="000000"/>
                </a:solidFill>
                <a:effectLst/>
                <a:uFillTx/>
                <a:latin typeface="Times New Roman"/>
              </a:defRPr>
            </a:lvl1pPr>
          </a:lstStyle>
          <a:p>
            <a:pPr indent="0" algn="ctr">
              <a:lnSpc>
                <a:spcPct val="100000"/>
              </a:lnSpc>
              <a:buNone/>
              <a:tabLst>
                <a:tab algn="l" pos="0"/>
              </a:tabLst>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117" name="PlaceHolder 5"/>
          <p:cNvSpPr>
            <a:spLocks noGrp="1"/>
          </p:cNvSpPr>
          <p:nvPr>
            <p:ph type="sldNum" idx="6"/>
          </p:nvPr>
        </p:nvSpPr>
        <p:spPr>
          <a:xfrm>
            <a:off x="8754120" y="6356520"/>
            <a:ext cx="2741760" cy="363600"/>
          </a:xfrm>
          <a:prstGeom prst="rect">
            <a:avLst/>
          </a:prstGeom>
          <a:noFill/>
          <a:ln w="0">
            <a:noFill/>
          </a:ln>
        </p:spPr>
        <p:txBody>
          <a:bodyPr lIns="91440" rIns="91440" tIns="45720" bIns="45720" anchor="ctr">
            <a:normAutofit fontScale="70000" lnSpcReduction="19999"/>
          </a:bodyPr>
          <a:p>
            <a:pPr indent="0">
              <a:buNone/>
            </a:pPr>
            <a:endParaRPr lang="en-US" sz="1800" b="0" u="none" strike="noStrike">
              <a:solidFill>
                <a:srgbClr val="000000"/>
              </a:solidFill>
              <a:effectLst/>
              <a:uFillTx/>
              <a:latin typeface="Times New Roman"/>
            </a:endParaRP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目录">
    <p:bg>
      <p:bgPr>
        <a:solidFill>
          <a:srgbClr val="fbf4ea"/>
        </a:solidFill>
      </p:bgPr>
    </p:bg>
    <p:spTree>
      <p:nvGrpSpPr>
        <p:cNvPr id="1" name=""/>
        <p:cNvGrpSpPr/>
        <p:nvPr/>
      </p:nvGrpSpPr>
      <p:grpSpPr>
        <a:xfrm>
          <a:off x="0" y="0"/>
          <a:ext cx="0" cy="0"/>
          <a:chOff x="0" y="0"/>
          <a:chExt cx="0" cy="0"/>
        </a:xfrm>
      </p:grpSpPr>
      <p:sp>
        <p:nvSpPr>
          <p:cNvPr id="118" name="任意多边形: 形状 80" hidden="1"/>
          <p:cNvSpPr/>
          <p:nvPr/>
        </p:nvSpPr>
        <p:spPr>
          <a:xfrm flipH="1" rot="10506000">
            <a:off x="10570680" y="-60480"/>
            <a:ext cx="1543680" cy="1835280"/>
          </a:xfrm>
          <a:custGeom>
            <a:avLst/>
            <a:gdLst>
              <a:gd name="textAreaLeft" fmla="*/ -720 w 1543680"/>
              <a:gd name="textAreaRight" fmla="*/ 1544400 w 1543680"/>
              <a:gd name="textAreaTop" fmla="*/ 0 h 1835280"/>
              <a:gd name="textAreaBottom" fmla="*/ 1836720 h 1835280"/>
              <a:gd name="GluePoint1X" fmla="*/ 2792134 w 2792134"/>
              <a:gd name="GluePoint1Y" fmla="*/ 114232 h 1836002"/>
              <a:gd name="GluePoint2X" fmla="*/ 2783173 w 2792134"/>
              <a:gd name="GluePoint2Y" fmla="*/ 9795 h 1836002"/>
              <a:gd name="GluePoint3X" fmla="*/ 2792134 w 2792134"/>
              <a:gd name="GluePoint3Y" fmla="*/ 114232 h 1836002"/>
              <a:gd name="GluePoint4X" fmla="*/ 0 w 2792134"/>
              <a:gd name="GluePoint4Y" fmla="*/ 1836002 h 1836002"/>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1544734" h="1836002">
                <a:moveTo>
                  <a:pt x="1544734" y="0"/>
                </a:moveTo>
                <a:lnTo>
                  <a:pt x="1397073" y="39891"/>
                </a:lnTo>
                <a:cubicBezTo>
                  <a:pt x="706781" y="292672"/>
                  <a:pt x="182520" y="889930"/>
                  <a:pt x="32427" y="1623501"/>
                </a:cubicBezTo>
                <a:lnTo>
                  <a:pt x="0" y="1836002"/>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119" name="任意多边形: 形状 4" hidden="1"/>
          <p:cNvSpPr/>
          <p:nvPr/>
        </p:nvSpPr>
        <p:spPr>
          <a:xfrm flipH="1" rot="10506000">
            <a:off x="7315560" y="3581280"/>
            <a:ext cx="1772280" cy="1882440"/>
          </a:xfrm>
          <a:custGeom>
            <a:avLst/>
            <a:gdLst>
              <a:gd name="textAreaLeft" fmla="*/ 720 w 1772280"/>
              <a:gd name="textAreaRight" fmla="*/ 1774440 w 1772280"/>
              <a:gd name="textAreaTop" fmla="*/ 0 h 1882440"/>
              <a:gd name="textAreaBottom" fmla="*/ 1883160 h 1882440"/>
              <a:gd name="GluePoint1X" fmla="*/ 1042541 w 1207728"/>
              <a:gd name="GluePoint1Y" fmla="*/ 79574 h 1283476"/>
              <a:gd name="GluePoint2X" fmla="*/ 1207728 w 1207728"/>
              <a:gd name="GluePoint2Y" fmla="*/ 0 h 1283476"/>
              <a:gd name="GluePoint3X" fmla="*/ 1136917 w 1207728"/>
              <a:gd name="GluePoint3Y" fmla="*/ 50355 h 1283476"/>
              <a:gd name="GluePoint4X" fmla="*/ 79165 w 1207728"/>
              <a:gd name="GluePoint4Y" fmla="*/ 1159992 h 1283476"/>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1207728" h="1283476">
                <a:moveTo>
                  <a:pt x="1207728" y="0"/>
                </a:moveTo>
                <a:lnTo>
                  <a:pt x="1136917" y="50355"/>
                </a:lnTo>
                <a:cubicBezTo>
                  <a:pt x="725367" y="358134"/>
                  <a:pt x="367298" y="733498"/>
                  <a:pt x="79165" y="1159992"/>
                </a:cubicBezTo>
                <a:lnTo>
                  <a:pt x="0" y="1283476"/>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120" name="任意多边形: 形状 5" hidden="1"/>
          <p:cNvSpPr/>
          <p:nvPr/>
        </p:nvSpPr>
        <p:spPr>
          <a:xfrm flipH="1" rot="10506000">
            <a:off x="7380720" y="710640"/>
            <a:ext cx="4323600" cy="4608000"/>
          </a:xfrm>
          <a:custGeom>
            <a:avLst/>
            <a:gdLst>
              <a:gd name="textAreaLeft" fmla="*/ -720 w 4323600"/>
              <a:gd name="textAreaRight" fmla="*/ 4324320 w 4323600"/>
              <a:gd name="textAreaTop" fmla="*/ 0 h 4608000"/>
              <a:gd name="textAreaBottom" fmla="*/ 4609440 h 4608000"/>
              <a:gd name="GluePoint1X" fmla="*/ 328916 w 3017844"/>
              <a:gd name="GluePoint1Y" fmla="*/ 2179446 h 3183247"/>
              <a:gd name="GluePoint2X" fmla="*/ 30466 w 3017844"/>
              <a:gd name="GluePoint2Y" fmla="*/ 3170046 h 3183247"/>
              <a:gd name="GluePoint3X" fmla="*/ 27504 w 3017844"/>
              <a:gd name="GluePoint3Y" fmla="*/ 3183247 h 3183247"/>
              <a:gd name="GluePoint4X" fmla="*/ 0 w 3017844"/>
              <a:gd name="GluePoint4Y" fmla="*/ 3138693 h 3183247"/>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2945236" h="3138693">
                <a:moveTo>
                  <a:pt x="0" y="3138693"/>
                </a:moveTo>
                <a:lnTo>
                  <a:pt x="1500" y="3126894"/>
                </a:lnTo>
                <a:cubicBezTo>
                  <a:pt x="231547" y="1621315"/>
                  <a:pt x="1347493" y="407251"/>
                  <a:pt x="2800676" y="33364"/>
                </a:cubicBezTo>
                <a:lnTo>
                  <a:pt x="2945236" y="0"/>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121" name="任意多边形: 形状 6" hidden="1"/>
          <p:cNvSpPr/>
          <p:nvPr/>
        </p:nvSpPr>
        <p:spPr>
          <a:xfrm flipH="1" rot="10506000">
            <a:off x="7542000" y="397440"/>
            <a:ext cx="4448160" cy="4739040"/>
          </a:xfrm>
          <a:custGeom>
            <a:avLst/>
            <a:gdLst>
              <a:gd name="textAreaLeft" fmla="*/ -720 w 4448160"/>
              <a:gd name="textAreaRight" fmla="*/ 4448880 w 4448160"/>
              <a:gd name="textAreaTop" fmla="*/ 0 h 4739040"/>
              <a:gd name="textAreaBottom" fmla="*/ 4740120 h 4739040"/>
              <a:gd name="GluePoint1X" fmla="*/ 2962086 w 3092451"/>
              <a:gd name="GluePoint1Y" fmla="*/ 9776 h 3270607"/>
              <a:gd name="GluePoint2X" fmla="*/ 3012498 w 3092451"/>
              <a:gd name="GluePoint2Y" fmla="*/ 0 h 3270607"/>
              <a:gd name="GluePoint3X" fmla="*/ 3092451 w 3092451"/>
              <a:gd name="GluePoint3Y" fmla="*/ 42327 h 3270607"/>
              <a:gd name="GluePoint4X" fmla="*/ 2952423 w 3092451"/>
              <a:gd name="GluePoint4Y" fmla="*/ 67333 h 3270607"/>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3030313" h="3228280">
                <a:moveTo>
                  <a:pt x="3030313" y="0"/>
                </a:moveTo>
                <a:lnTo>
                  <a:pt x="2890285" y="25006"/>
                </a:lnTo>
                <a:cubicBezTo>
                  <a:pt x="1348940" y="340411"/>
                  <a:pt x="162205" y="1629308"/>
                  <a:pt x="536" y="3221241"/>
                </a:cubicBezTo>
                <a:cubicBezTo>
                  <a:pt x="357" y="3223587"/>
                  <a:pt x="179" y="3225934"/>
                  <a:pt x="0" y="3228280"/>
                </a:cubicBez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122" name="任意多边形: 形状 127" hidden="1"/>
          <p:cNvSpPr/>
          <p:nvPr/>
        </p:nvSpPr>
        <p:spPr>
          <a:xfrm flipH="1" rot="10506000">
            <a:off x="8095320" y="-164880"/>
            <a:ext cx="3903840" cy="4644360"/>
          </a:xfrm>
          <a:custGeom>
            <a:avLst/>
            <a:gdLst>
              <a:gd name="textAreaLeft" fmla="*/ -720 w 3903840"/>
              <a:gd name="textAreaRight" fmla="*/ 3904560 w 3903840"/>
              <a:gd name="textAreaTop" fmla="*/ 0 h 4644360"/>
              <a:gd name="textAreaBottom" fmla="*/ 4645800 h 4644360"/>
              <a:gd name="GluePoint1X" fmla="*/ 3954163 w 4045603"/>
              <a:gd name="GluePoint1Y" fmla="*/ 567055 h 4646186"/>
              <a:gd name="GluePoint2X" fmla="*/ 3905507 w 4045603"/>
              <a:gd name="GluePoint2Y" fmla="*/ 0 h 4646186"/>
              <a:gd name="GluePoint3X" fmla="*/ 3567107 w 4045603"/>
              <a:gd name="GluePoint3Y" fmla="*/ 67546 h 4646186"/>
              <a:gd name="GluePoint4X" fmla="*/ 0 w 4045603"/>
              <a:gd name="GluePoint4Y" fmla="*/ 4644643 h 4646186"/>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3905507" h="4646186">
                <a:moveTo>
                  <a:pt x="3905507" y="0"/>
                </a:moveTo>
                <a:lnTo>
                  <a:pt x="3567107" y="67546"/>
                </a:lnTo>
                <a:cubicBezTo>
                  <a:pt x="1517708" y="581295"/>
                  <a:pt x="0" y="2435707"/>
                  <a:pt x="0" y="4644643"/>
                </a:cubicBezTo>
                <a:cubicBezTo>
                  <a:pt x="13" y="4645157"/>
                  <a:pt x="26" y="4645672"/>
                  <a:pt x="39" y="4646186"/>
                </a:cubicBez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123" name="任意多边形: 形状 124" hidden="1"/>
          <p:cNvSpPr/>
          <p:nvPr/>
        </p:nvSpPr>
        <p:spPr>
          <a:xfrm flipH="1" rot="10506000">
            <a:off x="8283240" y="-159120"/>
            <a:ext cx="3724200" cy="4434120"/>
          </a:xfrm>
          <a:custGeom>
            <a:avLst/>
            <a:gdLst>
              <a:gd name="textAreaLeft" fmla="*/ 720 w 3724200"/>
              <a:gd name="textAreaRight" fmla="*/ 3726360 w 3724200"/>
              <a:gd name="textAreaTop" fmla="*/ 0 h 4434120"/>
              <a:gd name="textAreaBottom" fmla="*/ 4435560 h 4434120"/>
              <a:gd name="GluePoint1X" fmla="*/ 3787180 w 3878620"/>
              <a:gd name="GluePoint1Y" fmla="*/ 715349 h 4435247"/>
              <a:gd name="GluePoint2X" fmla="*/ 3725799 w 3878620"/>
              <a:gd name="GluePoint2Y" fmla="*/ 0 h 4435247"/>
              <a:gd name="GluePoint3X" fmla="*/ 3665439 w 3878620"/>
              <a:gd name="GluePoint3Y" fmla="*/ 8632 h 4435247"/>
              <a:gd name="GluePoint4X" fmla="*/ 22575 w 3878620"/>
              <a:gd name="GluePoint4Y" fmla="*/ 3988117 h 4435247"/>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3725799" h="4435247">
                <a:moveTo>
                  <a:pt x="3725799" y="0"/>
                </a:moveTo>
                <a:lnTo>
                  <a:pt x="3665439" y="8632"/>
                </a:lnTo>
                <a:cubicBezTo>
                  <a:pt x="1725033" y="380466"/>
                  <a:pt x="225214" y="1992527"/>
                  <a:pt x="22575" y="3988117"/>
                </a:cubicBezTo>
                <a:lnTo>
                  <a:pt x="0" y="4435247"/>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124" name="任意多边形: 形状 9" hidden="1"/>
          <p:cNvSpPr/>
          <p:nvPr/>
        </p:nvSpPr>
        <p:spPr>
          <a:xfrm flipH="1" rot="10506000">
            <a:off x="7066440" y="2034000"/>
            <a:ext cx="3428280" cy="3656880"/>
          </a:xfrm>
          <a:custGeom>
            <a:avLst/>
            <a:gdLst>
              <a:gd name="textAreaLeft" fmla="*/ 720 w 3428280"/>
              <a:gd name="textAreaRight" fmla="*/ 3430440 w 3428280"/>
              <a:gd name="textAreaTop" fmla="*/ 0 h 3656880"/>
              <a:gd name="textAreaBottom" fmla="*/ 3657600 h 3656880"/>
              <a:gd name="GluePoint1X" fmla="*/ 2114901 w 2335534"/>
              <a:gd name="GluePoint1Y" fmla="*/ 14872 h 2491287"/>
              <a:gd name="GluePoint2X" fmla="*/ 2335534 w 2335534"/>
              <a:gd name="GluePoint2Y" fmla="*/ 0 h 2491287"/>
              <a:gd name="GluePoint3X" fmla="*/ 2166244 w 2335534"/>
              <a:gd name="GluePoint3Y" fmla="*/ 76534 h 2491287"/>
              <a:gd name="GluePoint4X" fmla="*/ 14436 w 2335534"/>
              <a:gd name="GluePoint4Y" fmla="*/ 2448623 h 2491287"/>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2335534" h="2491287">
                <a:moveTo>
                  <a:pt x="2335534" y="0"/>
                </a:moveTo>
                <a:lnTo>
                  <a:pt x="2166244" y="76534"/>
                </a:lnTo>
                <a:cubicBezTo>
                  <a:pt x="1174276" y="554513"/>
                  <a:pt x="396178" y="1406038"/>
                  <a:pt x="14436" y="2448623"/>
                </a:cubicBezTo>
                <a:lnTo>
                  <a:pt x="0" y="2491287"/>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125" name="任意多边形: 形状 16" hidden="1"/>
          <p:cNvSpPr/>
          <p:nvPr/>
        </p:nvSpPr>
        <p:spPr>
          <a:xfrm flipH="1" rot="10506000">
            <a:off x="7094880" y="2736720"/>
            <a:ext cx="2743200" cy="2936880"/>
          </a:xfrm>
          <a:custGeom>
            <a:avLst/>
            <a:gdLst>
              <a:gd name="textAreaLeft" fmla="*/ -720 w 2743200"/>
              <a:gd name="textAreaRight" fmla="*/ 2743920 w 2743200"/>
              <a:gd name="textAreaTop" fmla="*/ 0 h 2936880"/>
              <a:gd name="textAreaBottom" fmla="*/ 2938320 h 2936880"/>
              <a:gd name="GluePoint1X" fmla="*/ 720197 w 2006436"/>
              <a:gd name="GluePoint1Y" fmla="*/ 1027963 h 2148811"/>
              <a:gd name="GluePoint2X" fmla="*/ 14075 w 2006436"/>
              <a:gd name="GluePoint2Y" fmla="*/ 2123638 h 2148811"/>
              <a:gd name="GluePoint3X" fmla="*/ 0 w 2006436"/>
              <a:gd name="GluePoint3Y" fmla="*/ 2148811 h 2148811"/>
              <a:gd name="GluePoint4X" fmla="*/ 70 w 2006436"/>
              <a:gd name="GluePoint4Y" fmla="*/ 2009948 h 2148811"/>
              <a:gd name="GluePoint5X" fmla="*/ 1638 w 2006436"/>
              <a:gd name="GluePoint5Y" fmla="*/ 1999672 h 2148811"/>
            </a:gdLst>
            <a:ahLst/>
            <a:cxnLst>
              <a:cxn ang="0">
                <a:pos x="GluePoint1X" y="GluePoint1Y"/>
              </a:cxn>
              <a:cxn ang="0">
                <a:pos x="GluePoint2X" y="GluePoint2Y"/>
              </a:cxn>
              <a:cxn ang="0">
                <a:pos x="GluePoint3X" y="GluePoint3Y"/>
              </a:cxn>
              <a:cxn ang="0">
                <a:pos x="GluePoint4X" y="GluePoint4Y"/>
              </a:cxn>
              <a:cxn ang="0">
                <a:pos x="GluePoint5X" y="GluePoint5Y"/>
              </a:cxn>
            </a:cxnLst>
            <a:rect l="textAreaLeft" t="textAreaTop" r="textAreaRight" b="textAreaBottom"/>
            <a:pathLst>
              <a:path w="1869053" h="2000692">
                <a:moveTo>
                  <a:pt x="0" y="2000692"/>
                </a:moveTo>
                <a:lnTo>
                  <a:pt x="1568" y="1990416"/>
                </a:lnTo>
                <a:lnTo>
                  <a:pt x="15892" y="1958733"/>
                </a:lnTo>
                <a:cubicBezTo>
                  <a:pt x="389303" y="1183777"/>
                  <a:pt x="981584" y="534133"/>
                  <a:pt x="1712542" y="89993"/>
                </a:cubicBezTo>
                <a:lnTo>
                  <a:pt x="1869053" y="0"/>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126" name="任意多边形: 形状 17" hidden="1"/>
          <p:cNvSpPr/>
          <p:nvPr/>
        </p:nvSpPr>
        <p:spPr>
          <a:xfrm flipH="1" rot="10506000">
            <a:off x="7128360" y="1531800"/>
            <a:ext cx="3835080" cy="4082400"/>
          </a:xfrm>
          <a:custGeom>
            <a:avLst/>
            <a:gdLst>
              <a:gd name="textAreaLeft" fmla="*/ 720 w 3835080"/>
              <a:gd name="textAreaRight" fmla="*/ 3837240 w 3835080"/>
              <a:gd name="textAreaTop" fmla="*/ 0 h 4082400"/>
              <a:gd name="textAreaBottom" fmla="*/ 4083480 h 4082400"/>
              <a:gd name="GluePoint1X" fmla="*/ 2151789 w 2692052"/>
              <a:gd name="GluePoint1Y" fmla="*/ 261907 h 2832246"/>
              <a:gd name="GluePoint2X" fmla="*/ 1478689 w 2692052"/>
              <a:gd name="GluePoint2Y" fmla="*/ 661957 h 2832246"/>
              <a:gd name="GluePoint3X" fmla="*/ 964339 w 2692052"/>
              <a:gd name="GluePoint3Y" fmla="*/ 1150907 h 2832246"/>
              <a:gd name="GluePoint4X" fmla="*/ 564289 w 2692052"/>
              <a:gd name="GluePoint4Y" fmla="*/ 1633507 h 2832246"/>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2612863" h="2781134">
                <a:moveTo>
                  <a:pt x="0" y="2781134"/>
                </a:moveTo>
                <a:lnTo>
                  <a:pt x="35434" y="2656357"/>
                </a:lnTo>
                <a:cubicBezTo>
                  <a:pt x="414818" y="1436598"/>
                  <a:pt x="1348392" y="461005"/>
                  <a:pt x="2541633" y="24101"/>
                </a:cubicBezTo>
                <a:lnTo>
                  <a:pt x="2612863" y="0"/>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127" name="任意多边形: 形状 18" hidden="1"/>
          <p:cNvSpPr/>
          <p:nvPr/>
        </p:nvSpPr>
        <p:spPr>
          <a:xfrm flipH="1" rot="10506000">
            <a:off x="7241400" y="1079640"/>
            <a:ext cx="4133160" cy="4399200"/>
          </a:xfrm>
          <a:custGeom>
            <a:avLst/>
            <a:gdLst>
              <a:gd name="textAreaLeft" fmla="*/ 720 w 4133160"/>
              <a:gd name="textAreaRight" fmla="*/ 4135320 w 4133160"/>
              <a:gd name="textAreaTop" fmla="*/ 0 h 4399200"/>
              <a:gd name="textAreaBottom" fmla="*/ 4400640 h 4399200"/>
              <a:gd name="GluePoint1X" fmla="*/ 2644879 w 2852093"/>
              <a:gd name="GluePoint1Y" fmla="*/ 27487 h 3028139"/>
              <a:gd name="GluePoint2X" fmla="*/ 2740621 w 2852093"/>
              <a:gd name="GluePoint2Y" fmla="*/ 0 h 3028139"/>
              <a:gd name="GluePoint3X" fmla="*/ 2814697 w 2852093"/>
              <a:gd name="GluePoint3Y" fmla="*/ 17806 h 3028139"/>
              <a:gd name="GluePoint4X" fmla="*/ 2852093 w 2852093"/>
              <a:gd name="GluePoint4Y" fmla="*/ 31493 h 3028139"/>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2815694" h="2996646">
                <a:moveTo>
                  <a:pt x="2815694" y="0"/>
                </a:moveTo>
                <a:lnTo>
                  <a:pt x="2686366" y="36725"/>
                </a:lnTo>
                <a:cubicBezTo>
                  <a:pt x="1390883" y="439662"/>
                  <a:pt x="382022" y="1493150"/>
                  <a:pt x="41909" y="2815064"/>
                </a:cubicBezTo>
                <a:lnTo>
                  <a:pt x="0" y="2996646"/>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128" name="任意多边形: 形状 133" hidden="1"/>
          <p:cNvSpPr/>
          <p:nvPr/>
        </p:nvSpPr>
        <p:spPr>
          <a:xfrm flipH="1" rot="10506000">
            <a:off x="7709040" y="142920"/>
            <a:ext cx="4286520" cy="4781520"/>
          </a:xfrm>
          <a:custGeom>
            <a:avLst/>
            <a:gdLst>
              <a:gd name="textAreaLeft" fmla="*/ 720 w 4286520"/>
              <a:gd name="textAreaRight" fmla="*/ 4288680 w 4286520"/>
              <a:gd name="textAreaTop" fmla="*/ 0 h 4781520"/>
              <a:gd name="textAreaBottom" fmla="*/ 4782960 h 4781520"/>
              <a:gd name="GluePoint1X" fmla="*/ 4304865 w 4396305"/>
              <a:gd name="GluePoint1Y" fmla="*/ 195751 h 4782905"/>
              <a:gd name="GluePoint2X" fmla="*/ 4288068 w 4396305"/>
              <a:gd name="GluePoint2Y" fmla="*/ 0 h 4782905"/>
              <a:gd name="GluePoint3X" fmla="*/ 3928555 w 4396305"/>
              <a:gd name="GluePoint3Y" fmla="*/ 70602 h 4782905"/>
              <a:gd name="GluePoint4X" fmla="*/ 17839 w 4396305"/>
              <a:gd name="GluePoint4Y" fmla="*/ 4548292 h 4782905"/>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4288068" h="4782905">
                <a:moveTo>
                  <a:pt x="4288068" y="0"/>
                </a:moveTo>
                <a:lnTo>
                  <a:pt x="3928555" y="70602"/>
                </a:lnTo>
                <a:cubicBezTo>
                  <a:pt x="1835095" y="574619"/>
                  <a:pt x="240192" y="2358551"/>
                  <a:pt x="17839" y="4548292"/>
                </a:cubicBezTo>
                <a:lnTo>
                  <a:pt x="0" y="4782905"/>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129" name="任意多边形: 形状 130" hidden="1"/>
          <p:cNvSpPr/>
          <p:nvPr/>
        </p:nvSpPr>
        <p:spPr>
          <a:xfrm flipH="1" rot="10506000">
            <a:off x="7884720" y="-79920"/>
            <a:ext cx="4107600" cy="4792680"/>
          </a:xfrm>
          <a:custGeom>
            <a:avLst/>
            <a:gdLst>
              <a:gd name="textAreaLeft" fmla="*/ -720 w 4107600"/>
              <a:gd name="textAreaRight" fmla="*/ 4108320 w 4107600"/>
              <a:gd name="textAreaTop" fmla="*/ 0 h 4792680"/>
              <a:gd name="textAreaBottom" fmla="*/ 4794120 h 4792680"/>
              <a:gd name="GluePoint1X" fmla="*/ 4141638 w 4233078"/>
              <a:gd name="GluePoint1Y" fmla="*/ 380598 h 4794215"/>
              <a:gd name="GluePoint2X" fmla="*/ 4108980 w 4233078"/>
              <a:gd name="GluePoint2Y" fmla="*/ 0 h 4794215"/>
              <a:gd name="GluePoint3X" fmla="*/ 3989868 w 4233078"/>
              <a:gd name="GluePoint3Y" fmla="*/ 17610 h 4794215"/>
              <a:gd name="GluePoint4X" fmla="*/ 4531 w 4233078"/>
              <a:gd name="GluePoint4Y" fmla="*/ 4615010 h 4794215"/>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4108980" h="4794215">
                <a:moveTo>
                  <a:pt x="4108980" y="0"/>
                </a:moveTo>
                <a:lnTo>
                  <a:pt x="3989868" y="17610"/>
                </a:lnTo>
                <a:cubicBezTo>
                  <a:pt x="1795783" y="445192"/>
                  <a:pt x="120627" y="2324411"/>
                  <a:pt x="4531" y="4615010"/>
                </a:cubicBezTo>
                <a:cubicBezTo>
                  <a:pt x="3020" y="4674745"/>
                  <a:pt x="1511" y="4734480"/>
                  <a:pt x="0" y="4794215"/>
                </a:cubicBez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130" name="任意多边形: 形状 121" hidden="1"/>
          <p:cNvSpPr/>
          <p:nvPr/>
        </p:nvSpPr>
        <p:spPr>
          <a:xfrm flipH="1" rot="10506000">
            <a:off x="8479440" y="-151200"/>
            <a:ext cx="3537360" cy="4214160"/>
          </a:xfrm>
          <a:custGeom>
            <a:avLst/>
            <a:gdLst>
              <a:gd name="textAreaLeft" fmla="*/ -720 w 3537360"/>
              <a:gd name="textAreaRight" fmla="*/ 3538080 w 3537360"/>
              <a:gd name="textAreaTop" fmla="*/ 0 h 4214160"/>
              <a:gd name="textAreaBottom" fmla="*/ 4215600 h 4214160"/>
              <a:gd name="GluePoint1X" fmla="*/ 3612025 w 3703465"/>
              <a:gd name="GluePoint1Y" fmla="*/ 853309 h 4214790"/>
              <a:gd name="GluePoint2X" fmla="*/ 3538807 w 3703465"/>
              <a:gd name="GluePoint2Y" fmla="*/ 0 h 4214790"/>
              <a:gd name="GluePoint3X" fmla="*/ 3499564 w 3703465"/>
              <a:gd name="GluePoint3Y" fmla="*/ 5613 h 4214790"/>
              <a:gd name="GluePoint4X" fmla="*/ 20639 w 3703465"/>
              <a:gd name="GluePoint4Y" fmla="*/ 3806010 h 4214790"/>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3538807" h="4214790">
                <a:moveTo>
                  <a:pt x="3538807" y="0"/>
                </a:moveTo>
                <a:lnTo>
                  <a:pt x="3499564" y="5613"/>
                </a:lnTo>
                <a:cubicBezTo>
                  <a:pt x="1646482" y="360713"/>
                  <a:pt x="214158" y="1900228"/>
                  <a:pt x="20639" y="3806010"/>
                </a:cubicBezTo>
                <a:lnTo>
                  <a:pt x="0" y="4214790"/>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131" name="任意多边形: 形状 118" hidden="1"/>
          <p:cNvSpPr/>
          <p:nvPr/>
        </p:nvSpPr>
        <p:spPr>
          <a:xfrm flipH="1" rot="10506000">
            <a:off x="8676360" y="-141840"/>
            <a:ext cx="3349440" cy="3992040"/>
          </a:xfrm>
          <a:custGeom>
            <a:avLst/>
            <a:gdLst>
              <a:gd name="textAreaLeft" fmla="*/ -720 w 3349440"/>
              <a:gd name="textAreaRight" fmla="*/ 3350160 w 3349440"/>
              <a:gd name="textAreaTop" fmla="*/ 0 h 3992040"/>
              <a:gd name="textAreaBottom" fmla="*/ 3993480 h 3992040"/>
              <a:gd name="GluePoint1X" fmla="*/ 3435065 w 3526505"/>
              <a:gd name="GluePoint1Y" fmla="*/ 979859 h 3993354"/>
              <a:gd name="GluePoint2X" fmla="*/ 3350988 w 3526505"/>
              <a:gd name="GluePoint2Y" fmla="*/ 0 h 3993354"/>
              <a:gd name="GluePoint3X" fmla="*/ 3332955 w 3526505"/>
              <a:gd name="GluePoint3Y" fmla="*/ 2579 h 3993354"/>
              <a:gd name="GluePoint4X" fmla="*/ 18694 w 3526505"/>
              <a:gd name="GluePoint4Y" fmla="*/ 3623095 h 3993354"/>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3350988" h="3993354">
                <a:moveTo>
                  <a:pt x="3350988" y="0"/>
                </a:moveTo>
                <a:lnTo>
                  <a:pt x="3332955" y="2579"/>
                </a:lnTo>
                <a:cubicBezTo>
                  <a:pt x="1567581" y="340872"/>
                  <a:pt x="203053" y="1807517"/>
                  <a:pt x="18694" y="3623095"/>
                </a:cubicBezTo>
                <a:lnTo>
                  <a:pt x="0" y="3993354"/>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132" name="任意多边形: 形状 115" hidden="1"/>
          <p:cNvSpPr/>
          <p:nvPr/>
        </p:nvSpPr>
        <p:spPr>
          <a:xfrm flipH="1" rot="10506000">
            <a:off x="8872200" y="-132480"/>
            <a:ext cx="3163320" cy="3771360"/>
          </a:xfrm>
          <a:custGeom>
            <a:avLst/>
            <a:gdLst>
              <a:gd name="textAreaLeft" fmla="*/ 720 w 3163320"/>
              <a:gd name="textAreaRight" fmla="*/ 3165480 w 3163320"/>
              <a:gd name="textAreaTop" fmla="*/ 0 h 3771360"/>
              <a:gd name="textAreaBottom" fmla="*/ 3771720 h 3771360"/>
              <a:gd name="GluePoint1X" fmla="*/ 3257626 w 3349066"/>
              <a:gd name="GluePoint1Y" fmla="*/ 1081231 h 3773592"/>
              <a:gd name="GluePoint2X" fmla="*/ 3164851 w 3349066"/>
              <a:gd name="GluePoint2Y" fmla="*/ 0 h 3773592"/>
              <a:gd name="GluePoint3X" fmla="*/ 2814251 w 3349066"/>
              <a:gd name="GluePoint3Y" fmla="*/ 84359 h 3773592"/>
              <a:gd name="GluePoint4X" fmla="*/ 16767 w 3349066"/>
              <a:gd name="GluePoint4Y" fmla="*/ 3441508 h 3773592"/>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3164851" h="3773592">
                <a:moveTo>
                  <a:pt x="3164851" y="0"/>
                </a:moveTo>
                <a:lnTo>
                  <a:pt x="2814251" y="84359"/>
                </a:lnTo>
                <a:cubicBezTo>
                  <a:pt x="1309770" y="521817"/>
                  <a:pt x="179528" y="1838638"/>
                  <a:pt x="16767" y="3441508"/>
                </a:cubicBezTo>
                <a:lnTo>
                  <a:pt x="0" y="3773592"/>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133" name="任意多边形: 形状 112" hidden="1"/>
          <p:cNvSpPr/>
          <p:nvPr/>
        </p:nvSpPr>
        <p:spPr>
          <a:xfrm flipH="1" rot="10506000">
            <a:off x="9049680" y="-125640"/>
            <a:ext cx="2993760" cy="3569400"/>
          </a:xfrm>
          <a:custGeom>
            <a:avLst/>
            <a:gdLst>
              <a:gd name="textAreaLeft" fmla="*/ -720 w 2993760"/>
              <a:gd name="textAreaRight" fmla="*/ 2994480 w 2993760"/>
              <a:gd name="textAreaTop" fmla="*/ 0 h 3569400"/>
              <a:gd name="textAreaBottom" fmla="*/ 3570840 h 3569400"/>
              <a:gd name="GluePoint1X" fmla="*/ 3095132 w 3186572"/>
              <a:gd name="GluePoint1Y" fmla="*/ 1166743 h 3571337"/>
              <a:gd name="GluePoint2X" fmla="*/ 2995020 w 3186572"/>
              <a:gd name="GluePoint2Y" fmla="*/ 0 h 3571337"/>
              <a:gd name="GluePoint3X" fmla="*/ 2680178 w 3186572"/>
              <a:gd name="GluePoint3Y" fmla="*/ 75755 h 3571337"/>
              <a:gd name="GluePoint4X" fmla="*/ 15007 w 3186572"/>
              <a:gd name="GluePoint4Y" fmla="*/ 3274119 h 3571337"/>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2995020" h="3571337">
                <a:moveTo>
                  <a:pt x="2995020" y="0"/>
                </a:moveTo>
                <a:lnTo>
                  <a:pt x="2680178" y="75755"/>
                </a:lnTo>
                <a:cubicBezTo>
                  <a:pt x="1246854" y="492521"/>
                  <a:pt x="170070" y="1747060"/>
                  <a:pt x="15007" y="3274119"/>
                </a:cubicBezTo>
                <a:lnTo>
                  <a:pt x="0" y="3571337"/>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134" name="任意多边形: 形状 109" hidden="1"/>
          <p:cNvSpPr/>
          <p:nvPr/>
        </p:nvSpPr>
        <p:spPr>
          <a:xfrm flipH="1" rot="10506000">
            <a:off x="9254520" y="-117360"/>
            <a:ext cx="2799720" cy="3339000"/>
          </a:xfrm>
          <a:custGeom>
            <a:avLst/>
            <a:gdLst>
              <a:gd name="textAreaLeft" fmla="*/ 720 w 2799720"/>
              <a:gd name="textAreaRight" fmla="*/ 2801880 w 2799720"/>
              <a:gd name="textAreaTop" fmla="*/ 0 h 3339000"/>
              <a:gd name="textAreaBottom" fmla="*/ 3340440 h 3339000"/>
              <a:gd name="GluePoint1X" fmla="*/ 2907576 w 2999016"/>
              <a:gd name="GluePoint1Y" fmla="*/ 1242950 h 3340194"/>
              <a:gd name="GluePoint2X" fmla="*/ 2800924 w 2999016"/>
              <a:gd name="GluePoint2Y" fmla="*/ 0 h 3340194"/>
              <a:gd name="GluePoint3X" fmla="*/ 2526951 w 2999016"/>
              <a:gd name="GluePoint3Y" fmla="*/ 65921 h 3340194"/>
              <a:gd name="GluePoint4X" fmla="*/ 12994 w 2999016"/>
              <a:gd name="GluePoint4Y" fmla="*/ 3082818 h 3340194"/>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2800924" h="3340194">
                <a:moveTo>
                  <a:pt x="2800924" y="0"/>
                </a:moveTo>
                <a:lnTo>
                  <a:pt x="2526951" y="65921"/>
                </a:lnTo>
                <a:cubicBezTo>
                  <a:pt x="1174950" y="459042"/>
                  <a:pt x="159259" y="1642401"/>
                  <a:pt x="12994" y="3082818"/>
                </a:cubicBezTo>
                <a:lnTo>
                  <a:pt x="0" y="3340194"/>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135" name="任意多边形: 形状 106" hidden="1"/>
          <p:cNvSpPr/>
          <p:nvPr/>
        </p:nvSpPr>
        <p:spPr>
          <a:xfrm flipH="1" rot="10506000">
            <a:off x="9437400" y="-108000"/>
            <a:ext cx="2624760" cy="3130920"/>
          </a:xfrm>
          <a:custGeom>
            <a:avLst/>
            <a:gdLst>
              <a:gd name="textAreaLeft" fmla="*/ 720 w 2624760"/>
              <a:gd name="textAreaRight" fmla="*/ 2626920 w 2624760"/>
              <a:gd name="textAreaTop" fmla="*/ 0 h 3130920"/>
              <a:gd name="textAreaBottom" fmla="*/ 3132360 h 3130920"/>
              <a:gd name="GluePoint1X" fmla="*/ 2737327 w 2828767"/>
              <a:gd name="GluePoint1Y" fmla="*/ 1294665 h 3132161"/>
              <a:gd name="GluePoint2X" fmla="*/ 2626238 w 2828767"/>
              <a:gd name="GluePoint2Y" fmla="*/ 0 h 3132161"/>
              <a:gd name="GluePoint3X" fmla="*/ 2389046 w 2828767"/>
              <a:gd name="GluePoint3Y" fmla="*/ 57071 h 3132161"/>
              <a:gd name="GluePoint4X" fmla="*/ 11184 w 2828767"/>
              <a:gd name="GluePoint4Y" fmla="*/ 2910647 h 3132161"/>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2626238" h="3132161">
                <a:moveTo>
                  <a:pt x="2626238" y="0"/>
                </a:moveTo>
                <a:lnTo>
                  <a:pt x="2389046" y="57071"/>
                </a:lnTo>
                <a:cubicBezTo>
                  <a:pt x="1110238" y="428910"/>
                  <a:pt x="149531" y="1548208"/>
                  <a:pt x="11184" y="2910647"/>
                </a:cubicBezTo>
                <a:lnTo>
                  <a:pt x="0" y="3132161"/>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136" name="任意多边形: 形状 100" hidden="1"/>
          <p:cNvSpPr/>
          <p:nvPr/>
        </p:nvSpPr>
        <p:spPr>
          <a:xfrm flipH="1" rot="10506000">
            <a:off x="9608760" y="-102600"/>
            <a:ext cx="2462400" cy="2937960"/>
          </a:xfrm>
          <a:custGeom>
            <a:avLst/>
            <a:gdLst>
              <a:gd name="textAreaLeft" fmla="*/ -720 w 2462400"/>
              <a:gd name="textAreaRight" fmla="*/ 2463120 w 2462400"/>
              <a:gd name="textAreaTop" fmla="*/ 0 h 2937960"/>
              <a:gd name="textAreaBottom" fmla="*/ 2939400 h 2937960"/>
              <a:gd name="GluePoint1X" fmla="*/ 3712449 w 3831197"/>
              <a:gd name="GluePoint1Y" fmla="*/ 152245 h 2962385"/>
              <a:gd name="GluePoint2X" fmla="*/ 3831197 w 3831197"/>
              <a:gd name="GluePoint2Y" fmla="*/ 25916 h 2962385"/>
              <a:gd name="GluePoint3X" fmla="*/ 3699385 w 3831197"/>
              <a:gd name="GluePoint3Y" fmla="*/ 0 h 2962385"/>
              <a:gd name="GluePoint4X" fmla="*/ 3712449 w 3831197"/>
              <a:gd name="GluePoint4Y" fmla="*/ 152245 h 2962385"/>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2463816" h="2938740">
                <a:moveTo>
                  <a:pt x="2463816" y="0"/>
                </a:moveTo>
                <a:lnTo>
                  <a:pt x="2260826" y="48842"/>
                </a:lnTo>
                <a:cubicBezTo>
                  <a:pt x="1050068" y="400893"/>
                  <a:pt x="140486" y="1460628"/>
                  <a:pt x="9502" y="2750565"/>
                </a:cubicBezTo>
                <a:lnTo>
                  <a:pt x="0" y="2938740"/>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137" name="任意多边形: 形状 103" hidden="1"/>
          <p:cNvSpPr/>
          <p:nvPr/>
        </p:nvSpPr>
        <p:spPr>
          <a:xfrm flipH="1" rot="10506000">
            <a:off x="9788400" y="-93600"/>
            <a:ext cx="2291040" cy="2733480"/>
          </a:xfrm>
          <a:custGeom>
            <a:avLst/>
            <a:gdLst>
              <a:gd name="textAreaLeft" fmla="*/ -720 w 2291040"/>
              <a:gd name="textAreaRight" fmla="*/ 2291760 w 2291040"/>
              <a:gd name="textAreaTop" fmla="*/ 0 h 2733480"/>
              <a:gd name="textAreaBottom" fmla="*/ 2734920 h 2733480"/>
              <a:gd name="GluePoint1X" fmla="*/ 3543454 w 3550854"/>
              <a:gd name="GluePoint1Y" fmla="*/ 174590 h 2755357"/>
              <a:gd name="GluePoint2X" fmla="*/ 3550854 w 3550854"/>
              <a:gd name="GluePoint2Y" fmla="*/ 3416 h 2755357"/>
              <a:gd name="GluePoint3X" fmla="*/ 3528473 w 3550854"/>
              <a:gd name="GluePoint3Y" fmla="*/ 0 h 2755357"/>
              <a:gd name="GluePoint4X" fmla="*/ 3543454 w 3550854"/>
              <a:gd name="GluePoint4Y" fmla="*/ 174590 h 2755357"/>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2292632" h="2734880">
                <a:moveTo>
                  <a:pt x="2292632" y="0"/>
                </a:moveTo>
                <a:lnTo>
                  <a:pt x="2125687" y="40169"/>
                </a:lnTo>
                <a:cubicBezTo>
                  <a:pt x="986652" y="371366"/>
                  <a:pt x="130951" y="1368324"/>
                  <a:pt x="7726" y="2581848"/>
                </a:cubicBezTo>
                <a:lnTo>
                  <a:pt x="0" y="2734880"/>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138" name="任意多边形: 形状 94" hidden="1"/>
          <p:cNvSpPr/>
          <p:nvPr/>
        </p:nvSpPr>
        <p:spPr>
          <a:xfrm flipH="1" rot="10506000">
            <a:off x="9949320" y="-86040"/>
            <a:ext cx="2137320" cy="2549880"/>
          </a:xfrm>
          <a:custGeom>
            <a:avLst/>
            <a:gdLst>
              <a:gd name="textAreaLeft" fmla="*/ 720 w 2137320"/>
              <a:gd name="textAreaRight" fmla="*/ 2139480 w 2137320"/>
              <a:gd name="textAreaTop" fmla="*/ 0 h 2549880"/>
              <a:gd name="textAreaBottom" fmla="*/ 2551320 h 2549880"/>
              <a:gd name="GluePoint1X" fmla="*/ 3390617 w 3390617"/>
              <a:gd name="GluePoint1Y" fmla="*/ 183198 h 2566238"/>
              <a:gd name="GluePoint2X" fmla="*/ 3374898 w 3390617"/>
              <a:gd name="GluePoint2Y" fmla="*/ 0 h 2566238"/>
              <a:gd name="GluePoint3X" fmla="*/ 3390617 w 3390617"/>
              <a:gd name="GluePoint3Y" fmla="*/ 183198 h 2566238"/>
              <a:gd name="GluePoint4X" fmla="*/ 0 w 3390617"/>
              <a:gd name="GluePoint4Y" fmla="*/ 2566238 h 2566238"/>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2138572" h="2551414">
                <a:moveTo>
                  <a:pt x="2138572" y="0"/>
                </a:moveTo>
                <a:lnTo>
                  <a:pt x="2004062" y="32364"/>
                </a:lnTo>
                <a:cubicBezTo>
                  <a:pt x="929578" y="344792"/>
                  <a:pt x="122371" y="1285252"/>
                  <a:pt x="6130" y="2430004"/>
                </a:cubicBezTo>
                <a:lnTo>
                  <a:pt x="0" y="2551414"/>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139" name="任意多边形: 形状 97" hidden="1"/>
          <p:cNvSpPr/>
          <p:nvPr/>
        </p:nvSpPr>
        <p:spPr>
          <a:xfrm flipH="1" rot="10506000">
            <a:off x="10101240" y="-80280"/>
            <a:ext cx="1993680" cy="2379240"/>
          </a:xfrm>
          <a:custGeom>
            <a:avLst/>
            <a:gdLst>
              <a:gd name="textAreaLeft" fmla="*/ -720 w 1993680"/>
              <a:gd name="textAreaRight" fmla="*/ 1994400 w 1993680"/>
              <a:gd name="textAreaTop" fmla="*/ 0 h 2379240"/>
              <a:gd name="textAreaBottom" fmla="*/ 2380680 h 2379240"/>
              <a:gd name="GluePoint1X" fmla="*/ 3247441 w 3247441"/>
              <a:gd name="GluePoint1Y" fmla="*/ 176150 h 2388211"/>
              <a:gd name="GluePoint2X" fmla="*/ 3232327 w 3247441"/>
              <a:gd name="GluePoint2Y" fmla="*/ 0 h 2388211"/>
              <a:gd name="GluePoint3X" fmla="*/ 3247441 w 3247441"/>
              <a:gd name="GluePoint3Y" fmla="*/ 176150 h 2388211"/>
              <a:gd name="GluePoint4X" fmla="*/ 0 w 3247441"/>
              <a:gd name="GluePoint4Y" fmla="*/ 2388211 h 2388211"/>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1995359" h="2380863">
                <a:moveTo>
                  <a:pt x="1995359" y="0"/>
                </a:moveTo>
                <a:lnTo>
                  <a:pt x="1891005" y="25109"/>
                </a:lnTo>
                <a:cubicBezTo>
                  <a:pt x="876524" y="320088"/>
                  <a:pt x="114395" y="1208028"/>
                  <a:pt x="4645" y="2288853"/>
                </a:cubicBezTo>
                <a:lnTo>
                  <a:pt x="0" y="2380863"/>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140" name="任意多边形: 形状 91" hidden="1"/>
          <p:cNvSpPr/>
          <p:nvPr/>
        </p:nvSpPr>
        <p:spPr>
          <a:xfrm flipH="1" rot="10506000">
            <a:off x="10251720" y="-73080"/>
            <a:ext cx="1848240" cy="2205000"/>
          </a:xfrm>
          <a:custGeom>
            <a:avLst/>
            <a:gdLst>
              <a:gd name="textAreaLeft" fmla="*/ -720 w 1848240"/>
              <a:gd name="textAreaRight" fmla="*/ 1848960 w 1848240"/>
              <a:gd name="textAreaTop" fmla="*/ 0 h 2205000"/>
              <a:gd name="textAreaBottom" fmla="*/ 2205360 h 2205000"/>
              <a:gd name="GluePoint1X" fmla="*/ 3101494 w 3221135"/>
              <a:gd name="GluePoint1Y" fmla="*/ 163645 h 2207585"/>
              <a:gd name="GluePoint2X" fmla="*/ 3221135 w 3221135"/>
              <a:gd name="GluePoint2Y" fmla="*/ 36184 h 2207585"/>
              <a:gd name="GluePoint3X" fmla="*/ 3087752 w 3221135"/>
              <a:gd name="GluePoint3Y" fmla="*/ 3494 h 2207585"/>
              <a:gd name="GluePoint4X" fmla="*/ 3101494 w 3221135"/>
              <a:gd name="GluePoint4Y" fmla="*/ 163645 h 2207585"/>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1849854" h="2207585">
                <a:moveTo>
                  <a:pt x="1849854" y="0"/>
                </a:moveTo>
                <a:lnTo>
                  <a:pt x="1776137" y="17738"/>
                </a:lnTo>
                <a:cubicBezTo>
                  <a:pt x="822621" y="294991"/>
                  <a:pt x="106291" y="1129571"/>
                  <a:pt x="3137" y="2145444"/>
                </a:cubicBezTo>
                <a:lnTo>
                  <a:pt x="0" y="2207585"/>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141" name="任意多边形: 形状 83" hidden="1"/>
          <p:cNvSpPr/>
          <p:nvPr/>
        </p:nvSpPr>
        <p:spPr>
          <a:xfrm flipH="1" rot="10506000">
            <a:off x="10416600" y="-65520"/>
            <a:ext cx="1691640" cy="2009520"/>
          </a:xfrm>
          <a:custGeom>
            <a:avLst/>
            <a:gdLst>
              <a:gd name="textAreaLeft" fmla="*/ 720 w 1691640"/>
              <a:gd name="textAreaRight" fmla="*/ 1693800 w 1691640"/>
              <a:gd name="textAreaTop" fmla="*/ 0 h 2009520"/>
              <a:gd name="textAreaBottom" fmla="*/ 2010600 h 2009520"/>
              <a:gd name="GluePoint1X" fmla="*/ 2942292 w 2983139"/>
              <a:gd name="GluePoint1Y" fmla="*/ 138056 h 2011644"/>
              <a:gd name="GluePoint2X" fmla="*/ 2983139 w 2983139"/>
              <a:gd name="GluePoint2Y" fmla="*/ 13891 h 2011644"/>
              <a:gd name="GluePoint3X" fmla="*/ 2930598 w 2983139"/>
              <a:gd name="GluePoint3Y" fmla="*/ 1780 h 2011644"/>
              <a:gd name="GluePoint4X" fmla="*/ 2942292 w 2983139"/>
              <a:gd name="GluePoint4Y" fmla="*/ 138056 h 2011644"/>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1692848" h="2011644">
                <a:moveTo>
                  <a:pt x="1692848" y="0"/>
                </a:moveTo>
                <a:lnTo>
                  <a:pt x="1450924" y="70211"/>
                </a:lnTo>
                <a:cubicBezTo>
                  <a:pt x="665008" y="380153"/>
                  <a:pt x="90124" y="1109131"/>
                  <a:pt x="1503" y="1981879"/>
                </a:cubicBezTo>
                <a:lnTo>
                  <a:pt x="0" y="2011644"/>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142" name="任意多边形: 形状 74" hidden="1"/>
          <p:cNvSpPr/>
          <p:nvPr/>
        </p:nvSpPr>
        <p:spPr>
          <a:xfrm flipH="1" rot="10506000">
            <a:off x="10728720" y="-54360"/>
            <a:ext cx="1395000" cy="1660320"/>
          </a:xfrm>
          <a:custGeom>
            <a:avLst/>
            <a:gdLst>
              <a:gd name="textAreaLeft" fmla="*/ 720 w 1395000"/>
              <a:gd name="textAreaRight" fmla="*/ 1397160 w 1395000"/>
              <a:gd name="textAreaTop" fmla="*/ 0 h 1660320"/>
              <a:gd name="textAreaBottom" fmla="*/ 1661760 h 1660320"/>
              <a:gd name="GluePoint1X" fmla="*/ 1396099 w 2676094"/>
              <a:gd name="GluePoint1Y" fmla="*/ 0 h 1662070"/>
              <a:gd name="GluePoint2X" fmla="*/ 1289233 w 2676094"/>
              <a:gd name="GluePoint2Y" fmla="*/ 28870 h 1662070"/>
              <a:gd name="GluePoint3X" fmla="*/ 25423 w 2676094"/>
              <a:gd name="GluePoint3Y" fmla="*/ 1495464 h 1662070"/>
              <a:gd name="GluePoint4X" fmla="*/ 0 w 2676094"/>
              <a:gd name="GluePoint4Y" fmla="*/ 1662070 h 1662070"/>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1396099" h="1662070">
                <a:moveTo>
                  <a:pt x="1396099" y="0"/>
                </a:moveTo>
                <a:lnTo>
                  <a:pt x="1289233" y="28870"/>
                </a:lnTo>
                <a:cubicBezTo>
                  <a:pt x="649948" y="262972"/>
                  <a:pt x="164425" y="816097"/>
                  <a:pt x="25423" y="1495464"/>
                </a:cubicBezTo>
                <a:lnTo>
                  <a:pt x="0" y="1662070"/>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143" name="任意多边形: 形状 77" hidden="1"/>
          <p:cNvSpPr/>
          <p:nvPr/>
        </p:nvSpPr>
        <p:spPr>
          <a:xfrm flipH="1" rot="10506000">
            <a:off x="10877040" y="-46440"/>
            <a:ext cx="1250640" cy="1492560"/>
          </a:xfrm>
          <a:custGeom>
            <a:avLst/>
            <a:gdLst>
              <a:gd name="textAreaLeft" fmla="*/ -720 w 1250640"/>
              <a:gd name="textAreaRight" fmla="*/ 1251360 w 1250640"/>
              <a:gd name="textAreaTop" fmla="*/ 0 h 1492560"/>
              <a:gd name="textAreaBottom" fmla="*/ 1494000 h 1492560"/>
              <a:gd name="GluePoint1X" fmla="*/ 1359023 w 1450463"/>
              <a:gd name="GluePoint1Y" fmla="*/ 1242430 h 1493935"/>
              <a:gd name="GluePoint2X" fmla="*/ 1252415 w 1450463"/>
              <a:gd name="GluePoint2Y" fmla="*/ 0 h 1493935"/>
              <a:gd name="GluePoint3X" fmla="*/ 1184988 w 1450463"/>
              <a:gd name="GluePoint3Y" fmla="*/ 18216 h 1493935"/>
              <a:gd name="GluePoint4X" fmla="*/ 18654 w 1450463"/>
              <a:gd name="GluePoint4Y" fmla="*/ 1371695 h 1493935"/>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1252415" h="1493935">
                <a:moveTo>
                  <a:pt x="1252415" y="0"/>
                </a:moveTo>
                <a:lnTo>
                  <a:pt x="1184988" y="18216"/>
                </a:lnTo>
                <a:cubicBezTo>
                  <a:pt x="595010" y="234262"/>
                  <a:pt x="146936" y="744726"/>
                  <a:pt x="18654" y="1371695"/>
                </a:cubicBezTo>
                <a:lnTo>
                  <a:pt x="0" y="1493935"/>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144" name="任意多边形: 形状 47" hidden="1"/>
          <p:cNvSpPr/>
          <p:nvPr/>
        </p:nvSpPr>
        <p:spPr>
          <a:xfrm flipH="1" rot="10506000">
            <a:off x="11979720" y="1080"/>
            <a:ext cx="200520" cy="240120"/>
          </a:xfrm>
          <a:custGeom>
            <a:avLst/>
            <a:gdLst>
              <a:gd name="textAreaLeft" fmla="*/ 720 w 200520"/>
              <a:gd name="textAreaRight" fmla="*/ 202680 w 200520"/>
              <a:gd name="textAreaTop" fmla="*/ 0 h 240120"/>
              <a:gd name="textAreaBottom" fmla="*/ 240480 h 240120"/>
              <a:gd name="GluePoint1X" fmla="*/ 221266 w 312706"/>
              <a:gd name="GluePoint1Y" fmla="*/ 223634 h 315074"/>
              <a:gd name="GluePoint2X" fmla="*/ 202077 w 312706"/>
              <a:gd name="GluePoint2Y" fmla="*/ 0 h 315074"/>
              <a:gd name="GluePoint3X" fmla="*/ 159333 w 312706"/>
              <a:gd name="GluePoint3Y" fmla="*/ 30379 h 315074"/>
              <a:gd name="GluePoint4X" fmla="*/ 41048 w 312706"/>
              <a:gd name="GluePoint4Y" fmla="*/ 166986 h 315074"/>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202077" h="242620">
                <a:moveTo>
                  <a:pt x="202077" y="0"/>
                </a:moveTo>
                <a:lnTo>
                  <a:pt x="159333" y="30379"/>
                </a:lnTo>
                <a:cubicBezTo>
                  <a:pt x="114688" y="70961"/>
                  <a:pt x="74931" y="116826"/>
                  <a:pt x="41048" y="166986"/>
                </a:cubicBezTo>
                <a:lnTo>
                  <a:pt x="0" y="242620"/>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145" name="任意多边形: 形状 53" hidden="1"/>
          <p:cNvSpPr/>
          <p:nvPr/>
        </p:nvSpPr>
        <p:spPr>
          <a:xfrm flipH="1" rot="10506000">
            <a:off x="11631600" y="-15480"/>
            <a:ext cx="533880" cy="645480"/>
          </a:xfrm>
          <a:custGeom>
            <a:avLst/>
            <a:gdLst>
              <a:gd name="textAreaLeft" fmla="*/ 720 w 533880"/>
              <a:gd name="textAreaRight" fmla="*/ 536040 w 533880"/>
              <a:gd name="textAreaTop" fmla="*/ 0 h 645480"/>
              <a:gd name="textAreaBottom" fmla="*/ 646920 h 645480"/>
              <a:gd name="GluePoint1X" fmla="*/ 586582 w 678022"/>
              <a:gd name="GluePoint1Y" fmla="*/ 596584 h 688024"/>
              <a:gd name="GluePoint2X" fmla="*/ 535392 w 678022"/>
              <a:gd name="GluePoint2Y" fmla="*/ 0 h 688024"/>
              <a:gd name="GluePoint3X" fmla="*/ 425863 w 678022"/>
              <a:gd name="GluePoint3Y" fmla="*/ 62963 h 688024"/>
              <a:gd name="GluePoint4X" fmla="*/ 33247 w 678022"/>
              <a:gd name="GluePoint4Y" fmla="*/ 539799 h 688024"/>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535392" h="646916">
                <a:moveTo>
                  <a:pt x="535392" y="0"/>
                </a:moveTo>
                <a:lnTo>
                  <a:pt x="425863" y="62963"/>
                </a:lnTo>
                <a:cubicBezTo>
                  <a:pt x="252910" y="179822"/>
                  <a:pt x="115502" y="345305"/>
                  <a:pt x="33247" y="539799"/>
                </a:cubicBezTo>
                <a:lnTo>
                  <a:pt x="0" y="646916"/>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146" name="任意多边形: 形状 50" hidden="1"/>
          <p:cNvSpPr/>
          <p:nvPr/>
        </p:nvSpPr>
        <p:spPr>
          <a:xfrm flipH="1" rot="10506000">
            <a:off x="11794320" y="-7560"/>
            <a:ext cx="377640" cy="455760"/>
          </a:xfrm>
          <a:custGeom>
            <a:avLst/>
            <a:gdLst>
              <a:gd name="textAreaLeft" fmla="*/ 720 w 377640"/>
              <a:gd name="textAreaRight" fmla="*/ 379800 w 377640"/>
              <a:gd name="textAreaTop" fmla="*/ 0 h 455760"/>
              <a:gd name="textAreaBottom" fmla="*/ 457200 h 455760"/>
              <a:gd name="GluePoint1X" fmla="*/ 415479 w 506919"/>
              <a:gd name="GluePoint1Y" fmla="*/ 421348 h 512788"/>
              <a:gd name="GluePoint2X" fmla="*/ 379325 w 506919"/>
              <a:gd name="GluePoint2Y" fmla="*/ 0 h 512788"/>
              <a:gd name="GluePoint3X" fmla="*/ 344103 w 506919"/>
              <a:gd name="GluePoint3Y" fmla="*/ 20248 h 512788"/>
              <a:gd name="GluePoint4X" fmla="*/ 9381 w 506919"/>
              <a:gd name="GluePoint4Y" fmla="*/ 426772 h 512788"/>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379325" h="456998">
                <a:moveTo>
                  <a:pt x="379325" y="0"/>
                </a:moveTo>
                <a:lnTo>
                  <a:pt x="344103" y="20248"/>
                </a:lnTo>
                <a:cubicBezTo>
                  <a:pt x="196654" y="119875"/>
                  <a:pt x="79507" y="260957"/>
                  <a:pt x="9381" y="426772"/>
                </a:cubicBezTo>
                <a:lnTo>
                  <a:pt x="0" y="456998"/>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147" name="任意多边形: 形状 65" hidden="1"/>
          <p:cNvSpPr/>
          <p:nvPr/>
        </p:nvSpPr>
        <p:spPr>
          <a:xfrm flipH="1" rot="10506000">
            <a:off x="11327760" y="-27360"/>
            <a:ext cx="824040" cy="984240"/>
          </a:xfrm>
          <a:custGeom>
            <a:avLst/>
            <a:gdLst>
              <a:gd name="textAreaLeft" fmla="*/ 720 w 824040"/>
              <a:gd name="textAreaRight" fmla="*/ 826200 w 824040"/>
              <a:gd name="textAreaTop" fmla="*/ 0 h 984240"/>
              <a:gd name="textAreaBottom" fmla="*/ 985680 h 984240"/>
              <a:gd name="GluePoint1X" fmla="*/ 903428 w 994868"/>
              <a:gd name="GluePoint1Y" fmla="*/ 908160 h 999600"/>
              <a:gd name="GluePoint2X" fmla="*/ 825503 w 994868"/>
              <a:gd name="GluePoint2Y" fmla="*/ 0 h 999600"/>
              <a:gd name="GluePoint3X" fmla="*/ 750494 w 994868"/>
              <a:gd name="GluePoint3Y" fmla="*/ 29558 h 999600"/>
              <a:gd name="GluePoint4X" fmla="*/ 77440 w 994868"/>
              <a:gd name="GluePoint4Y" fmla="*/ 736181 h 999600"/>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825503" h="985679">
                <a:moveTo>
                  <a:pt x="825503" y="0"/>
                </a:moveTo>
                <a:lnTo>
                  <a:pt x="750494" y="29558"/>
                </a:lnTo>
                <a:cubicBezTo>
                  <a:pt x="448938" y="174881"/>
                  <a:pt x="208333" y="426677"/>
                  <a:pt x="77440" y="736181"/>
                </a:cubicBezTo>
                <a:lnTo>
                  <a:pt x="0" y="985679"/>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148" name="任意多边形: 形状 59" hidden="1"/>
          <p:cNvSpPr/>
          <p:nvPr/>
        </p:nvSpPr>
        <p:spPr>
          <a:xfrm flipH="1" rot="10506000">
            <a:off x="11481120" y="-20520"/>
            <a:ext cx="676080" cy="813960"/>
          </a:xfrm>
          <a:custGeom>
            <a:avLst/>
            <a:gdLst>
              <a:gd name="textAreaLeft" fmla="*/ -720 w 676080"/>
              <a:gd name="textAreaRight" fmla="*/ 676800 w 676080"/>
              <a:gd name="textAreaTop" fmla="*/ 0 h 813960"/>
              <a:gd name="textAreaBottom" fmla="*/ 815040 h 813960"/>
              <a:gd name="GluePoint1X" fmla="*/ 742235 w 833675"/>
              <a:gd name="GluePoint1Y" fmla="*/ 752012 h 843452"/>
              <a:gd name="GluePoint2X" fmla="*/ 677710 w 833675"/>
              <a:gd name="GluePoint2Y" fmla="*/ 0 h 843452"/>
              <a:gd name="GluePoint3X" fmla="*/ 654567 w 833675"/>
              <a:gd name="GluePoint3Y" fmla="*/ 9120 h 843452"/>
              <a:gd name="GluePoint4X" fmla="*/ 54956 w 833675"/>
              <a:gd name="GluePoint4Y" fmla="*/ 638637 h 843452"/>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677710" h="815699">
                <a:moveTo>
                  <a:pt x="677710" y="0"/>
                </a:moveTo>
                <a:lnTo>
                  <a:pt x="654567" y="9120"/>
                </a:lnTo>
                <a:cubicBezTo>
                  <a:pt x="385916" y="138585"/>
                  <a:pt x="171567" y="362905"/>
                  <a:pt x="54956" y="638637"/>
                </a:cubicBezTo>
                <a:lnTo>
                  <a:pt x="0" y="815699"/>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149" name="任意多边形: 形状 68" hidden="1"/>
          <p:cNvSpPr/>
          <p:nvPr/>
        </p:nvSpPr>
        <p:spPr>
          <a:xfrm flipH="1" rot="10506000">
            <a:off x="11038320" y="-39600"/>
            <a:ext cx="1100880" cy="1321200"/>
          </a:xfrm>
          <a:custGeom>
            <a:avLst/>
            <a:gdLst>
              <a:gd name="textAreaLeft" fmla="*/ -720 w 1100880"/>
              <a:gd name="textAreaRight" fmla="*/ 1101600 w 1100880"/>
              <a:gd name="textAreaTop" fmla="*/ 0 h 1321200"/>
              <a:gd name="textAreaBottom" fmla="*/ 1322640 h 1321200"/>
              <a:gd name="GluePoint1X" fmla="*/ 1204103 w 1295543"/>
              <a:gd name="GluePoint1Y" fmla="*/ 1187291 h 1322555"/>
              <a:gd name="GluePoint2X" fmla="*/ 1102227 w 1295543"/>
              <a:gd name="GluePoint2Y" fmla="*/ 0 h 1322555"/>
              <a:gd name="GluePoint3X" fmla="*/ 1074916 w 1295543"/>
              <a:gd name="GluePoint3Y" fmla="*/ 7378 h 1322555"/>
              <a:gd name="GluePoint4X" fmla="*/ 7737 w 1295543"/>
              <a:gd name="GluePoint4Y" fmla="*/ 1245792 h 1322555"/>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1102227" h="1322555">
                <a:moveTo>
                  <a:pt x="1102227" y="0"/>
                </a:moveTo>
                <a:lnTo>
                  <a:pt x="1074916" y="7378"/>
                </a:lnTo>
                <a:cubicBezTo>
                  <a:pt x="535095" y="205058"/>
                  <a:pt x="125113" y="672125"/>
                  <a:pt x="7737" y="1245792"/>
                </a:cubicBezTo>
                <a:lnTo>
                  <a:pt x="0" y="1322555"/>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150" name="任意多边形: 形状 71" hidden="1"/>
          <p:cNvSpPr/>
          <p:nvPr/>
        </p:nvSpPr>
        <p:spPr>
          <a:xfrm flipH="1" rot="10506000">
            <a:off x="11179800" y="-34560"/>
            <a:ext cx="963000" cy="1155240"/>
          </a:xfrm>
          <a:custGeom>
            <a:avLst/>
            <a:gdLst>
              <a:gd name="textAreaLeft" fmla="*/ 720 w 963000"/>
              <a:gd name="textAreaRight" fmla="*/ 965160 w 963000"/>
              <a:gd name="textAreaTop" fmla="*/ 0 h 1155240"/>
              <a:gd name="textAreaBottom" fmla="*/ 1156680 h 1155240"/>
              <a:gd name="GluePoint1X" fmla="*/ 1055982 w 1147422"/>
              <a:gd name="GluePoint1Y" fmla="*/ 1066021 h 1157461"/>
              <a:gd name="GluePoint2X" fmla="*/ 964511 w 1147422"/>
              <a:gd name="GluePoint2Y" fmla="*/ 0 h 1157461"/>
              <a:gd name="GluePoint3X" fmla="*/ 740170 w 1147422"/>
              <a:gd name="GluePoint3Y" fmla="*/ 104674 h 1157461"/>
              <a:gd name="GluePoint4X" fmla="*/ 3394 w 1147422"/>
              <a:gd name="GluePoint4Y" fmla="*/ 1122952 h 1157461"/>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964511" h="1156630">
                <a:moveTo>
                  <a:pt x="964511" y="0"/>
                </a:moveTo>
                <a:lnTo>
                  <a:pt x="740170" y="104674"/>
                </a:lnTo>
                <a:cubicBezTo>
                  <a:pt x="366685" y="319460"/>
                  <a:pt x="92491" y="687490"/>
                  <a:pt x="3394" y="1122952"/>
                </a:cubicBezTo>
                <a:lnTo>
                  <a:pt x="0" y="1156630"/>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151" name="KSO_TEMPLATE" hidden="1"/>
          <p:cNvSpPr/>
          <p:nvPr/>
        </p:nvSpPr>
        <p:spPr>
          <a:xfrm>
            <a:off x="0" y="0"/>
            <a:ext cx="360" cy="360"/>
          </a:xfrm>
          <a:prstGeom prst="rect">
            <a:avLst/>
          </a:prstGeom>
          <a:solidFill>
            <a:schemeClr val="accent1"/>
          </a:solidFill>
          <a:ln>
            <a:solidFill>
              <a:srgbClr val="ad822f"/>
            </a:solidFill>
          </a:ln>
        </p:spPr>
        <p:style>
          <a:lnRef idx="2">
            <a:schemeClr val="accent1">
              <a:shade val="50000"/>
            </a:schemeClr>
          </a:lnRef>
          <a:fillRef idx="1">
            <a:schemeClr val="accent1"/>
          </a:fillRef>
          <a:effectRef idx="0">
            <a:schemeClr val="accent1"/>
          </a:effectRef>
          <a:fontRef idx="minor"/>
        </p:style>
        <p:txBody>
          <a:bodyPr lIns="90000" rIns="90000" tIns="-44280" bIns="-44280" anchor="ctr">
            <a:noAutofit/>
          </a:bodyPr>
          <a:p>
            <a:pPr algn="ctr" defTabSz="914400">
              <a:lnSpc>
                <a:spcPct val="100000"/>
              </a:lnSpc>
            </a:pPr>
            <a:endParaRPr lang="en-US" sz="1800" b="0" u="none" strike="noStrike">
              <a:solidFill>
                <a:schemeClr val="lt1"/>
              </a:solidFill>
              <a:effectLst/>
              <a:uFillTx/>
              <a:latin typeface="Arial"/>
              <a:ea typeface="微软雅黑"/>
            </a:endParaRPr>
          </a:p>
        </p:txBody>
      </p:sp>
      <p:sp>
        <p:nvSpPr>
          <p:cNvPr id="152" name="任意多边形: 形状 84"/>
          <p:cNvSpPr/>
          <p:nvPr/>
        </p:nvSpPr>
        <p:spPr>
          <a:xfrm rot="11094000">
            <a:off x="81720" y="-56160"/>
            <a:ext cx="1207440" cy="1953720"/>
          </a:xfrm>
          <a:custGeom>
            <a:avLst/>
            <a:gdLst>
              <a:gd name="textAreaLeft" fmla="*/ 0 w 1207440"/>
              <a:gd name="textAreaRight" fmla="*/ 1208880 w 1207440"/>
              <a:gd name="textAreaTop" fmla="*/ 0 h 1953720"/>
              <a:gd name="textAreaBottom" fmla="*/ 1955160 h 1953720"/>
              <a:gd name="GluePoint1X" fmla="*/ 2 w 1904"/>
              <a:gd name="GluePoint1Y" fmla="*/ 3079 h 3079"/>
              <a:gd name="GluePoint2X" fmla="*/ 0 w 1904"/>
              <a:gd name="GluePoint2Y" fmla="*/ 3037 h 3079"/>
              <a:gd name="GluePoint3X" fmla="*/ 1768 w 1904"/>
              <a:gd name="GluePoint3Y" fmla="*/ 65 h 3079"/>
              <a:gd name="GluePoint4X" fmla="*/ 1904 w 1904"/>
              <a:gd name="GluePoint4Y" fmla="*/ 0 h 3079"/>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1904" h="3079">
                <a:moveTo>
                  <a:pt x="2" y="3079"/>
                </a:moveTo>
                <a:lnTo>
                  <a:pt x="0" y="3037"/>
                </a:lnTo>
                <a:cubicBezTo>
                  <a:pt x="0" y="1754"/>
                  <a:pt x="715" y="638"/>
                  <a:pt x="1768" y="65"/>
                </a:cubicBezTo>
                <a:lnTo>
                  <a:pt x="1904" y="0"/>
                </a:lnTo>
              </a:path>
            </a:pathLst>
          </a:custGeom>
          <a:noFill/>
          <a:ln>
            <a:solidFill>
              <a:schemeClr val="accent1">
                <a:alpha val="3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153" name="任意多边形: 形状 11"/>
          <p:cNvSpPr/>
          <p:nvPr/>
        </p:nvSpPr>
        <p:spPr>
          <a:xfrm rot="11094000">
            <a:off x="2748960" y="3816720"/>
            <a:ext cx="1772280" cy="1883160"/>
          </a:xfrm>
          <a:custGeom>
            <a:avLst/>
            <a:gdLst>
              <a:gd name="textAreaLeft" fmla="*/ 0 w 1772280"/>
              <a:gd name="textAreaRight" fmla="*/ 1773720 w 1772280"/>
              <a:gd name="textAreaTop" fmla="*/ 0 h 1883160"/>
              <a:gd name="textAreaBottom" fmla="*/ 1884600 h 1883160"/>
              <a:gd name="GluePoint1X" fmla="*/ 1042541 w 1207728"/>
              <a:gd name="GluePoint1Y" fmla="*/ 79574 h 1283476"/>
              <a:gd name="GluePoint2X" fmla="*/ 1207728 w 1207728"/>
              <a:gd name="GluePoint2Y" fmla="*/ 0 h 1283476"/>
              <a:gd name="GluePoint3X" fmla="*/ 1136917 w 1207728"/>
              <a:gd name="GluePoint3Y" fmla="*/ 50355 h 1283476"/>
              <a:gd name="GluePoint4X" fmla="*/ 79165 w 1207728"/>
              <a:gd name="GluePoint4Y" fmla="*/ 1159992 h 1283476"/>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1207728" h="1283476">
                <a:moveTo>
                  <a:pt x="1207728" y="0"/>
                </a:moveTo>
                <a:lnTo>
                  <a:pt x="1136917" y="50355"/>
                </a:lnTo>
                <a:cubicBezTo>
                  <a:pt x="725367" y="358134"/>
                  <a:pt x="367298" y="733498"/>
                  <a:pt x="79165" y="1159992"/>
                </a:cubicBezTo>
                <a:lnTo>
                  <a:pt x="0" y="1283476"/>
                </a:lnTo>
              </a:path>
            </a:pathLst>
          </a:custGeom>
          <a:noFill/>
          <a:ln>
            <a:solidFill>
              <a:schemeClr val="accent1">
                <a:alpha val="3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154" name="任意多边形: 形状 129"/>
          <p:cNvSpPr/>
          <p:nvPr/>
        </p:nvSpPr>
        <p:spPr>
          <a:xfrm rot="11094000">
            <a:off x="185760" y="948960"/>
            <a:ext cx="4265280" cy="4592880"/>
          </a:xfrm>
          <a:custGeom>
            <a:avLst/>
            <a:gdLst>
              <a:gd name="textAreaLeft" fmla="*/ 0 w 4265280"/>
              <a:gd name="textAreaRight" fmla="*/ 4266720 w 4265280"/>
              <a:gd name="textAreaTop" fmla="*/ 0 h 4592880"/>
              <a:gd name="textAreaBottom" fmla="*/ 4594320 h 4592880"/>
              <a:gd name="GluePoint1X" fmla="*/ 0 w 6719"/>
              <a:gd name="GluePoint1Y" fmla="*/ 7235 h 7235"/>
              <a:gd name="GluePoint2X" fmla="*/ 3 w 6719"/>
              <a:gd name="GluePoint2Y" fmla="*/ 7208 h 7235"/>
              <a:gd name="GluePoint3X" fmla="*/ 6476 w 6719"/>
              <a:gd name="GluePoint3Y" fmla="*/ 53 h 7235"/>
              <a:gd name="GluePoint4X" fmla="*/ 6719 w 6719"/>
              <a:gd name="GluePoint4Y" fmla="*/ 0 h 7235"/>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6719" h="7235">
                <a:moveTo>
                  <a:pt x="0" y="7235"/>
                </a:moveTo>
                <a:lnTo>
                  <a:pt x="3" y="7208"/>
                </a:lnTo>
                <a:cubicBezTo>
                  <a:pt x="535" y="3726"/>
                  <a:pt x="3116" y="918"/>
                  <a:pt x="6476" y="53"/>
                </a:cubicBezTo>
                <a:lnTo>
                  <a:pt x="6719" y="0"/>
                </a:lnTo>
              </a:path>
            </a:pathLst>
          </a:custGeom>
          <a:noFill/>
          <a:ln>
            <a:solidFill>
              <a:schemeClr val="accent1">
                <a:alpha val="3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155" name="任意多边形: 形状 132"/>
          <p:cNvSpPr/>
          <p:nvPr/>
        </p:nvSpPr>
        <p:spPr>
          <a:xfrm rot="11094000">
            <a:off x="190080" y="646920"/>
            <a:ext cx="4104000" cy="4669560"/>
          </a:xfrm>
          <a:custGeom>
            <a:avLst/>
            <a:gdLst>
              <a:gd name="textAreaLeft" fmla="*/ 0 w 4104000"/>
              <a:gd name="textAreaRight" fmla="*/ 4105440 w 4104000"/>
              <a:gd name="textAreaTop" fmla="*/ 0 h 4669560"/>
              <a:gd name="textAreaBottom" fmla="*/ 4671000 h 4669560"/>
              <a:gd name="GluePoint1X" fmla="*/ 0 w 6465"/>
              <a:gd name="GluePoint1Y" fmla="*/ 7356 h 7356"/>
              <a:gd name="GluePoint2X" fmla="*/ 1 w 6465"/>
              <a:gd name="GluePoint2Y" fmla="*/ 7340 h 7356"/>
              <a:gd name="GluePoint3X" fmla="*/ 6025 w 6465"/>
              <a:gd name="GluePoint3Y" fmla="*/ 111 h 7356"/>
              <a:gd name="GluePoint4X" fmla="*/ 6465 w 6465"/>
              <a:gd name="GluePoint4Y" fmla="*/ 0 h 7356"/>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6465" h="7356">
                <a:moveTo>
                  <a:pt x="0" y="7356"/>
                </a:moveTo>
                <a:cubicBezTo>
                  <a:pt x="0" y="7351"/>
                  <a:pt x="1" y="7345"/>
                  <a:pt x="1" y="7340"/>
                </a:cubicBezTo>
                <a:cubicBezTo>
                  <a:pt x="352" y="3888"/>
                  <a:pt x="2785" y="1053"/>
                  <a:pt x="6025" y="111"/>
                </a:cubicBezTo>
                <a:lnTo>
                  <a:pt x="6465" y="0"/>
                </a:lnTo>
              </a:path>
            </a:pathLst>
          </a:custGeom>
          <a:noFill/>
          <a:ln>
            <a:solidFill>
              <a:schemeClr val="accent1">
                <a:alpha val="3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156" name="任意多边形: 形状 126"/>
          <p:cNvSpPr/>
          <p:nvPr/>
        </p:nvSpPr>
        <p:spPr>
          <a:xfrm rot="11094000">
            <a:off x="194040" y="-45360"/>
            <a:ext cx="3562920" cy="4708440"/>
          </a:xfrm>
          <a:custGeom>
            <a:avLst/>
            <a:gdLst>
              <a:gd name="textAreaLeft" fmla="*/ 0 w 3562920"/>
              <a:gd name="textAreaRight" fmla="*/ 3564360 w 3562920"/>
              <a:gd name="textAreaTop" fmla="*/ 0 h 4708440"/>
              <a:gd name="textAreaBottom" fmla="*/ 4709880 h 4708440"/>
              <a:gd name="GluePoint1X" fmla="*/ 5 w 5613"/>
              <a:gd name="GluePoint1Y" fmla="*/ 7417 h 7417"/>
              <a:gd name="GluePoint2X" fmla="*/ 0 w 5613"/>
              <a:gd name="GluePoint2Y" fmla="*/ 7209 h 7417"/>
              <a:gd name="GluePoint3X" fmla="*/ 5542 w 5613"/>
              <a:gd name="GluePoint3Y" fmla="*/ 20 h 7417"/>
              <a:gd name="GluePoint4X" fmla="*/ 5604 w 5613"/>
              <a:gd name="GluePoint4Y" fmla="*/ 0 h 7417"/>
              <a:gd name="GluePoint5X" fmla="*/ 5613 w 5613"/>
              <a:gd name="GluePoint5Y" fmla="*/ 8 h 7417"/>
            </a:gdLst>
            <a:ahLst/>
            <a:cxnLst>
              <a:cxn ang="0">
                <a:pos x="GluePoint1X" y="GluePoint1Y"/>
              </a:cxn>
              <a:cxn ang="0">
                <a:pos x="GluePoint2X" y="GluePoint2Y"/>
              </a:cxn>
              <a:cxn ang="0">
                <a:pos x="GluePoint3X" y="GluePoint3Y"/>
              </a:cxn>
              <a:cxn ang="0">
                <a:pos x="GluePoint4X" y="GluePoint4Y"/>
              </a:cxn>
              <a:cxn ang="0">
                <a:pos x="GluePoint5X" y="GluePoint5Y"/>
              </a:cxn>
            </a:cxnLst>
            <a:rect l="textAreaLeft" t="textAreaTop" r="textAreaRight" b="textAreaBottom"/>
            <a:pathLst>
              <a:path w="5613" h="7417">
                <a:moveTo>
                  <a:pt x="5" y="7417"/>
                </a:moveTo>
                <a:cubicBezTo>
                  <a:pt x="4" y="7348"/>
                  <a:pt x="2" y="7279"/>
                  <a:pt x="0" y="7209"/>
                </a:cubicBezTo>
                <a:cubicBezTo>
                  <a:pt x="0" y="3757"/>
                  <a:pt x="2353" y="856"/>
                  <a:pt x="5542" y="20"/>
                </a:cubicBezTo>
                <a:lnTo>
                  <a:pt x="5604" y="0"/>
                </a:lnTo>
                <a:lnTo>
                  <a:pt x="5613" y="8"/>
                </a:lnTo>
              </a:path>
            </a:pathLst>
          </a:custGeom>
          <a:noFill/>
          <a:ln>
            <a:solidFill>
              <a:schemeClr val="accent1">
                <a:alpha val="3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157" name="任意多边形: 形状 123"/>
          <p:cNvSpPr/>
          <p:nvPr/>
        </p:nvSpPr>
        <p:spPr>
          <a:xfrm rot="11094000">
            <a:off x="190080" y="-151560"/>
            <a:ext cx="3372480" cy="4598640"/>
          </a:xfrm>
          <a:custGeom>
            <a:avLst/>
            <a:gdLst>
              <a:gd name="textAreaLeft" fmla="*/ 0 w 3372480"/>
              <a:gd name="textAreaRight" fmla="*/ 3373920 w 3372480"/>
              <a:gd name="textAreaTop" fmla="*/ 0 h 4598640"/>
              <a:gd name="textAreaBottom" fmla="*/ 4600080 h 4598640"/>
              <a:gd name="GluePoint1X" fmla="*/ 10 w 5313"/>
              <a:gd name="GluePoint1Y" fmla="*/ 7244 h 7244"/>
              <a:gd name="GluePoint2X" fmla="*/ 0 w 5313"/>
              <a:gd name="GluePoint2Y" fmla="*/ 6882 h 7244"/>
              <a:gd name="GluePoint3X" fmla="*/ 5004 w 5313"/>
              <a:gd name="GluePoint3Y" fmla="*/ 79 h 7244"/>
              <a:gd name="GluePoint4X" fmla="*/ 5305 w 5313"/>
              <a:gd name="GluePoint4Y" fmla="*/ 0 h 7244"/>
              <a:gd name="GluePoint5X" fmla="*/ 5313 w 5313"/>
              <a:gd name="GluePoint5Y" fmla="*/ 0 h 7244"/>
            </a:gdLst>
            <a:ahLst/>
            <a:cxnLst>
              <a:cxn ang="0">
                <a:pos x="GluePoint1X" y="GluePoint1Y"/>
              </a:cxn>
              <a:cxn ang="0">
                <a:pos x="GluePoint2X" y="GluePoint2Y"/>
              </a:cxn>
              <a:cxn ang="0">
                <a:pos x="GluePoint3X" y="GluePoint3Y"/>
              </a:cxn>
              <a:cxn ang="0">
                <a:pos x="GluePoint4X" y="GluePoint4Y"/>
              </a:cxn>
              <a:cxn ang="0">
                <a:pos x="GluePoint5X" y="GluePoint5Y"/>
              </a:cxn>
            </a:cxnLst>
            <a:rect l="textAreaLeft" t="textAreaTop" r="textAreaRight" b="textAreaBottom"/>
            <a:pathLst>
              <a:path w="5313" h="7244">
                <a:moveTo>
                  <a:pt x="10" y="7244"/>
                </a:moveTo>
                <a:lnTo>
                  <a:pt x="0" y="6882"/>
                </a:lnTo>
                <a:cubicBezTo>
                  <a:pt x="0" y="3685"/>
                  <a:pt x="2105" y="981"/>
                  <a:pt x="5004" y="79"/>
                </a:cubicBezTo>
                <a:lnTo>
                  <a:pt x="5305" y="0"/>
                </a:lnTo>
                <a:lnTo>
                  <a:pt x="5313" y="0"/>
                </a:lnTo>
              </a:path>
            </a:pathLst>
          </a:custGeom>
          <a:noFill/>
          <a:ln>
            <a:solidFill>
              <a:schemeClr val="accent1">
                <a:alpha val="3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158" name="任意多边形: 形状 16"/>
          <p:cNvSpPr/>
          <p:nvPr/>
        </p:nvSpPr>
        <p:spPr>
          <a:xfrm rot="11094000">
            <a:off x="1342800" y="2269080"/>
            <a:ext cx="3428280" cy="3657600"/>
          </a:xfrm>
          <a:custGeom>
            <a:avLst/>
            <a:gdLst>
              <a:gd name="textAreaLeft" fmla="*/ 0 w 3428280"/>
              <a:gd name="textAreaRight" fmla="*/ 3429720 w 3428280"/>
              <a:gd name="textAreaTop" fmla="*/ 0 h 3657600"/>
              <a:gd name="textAreaBottom" fmla="*/ 3659040 h 3657600"/>
              <a:gd name="GluePoint1X" fmla="*/ 2114901 w 2335534"/>
              <a:gd name="GluePoint1Y" fmla="*/ 14872 h 2491287"/>
              <a:gd name="GluePoint2X" fmla="*/ 2335534 w 2335534"/>
              <a:gd name="GluePoint2Y" fmla="*/ 0 h 2491287"/>
              <a:gd name="GluePoint3X" fmla="*/ 2166244 w 2335534"/>
              <a:gd name="GluePoint3Y" fmla="*/ 76534 h 2491287"/>
              <a:gd name="GluePoint4X" fmla="*/ 14436 w 2335534"/>
              <a:gd name="GluePoint4Y" fmla="*/ 2448623 h 2491287"/>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2335534" h="2491287">
                <a:moveTo>
                  <a:pt x="2335534" y="0"/>
                </a:moveTo>
                <a:lnTo>
                  <a:pt x="2166244" y="76534"/>
                </a:lnTo>
                <a:cubicBezTo>
                  <a:pt x="1174276" y="554513"/>
                  <a:pt x="396178" y="1406038"/>
                  <a:pt x="14436" y="2448623"/>
                </a:cubicBezTo>
                <a:lnTo>
                  <a:pt x="0" y="2491287"/>
                </a:lnTo>
              </a:path>
            </a:pathLst>
          </a:custGeom>
          <a:noFill/>
          <a:ln>
            <a:solidFill>
              <a:schemeClr val="accent1">
                <a:alpha val="3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159" name="任意多边形: 形状 17"/>
          <p:cNvSpPr/>
          <p:nvPr/>
        </p:nvSpPr>
        <p:spPr>
          <a:xfrm rot="11094000">
            <a:off x="1998720" y="2972520"/>
            <a:ext cx="2743200" cy="2936880"/>
          </a:xfrm>
          <a:custGeom>
            <a:avLst/>
            <a:gdLst>
              <a:gd name="textAreaLeft" fmla="*/ 0 w 2743200"/>
              <a:gd name="textAreaRight" fmla="*/ 2744640 w 2743200"/>
              <a:gd name="textAreaTop" fmla="*/ 0 h 2936880"/>
              <a:gd name="textAreaBottom" fmla="*/ 2938320 h 2936880"/>
              <a:gd name="GluePoint1X" fmla="*/ 720197 w 2006436"/>
              <a:gd name="GluePoint1Y" fmla="*/ 1027963 h 2148811"/>
              <a:gd name="GluePoint2X" fmla="*/ 14075 w 2006436"/>
              <a:gd name="GluePoint2Y" fmla="*/ 2123638 h 2148811"/>
              <a:gd name="GluePoint3X" fmla="*/ 0 w 2006436"/>
              <a:gd name="GluePoint3Y" fmla="*/ 2148811 h 2148811"/>
              <a:gd name="GluePoint4X" fmla="*/ 70 w 2006436"/>
              <a:gd name="GluePoint4Y" fmla="*/ 2009948 h 2148811"/>
              <a:gd name="GluePoint5X" fmla="*/ 1638 w 2006436"/>
              <a:gd name="GluePoint5Y" fmla="*/ 1999672 h 2148811"/>
            </a:gdLst>
            <a:ahLst/>
            <a:cxnLst>
              <a:cxn ang="0">
                <a:pos x="GluePoint1X" y="GluePoint1Y"/>
              </a:cxn>
              <a:cxn ang="0">
                <a:pos x="GluePoint2X" y="GluePoint2Y"/>
              </a:cxn>
              <a:cxn ang="0">
                <a:pos x="GluePoint3X" y="GluePoint3Y"/>
              </a:cxn>
              <a:cxn ang="0">
                <a:pos x="GluePoint4X" y="GluePoint4Y"/>
              </a:cxn>
              <a:cxn ang="0">
                <a:pos x="GluePoint5X" y="GluePoint5Y"/>
              </a:cxn>
            </a:cxnLst>
            <a:rect l="textAreaLeft" t="textAreaTop" r="textAreaRight" b="textAreaBottom"/>
            <a:pathLst>
              <a:path w="1869053" h="2000692">
                <a:moveTo>
                  <a:pt x="0" y="2000692"/>
                </a:moveTo>
                <a:lnTo>
                  <a:pt x="1568" y="1990416"/>
                </a:lnTo>
                <a:lnTo>
                  <a:pt x="15892" y="1958733"/>
                </a:lnTo>
                <a:cubicBezTo>
                  <a:pt x="389303" y="1183777"/>
                  <a:pt x="981584" y="534133"/>
                  <a:pt x="1712542" y="89993"/>
                </a:cubicBezTo>
                <a:lnTo>
                  <a:pt x="1869053" y="0"/>
                </a:lnTo>
              </a:path>
            </a:pathLst>
          </a:custGeom>
          <a:noFill/>
          <a:ln>
            <a:solidFill>
              <a:schemeClr val="accent1">
                <a:alpha val="3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160" name="任意多边形: 形状 18"/>
          <p:cNvSpPr/>
          <p:nvPr/>
        </p:nvSpPr>
        <p:spPr>
          <a:xfrm rot="11094000">
            <a:off x="871200" y="1766880"/>
            <a:ext cx="3835080" cy="4082760"/>
          </a:xfrm>
          <a:custGeom>
            <a:avLst/>
            <a:gdLst>
              <a:gd name="textAreaLeft" fmla="*/ 0 w 3835080"/>
              <a:gd name="textAreaRight" fmla="*/ 3836520 w 3835080"/>
              <a:gd name="textAreaTop" fmla="*/ 0 h 4082760"/>
              <a:gd name="textAreaBottom" fmla="*/ 4084200 h 4082760"/>
              <a:gd name="GluePoint1X" fmla="*/ 2151789 w 2692052"/>
              <a:gd name="GluePoint1Y" fmla="*/ 261907 h 2832246"/>
              <a:gd name="GluePoint2X" fmla="*/ 1478689 w 2692052"/>
              <a:gd name="GluePoint2Y" fmla="*/ 661957 h 2832246"/>
              <a:gd name="GluePoint3X" fmla="*/ 964339 w 2692052"/>
              <a:gd name="GluePoint3Y" fmla="*/ 1150907 h 2832246"/>
              <a:gd name="GluePoint4X" fmla="*/ 564289 w 2692052"/>
              <a:gd name="GluePoint4Y" fmla="*/ 1633507 h 2832246"/>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2612863" h="2781134">
                <a:moveTo>
                  <a:pt x="0" y="2781134"/>
                </a:moveTo>
                <a:lnTo>
                  <a:pt x="35434" y="2656357"/>
                </a:lnTo>
                <a:cubicBezTo>
                  <a:pt x="414818" y="1436598"/>
                  <a:pt x="1348392" y="461005"/>
                  <a:pt x="2541633" y="24101"/>
                </a:cubicBezTo>
                <a:lnTo>
                  <a:pt x="2612863" y="0"/>
                </a:lnTo>
              </a:path>
            </a:pathLst>
          </a:custGeom>
          <a:noFill/>
          <a:ln>
            <a:solidFill>
              <a:schemeClr val="accent1">
                <a:alpha val="3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161" name="任意多边形: 形状 19"/>
          <p:cNvSpPr/>
          <p:nvPr/>
        </p:nvSpPr>
        <p:spPr>
          <a:xfrm rot="11094000">
            <a:off x="460440" y="1315080"/>
            <a:ext cx="4133160" cy="4399200"/>
          </a:xfrm>
          <a:custGeom>
            <a:avLst/>
            <a:gdLst>
              <a:gd name="textAreaLeft" fmla="*/ 0 w 4133160"/>
              <a:gd name="textAreaRight" fmla="*/ 4134600 w 4133160"/>
              <a:gd name="textAreaTop" fmla="*/ 0 h 4399200"/>
              <a:gd name="textAreaBottom" fmla="*/ 4400640 h 4399200"/>
              <a:gd name="GluePoint1X" fmla="*/ 2644879 w 2852093"/>
              <a:gd name="GluePoint1Y" fmla="*/ 27487 h 3028139"/>
              <a:gd name="GluePoint2X" fmla="*/ 2740621 w 2852093"/>
              <a:gd name="GluePoint2Y" fmla="*/ 0 h 3028139"/>
              <a:gd name="GluePoint3X" fmla="*/ 2814697 w 2852093"/>
              <a:gd name="GluePoint3Y" fmla="*/ 17806 h 3028139"/>
              <a:gd name="GluePoint4X" fmla="*/ 2852093 w 2852093"/>
              <a:gd name="GluePoint4Y" fmla="*/ 31493 h 3028139"/>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2815694" h="2996646">
                <a:moveTo>
                  <a:pt x="2815694" y="0"/>
                </a:moveTo>
                <a:lnTo>
                  <a:pt x="2686366" y="36725"/>
                </a:lnTo>
                <a:cubicBezTo>
                  <a:pt x="1390883" y="439662"/>
                  <a:pt x="382022" y="1493150"/>
                  <a:pt x="41909" y="2815064"/>
                </a:cubicBezTo>
                <a:lnTo>
                  <a:pt x="0" y="2996646"/>
                </a:lnTo>
              </a:path>
            </a:pathLst>
          </a:custGeom>
          <a:noFill/>
          <a:ln>
            <a:solidFill>
              <a:schemeClr val="accent1">
                <a:alpha val="3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162" name="任意多边形: 形状 135"/>
          <p:cNvSpPr/>
          <p:nvPr/>
        </p:nvSpPr>
        <p:spPr>
          <a:xfrm rot="11094000">
            <a:off x="192240" y="394920"/>
            <a:ext cx="3927240" cy="4710960"/>
          </a:xfrm>
          <a:custGeom>
            <a:avLst/>
            <a:gdLst>
              <a:gd name="textAreaLeft" fmla="*/ 0 w 3927240"/>
              <a:gd name="textAreaRight" fmla="*/ 3928680 w 3927240"/>
              <a:gd name="textAreaTop" fmla="*/ 0 h 4710960"/>
              <a:gd name="textAreaBottom" fmla="*/ 4712400 h 4710960"/>
              <a:gd name="GluePoint1X" fmla="*/ 0 w 6187"/>
              <a:gd name="GluePoint1Y" fmla="*/ 7421 h 7421"/>
              <a:gd name="GluePoint2X" fmla="*/ 28 w 6187"/>
              <a:gd name="GluePoint2Y" fmla="*/ 7052 h 7421"/>
              <a:gd name="GluePoint3X" fmla="*/ 6187 w 6187"/>
              <a:gd name="GluePoint3Y" fmla="*/ 0 h 7421"/>
            </a:gdLst>
            <a:ahLst/>
            <a:cxnLst>
              <a:cxn ang="0">
                <a:pos x="GluePoint1X" y="GluePoint1Y"/>
              </a:cxn>
              <a:cxn ang="0">
                <a:pos x="GluePoint2X" y="GluePoint2Y"/>
              </a:cxn>
              <a:cxn ang="0">
                <a:pos x="GluePoint3X" y="GluePoint3Y"/>
              </a:cxn>
            </a:cxnLst>
            <a:rect l="textAreaLeft" t="textAreaTop" r="textAreaRight" b="textAreaBottom"/>
            <a:pathLst>
              <a:path w="6187" h="7421">
                <a:moveTo>
                  <a:pt x="0" y="7421"/>
                </a:moveTo>
                <a:lnTo>
                  <a:pt x="28" y="7052"/>
                </a:lnTo>
                <a:cubicBezTo>
                  <a:pt x="378" y="3603"/>
                  <a:pt x="2890" y="794"/>
                  <a:pt x="6187" y="0"/>
                </a:cubicBezTo>
              </a:path>
            </a:pathLst>
          </a:custGeom>
          <a:noFill/>
          <a:ln>
            <a:solidFill>
              <a:schemeClr val="accent1">
                <a:alpha val="3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163" name="任意多边形: 形状 138"/>
          <p:cNvSpPr/>
          <p:nvPr/>
        </p:nvSpPr>
        <p:spPr>
          <a:xfrm rot="11094000">
            <a:off x="194040" y="169920"/>
            <a:ext cx="3758400" cy="4722480"/>
          </a:xfrm>
          <a:custGeom>
            <a:avLst/>
            <a:gdLst>
              <a:gd name="textAreaLeft" fmla="*/ 0 w 3758400"/>
              <a:gd name="textAreaRight" fmla="*/ 3759840 w 3758400"/>
              <a:gd name="textAreaTop" fmla="*/ 0 h 4722480"/>
              <a:gd name="textAreaBottom" fmla="*/ 4723920 h 4722480"/>
              <a:gd name="GluePoint1X" fmla="*/ 0 w 5921"/>
              <a:gd name="GluePoint1Y" fmla="*/ 7439 h 7439"/>
              <a:gd name="GluePoint2X" fmla="*/ 7 w 5921"/>
              <a:gd name="GluePoint2Y" fmla="*/ 7157 h 7439"/>
              <a:gd name="GluePoint3X" fmla="*/ 5603 w 5921"/>
              <a:gd name="GluePoint3Y" fmla="*/ 82 h 7439"/>
              <a:gd name="GluePoint4X" fmla="*/ 5921 w 5921"/>
              <a:gd name="GluePoint4Y" fmla="*/ 0 h 7439"/>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5921" h="7439">
                <a:moveTo>
                  <a:pt x="0" y="7439"/>
                </a:moveTo>
                <a:cubicBezTo>
                  <a:pt x="2" y="7345"/>
                  <a:pt x="5" y="7251"/>
                  <a:pt x="7" y="7157"/>
                </a:cubicBezTo>
                <a:cubicBezTo>
                  <a:pt x="178" y="3790"/>
                  <a:pt x="2487" y="988"/>
                  <a:pt x="5603" y="82"/>
                </a:cubicBezTo>
                <a:lnTo>
                  <a:pt x="5921" y="0"/>
                </a:lnTo>
              </a:path>
            </a:pathLst>
          </a:custGeom>
          <a:noFill/>
          <a:ln>
            <a:solidFill>
              <a:schemeClr val="accent1">
                <a:alpha val="3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164" name="任意多边形: 形状 120"/>
          <p:cNvSpPr/>
          <p:nvPr/>
        </p:nvSpPr>
        <p:spPr>
          <a:xfrm rot="11094000">
            <a:off x="181800" y="-145080"/>
            <a:ext cx="3189600" cy="4376160"/>
          </a:xfrm>
          <a:custGeom>
            <a:avLst/>
            <a:gdLst>
              <a:gd name="textAreaLeft" fmla="*/ 0 w 3189600"/>
              <a:gd name="textAreaRight" fmla="*/ 3191040 w 3189600"/>
              <a:gd name="textAreaTop" fmla="*/ 0 h 4376160"/>
              <a:gd name="textAreaBottom" fmla="*/ 4377600 h 4376160"/>
              <a:gd name="GluePoint1X" fmla="*/ 8 w 5025"/>
              <a:gd name="GluePoint1Y" fmla="*/ 6894 h 6894"/>
              <a:gd name="GluePoint2X" fmla="*/ 5 w 5025"/>
              <a:gd name="GluePoint2Y" fmla="*/ 6821 h 6894"/>
              <a:gd name="GluePoint3X" fmla="*/ 0 w 5025"/>
              <a:gd name="GluePoint3Y" fmla="*/ 6558 h 6894"/>
              <a:gd name="GluePoint4X" fmla="*/ 4779 w 5025"/>
              <a:gd name="GluePoint4Y" fmla="*/ 62 h 6894"/>
              <a:gd name="GluePoint5X" fmla="*/ 5024 w 5025"/>
              <a:gd name="GluePoint5Y" fmla="*/ 0 h 6894"/>
              <a:gd name="GluePoint6X" fmla="*/ 5025 w 5025"/>
              <a:gd name="GluePoint6Y" fmla="*/ 3 h 689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Lst>
            <a:rect l="textAreaLeft" t="textAreaTop" r="textAreaRight" b="textAreaBottom"/>
            <a:pathLst>
              <a:path w="5025" h="6894">
                <a:moveTo>
                  <a:pt x="8" y="6894"/>
                </a:moveTo>
                <a:lnTo>
                  <a:pt x="5" y="6821"/>
                </a:lnTo>
                <a:cubicBezTo>
                  <a:pt x="2" y="6734"/>
                  <a:pt x="0" y="6646"/>
                  <a:pt x="0" y="6558"/>
                </a:cubicBezTo>
                <a:cubicBezTo>
                  <a:pt x="0" y="3506"/>
                  <a:pt x="2010" y="923"/>
                  <a:pt x="4779" y="62"/>
                </a:cubicBezTo>
                <a:lnTo>
                  <a:pt x="5024" y="0"/>
                </a:lnTo>
                <a:lnTo>
                  <a:pt x="5025" y="3"/>
                </a:lnTo>
              </a:path>
            </a:pathLst>
          </a:custGeom>
          <a:noFill/>
          <a:ln>
            <a:solidFill>
              <a:schemeClr val="accent1">
                <a:alpha val="3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165" name="任意多边形: 形状 117"/>
          <p:cNvSpPr/>
          <p:nvPr/>
        </p:nvSpPr>
        <p:spPr>
          <a:xfrm rot="11094000">
            <a:off x="172080" y="-136440"/>
            <a:ext cx="3002040" cy="4152240"/>
          </a:xfrm>
          <a:custGeom>
            <a:avLst/>
            <a:gdLst>
              <a:gd name="textAreaLeft" fmla="*/ 0 w 3002040"/>
              <a:gd name="textAreaRight" fmla="*/ 3003480 w 3002040"/>
              <a:gd name="textAreaTop" fmla="*/ 0 h 4152240"/>
              <a:gd name="textAreaBottom" fmla="*/ 4153680 h 4152240"/>
              <a:gd name="GluePoint1X" fmla="*/ 15 w 4730"/>
              <a:gd name="GluePoint1Y" fmla="*/ 6541 h 6541"/>
              <a:gd name="GluePoint2X" fmla="*/ 0 w 4730"/>
              <a:gd name="GluePoint2Y" fmla="*/ 6235 h 6541"/>
              <a:gd name="GluePoint3X" fmla="*/ 4553 w 4730"/>
              <a:gd name="GluePoint3Y" fmla="*/ 46 h 6541"/>
              <a:gd name="GluePoint4X" fmla="*/ 4730 w 4730"/>
              <a:gd name="GluePoint4Y" fmla="*/ 0 h 6541"/>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4730" h="6541">
                <a:moveTo>
                  <a:pt x="15" y="6541"/>
                </a:moveTo>
                <a:lnTo>
                  <a:pt x="0" y="6235"/>
                </a:lnTo>
                <a:cubicBezTo>
                  <a:pt x="0" y="3327"/>
                  <a:pt x="1915" y="866"/>
                  <a:pt x="4553" y="46"/>
                </a:cubicBezTo>
                <a:lnTo>
                  <a:pt x="4730" y="0"/>
                </a:lnTo>
              </a:path>
            </a:pathLst>
          </a:custGeom>
          <a:noFill/>
          <a:ln>
            <a:solidFill>
              <a:schemeClr val="accent1">
                <a:alpha val="3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166" name="任意多边形: 形状 114"/>
          <p:cNvSpPr/>
          <p:nvPr/>
        </p:nvSpPr>
        <p:spPr>
          <a:xfrm rot="11094000">
            <a:off x="163080" y="-127800"/>
            <a:ext cx="2817360" cy="3930480"/>
          </a:xfrm>
          <a:custGeom>
            <a:avLst/>
            <a:gdLst>
              <a:gd name="textAreaLeft" fmla="*/ 0 w 2817360"/>
              <a:gd name="textAreaRight" fmla="*/ 2818800 w 2817360"/>
              <a:gd name="textAreaTop" fmla="*/ 0 h 3930480"/>
              <a:gd name="textAreaBottom" fmla="*/ 3931920 h 3930480"/>
              <a:gd name="GluePoint1X" fmla="*/ 14 w 4439"/>
              <a:gd name="GluePoint1Y" fmla="*/ 6192 h 6192"/>
              <a:gd name="GluePoint2X" fmla="*/ 0 w 4439"/>
              <a:gd name="GluePoint2Y" fmla="*/ 5913 h 6192"/>
              <a:gd name="GluePoint3X" fmla="*/ 4329 w 4439"/>
              <a:gd name="GluePoint3Y" fmla="*/ 28 h 6192"/>
              <a:gd name="GluePoint4X" fmla="*/ 4439 w 4439"/>
              <a:gd name="GluePoint4Y" fmla="*/ 0 h 6192"/>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4439" h="6192">
                <a:moveTo>
                  <a:pt x="14" y="6192"/>
                </a:moveTo>
                <a:lnTo>
                  <a:pt x="0" y="5913"/>
                </a:lnTo>
                <a:cubicBezTo>
                  <a:pt x="0" y="3148"/>
                  <a:pt x="1821" y="809"/>
                  <a:pt x="4329" y="28"/>
                </a:cubicBezTo>
                <a:lnTo>
                  <a:pt x="4439" y="0"/>
                </a:lnTo>
              </a:path>
            </a:pathLst>
          </a:custGeom>
          <a:noFill/>
          <a:ln>
            <a:solidFill>
              <a:schemeClr val="accent1">
                <a:alpha val="3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167" name="任意多边形: 形状 111"/>
          <p:cNvSpPr/>
          <p:nvPr/>
        </p:nvSpPr>
        <p:spPr>
          <a:xfrm rot="11094000">
            <a:off x="154800" y="-120240"/>
            <a:ext cx="2647080" cy="3727800"/>
          </a:xfrm>
          <a:custGeom>
            <a:avLst/>
            <a:gdLst>
              <a:gd name="textAreaLeft" fmla="*/ 0 w 2647080"/>
              <a:gd name="textAreaRight" fmla="*/ 2648520 w 2647080"/>
              <a:gd name="textAreaTop" fmla="*/ 0 h 3727800"/>
              <a:gd name="textAreaBottom" fmla="*/ 3729240 h 3727800"/>
              <a:gd name="GluePoint1X" fmla="*/ 13 w 4171"/>
              <a:gd name="GluePoint1Y" fmla="*/ 5873 h 5873"/>
              <a:gd name="GluePoint2X" fmla="*/ 0 w 4171"/>
              <a:gd name="GluePoint2Y" fmla="*/ 5619 h 5873"/>
              <a:gd name="GluePoint3X" fmla="*/ 4123 w 4171"/>
              <a:gd name="GluePoint3Y" fmla="*/ 12 h 5873"/>
              <a:gd name="GluePoint4X" fmla="*/ 4171 w 4171"/>
              <a:gd name="GluePoint4Y" fmla="*/ 0 h 5873"/>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4171" h="5873">
                <a:moveTo>
                  <a:pt x="13" y="5873"/>
                </a:moveTo>
                <a:lnTo>
                  <a:pt x="0" y="5619"/>
                </a:lnTo>
                <a:cubicBezTo>
                  <a:pt x="0" y="2984"/>
                  <a:pt x="1734" y="756"/>
                  <a:pt x="4123" y="12"/>
                </a:cubicBezTo>
                <a:lnTo>
                  <a:pt x="4171" y="0"/>
                </a:lnTo>
              </a:path>
            </a:pathLst>
          </a:custGeom>
          <a:noFill/>
          <a:ln>
            <a:solidFill>
              <a:schemeClr val="accent1">
                <a:alpha val="3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168" name="任意多边形: 形状 108"/>
          <p:cNvSpPr/>
          <p:nvPr/>
        </p:nvSpPr>
        <p:spPr>
          <a:xfrm rot="11094000">
            <a:off x="145800" y="-110160"/>
            <a:ext cx="2454840" cy="3495600"/>
          </a:xfrm>
          <a:custGeom>
            <a:avLst/>
            <a:gdLst>
              <a:gd name="textAreaLeft" fmla="*/ 0 w 2454840"/>
              <a:gd name="textAreaRight" fmla="*/ 2456280 w 2454840"/>
              <a:gd name="textAreaTop" fmla="*/ 0 h 3495600"/>
              <a:gd name="textAreaBottom" fmla="*/ 3497040 h 3495600"/>
              <a:gd name="GluePoint1X" fmla="*/ 11 w 3868"/>
              <a:gd name="GluePoint1Y" fmla="*/ 5507 h 5507"/>
              <a:gd name="GluePoint2X" fmla="*/ 0 w 3868"/>
              <a:gd name="GluePoint2Y" fmla="*/ 5281 h 5507"/>
              <a:gd name="GluePoint3X" fmla="*/ 3837 w 3868"/>
              <a:gd name="GluePoint3Y" fmla="*/ 10 h 5507"/>
              <a:gd name="GluePoint4X" fmla="*/ 3868 w 3868"/>
              <a:gd name="GluePoint4Y" fmla="*/ 0 h 5507"/>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3868" h="5507">
                <a:moveTo>
                  <a:pt x="11" y="5507"/>
                </a:moveTo>
                <a:lnTo>
                  <a:pt x="0" y="5281"/>
                </a:lnTo>
                <a:cubicBezTo>
                  <a:pt x="0" y="2816"/>
                  <a:pt x="1611" y="727"/>
                  <a:pt x="3837" y="10"/>
                </a:cubicBezTo>
                <a:lnTo>
                  <a:pt x="3868" y="0"/>
                </a:lnTo>
              </a:path>
            </a:pathLst>
          </a:custGeom>
          <a:noFill/>
          <a:ln>
            <a:solidFill>
              <a:schemeClr val="accent1">
                <a:alpha val="3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169" name="任意多边形: 形状 105"/>
          <p:cNvSpPr/>
          <p:nvPr/>
        </p:nvSpPr>
        <p:spPr>
          <a:xfrm rot="11094000">
            <a:off x="137160" y="-103320"/>
            <a:ext cx="2281320" cy="3282120"/>
          </a:xfrm>
          <a:custGeom>
            <a:avLst/>
            <a:gdLst>
              <a:gd name="textAreaLeft" fmla="*/ 0 w 2281320"/>
              <a:gd name="textAreaRight" fmla="*/ 2282760 w 2281320"/>
              <a:gd name="textAreaTop" fmla="*/ 0 h 3282120"/>
              <a:gd name="textAreaBottom" fmla="*/ 3283560 h 3282120"/>
              <a:gd name="GluePoint1X" fmla="*/ 10 w 3595"/>
              <a:gd name="GluePoint1Y" fmla="*/ 5171 h 5171"/>
              <a:gd name="GluePoint2X" fmla="*/ 0 w 3595"/>
              <a:gd name="GluePoint2Y" fmla="*/ 4971 h 5171"/>
              <a:gd name="GluePoint3X" fmla="*/ 3198 w 3595"/>
              <a:gd name="GluePoint3Y" fmla="*/ 146 h 5171"/>
              <a:gd name="GluePoint4X" fmla="*/ 3595 w 3595"/>
              <a:gd name="GluePoint4Y" fmla="*/ 0 h 5171"/>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3595" h="5171">
                <a:moveTo>
                  <a:pt x="10" y="5171"/>
                </a:moveTo>
                <a:lnTo>
                  <a:pt x="0" y="4971"/>
                </a:lnTo>
                <a:cubicBezTo>
                  <a:pt x="0" y="2801"/>
                  <a:pt x="1319" y="940"/>
                  <a:pt x="3198" y="146"/>
                </a:cubicBezTo>
                <a:lnTo>
                  <a:pt x="3595" y="0"/>
                </a:lnTo>
              </a:path>
            </a:pathLst>
          </a:custGeom>
          <a:noFill/>
          <a:ln>
            <a:solidFill>
              <a:schemeClr val="accent1">
                <a:alpha val="3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170" name="任意多边形: 形状 102"/>
          <p:cNvSpPr/>
          <p:nvPr/>
        </p:nvSpPr>
        <p:spPr>
          <a:xfrm rot="11094000">
            <a:off x="128160" y="-95760"/>
            <a:ext cx="2120040" cy="3084840"/>
          </a:xfrm>
          <a:custGeom>
            <a:avLst/>
            <a:gdLst>
              <a:gd name="textAreaLeft" fmla="*/ 0 w 2120040"/>
              <a:gd name="textAreaRight" fmla="*/ 2121480 w 2120040"/>
              <a:gd name="textAreaTop" fmla="*/ 0 h 3084840"/>
              <a:gd name="textAreaBottom" fmla="*/ 3086280 h 3084840"/>
              <a:gd name="GluePoint1X" fmla="*/ 9 w 3341"/>
              <a:gd name="GluePoint1Y" fmla="*/ 4860 h 4860"/>
              <a:gd name="GluePoint2X" fmla="*/ 0 w 3341"/>
              <a:gd name="GluePoint2Y" fmla="*/ 4683 h 4860"/>
              <a:gd name="GluePoint3X" fmla="*/ 3028 w 3341"/>
              <a:gd name="GluePoint3Y" fmla="*/ 115 h 4860"/>
              <a:gd name="GluePoint4X" fmla="*/ 3341 w 3341"/>
              <a:gd name="GluePoint4Y" fmla="*/ 0 h 4860"/>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3341" h="4860">
                <a:moveTo>
                  <a:pt x="9" y="4860"/>
                </a:moveTo>
                <a:lnTo>
                  <a:pt x="0" y="4683"/>
                </a:lnTo>
                <a:cubicBezTo>
                  <a:pt x="0" y="2630"/>
                  <a:pt x="1248" y="867"/>
                  <a:pt x="3028" y="115"/>
                </a:cubicBezTo>
                <a:lnTo>
                  <a:pt x="3341" y="0"/>
                </a:lnTo>
              </a:path>
            </a:pathLst>
          </a:custGeom>
          <a:noFill/>
          <a:ln>
            <a:solidFill>
              <a:schemeClr val="accent1">
                <a:alpha val="3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171" name="任意多边形: 形状 99"/>
          <p:cNvSpPr/>
          <p:nvPr/>
        </p:nvSpPr>
        <p:spPr>
          <a:xfrm rot="11094000">
            <a:off x="120600" y="-87840"/>
            <a:ext cx="1949760" cy="2876400"/>
          </a:xfrm>
          <a:custGeom>
            <a:avLst/>
            <a:gdLst>
              <a:gd name="textAreaLeft" fmla="*/ 0 w 1949760"/>
              <a:gd name="textAreaRight" fmla="*/ 1951200 w 1949760"/>
              <a:gd name="textAreaTop" fmla="*/ 0 h 2876400"/>
              <a:gd name="textAreaBottom" fmla="*/ 2877840 h 2876400"/>
              <a:gd name="GluePoint1X" fmla="*/ 6 w 3073"/>
              <a:gd name="GluePoint1Y" fmla="*/ 4532 h 4532"/>
              <a:gd name="GluePoint2X" fmla="*/ 0 w 3073"/>
              <a:gd name="GluePoint2Y" fmla="*/ 4380 h 4532"/>
              <a:gd name="GluePoint3X" fmla="*/ 2848 w 3073"/>
              <a:gd name="GluePoint3Y" fmla="*/ 82 h 4532"/>
              <a:gd name="GluePoint4X" fmla="*/ 3073 w 3073"/>
              <a:gd name="GluePoint4Y" fmla="*/ 0 h 4532"/>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3073" h="4532">
                <a:moveTo>
                  <a:pt x="6" y="4532"/>
                </a:moveTo>
                <a:lnTo>
                  <a:pt x="0" y="4380"/>
                </a:lnTo>
                <a:cubicBezTo>
                  <a:pt x="0" y="2448"/>
                  <a:pt x="1174" y="790"/>
                  <a:pt x="2848" y="82"/>
                </a:cubicBezTo>
                <a:lnTo>
                  <a:pt x="3073" y="0"/>
                </a:lnTo>
              </a:path>
            </a:pathLst>
          </a:custGeom>
          <a:noFill/>
          <a:ln>
            <a:solidFill>
              <a:schemeClr val="accent1">
                <a:alpha val="3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172" name="任意多边形: 形状 96"/>
          <p:cNvSpPr/>
          <p:nvPr/>
        </p:nvSpPr>
        <p:spPr>
          <a:xfrm rot="11094000">
            <a:off x="113040" y="-81000"/>
            <a:ext cx="1797480" cy="2688480"/>
          </a:xfrm>
          <a:custGeom>
            <a:avLst/>
            <a:gdLst>
              <a:gd name="textAreaLeft" fmla="*/ 0 w 1797480"/>
              <a:gd name="textAreaRight" fmla="*/ 1798920 w 1797480"/>
              <a:gd name="textAreaTop" fmla="*/ 0 h 2688480"/>
              <a:gd name="textAreaBottom" fmla="*/ 2689920 h 2688480"/>
              <a:gd name="GluePoint1X" fmla="*/ 10 w 2833"/>
              <a:gd name="GluePoint1Y" fmla="*/ 4236 h 4236"/>
              <a:gd name="GluePoint2X" fmla="*/ 0 w 2833"/>
              <a:gd name="GluePoint2Y" fmla="*/ 4107 h 4236"/>
              <a:gd name="GluePoint3X" fmla="*/ 2687 w 2833"/>
              <a:gd name="GluePoint3Y" fmla="*/ 53 h 4236"/>
              <a:gd name="GluePoint4X" fmla="*/ 2833 w 2833"/>
              <a:gd name="GluePoint4Y" fmla="*/ 0 h 4236"/>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2833" h="4236">
                <a:moveTo>
                  <a:pt x="10" y="4236"/>
                </a:moveTo>
                <a:lnTo>
                  <a:pt x="0" y="4107"/>
                </a:lnTo>
                <a:cubicBezTo>
                  <a:pt x="0" y="2285"/>
                  <a:pt x="1108" y="721"/>
                  <a:pt x="2687" y="53"/>
                </a:cubicBezTo>
                <a:lnTo>
                  <a:pt x="2833" y="0"/>
                </a:lnTo>
              </a:path>
            </a:pathLst>
          </a:custGeom>
          <a:noFill/>
          <a:ln>
            <a:solidFill>
              <a:schemeClr val="accent1">
                <a:alpha val="3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173" name="任意多边形: 形状 93"/>
          <p:cNvSpPr/>
          <p:nvPr/>
        </p:nvSpPr>
        <p:spPr>
          <a:xfrm rot="11094000">
            <a:off x="104760" y="-74880"/>
            <a:ext cx="1655280" cy="2514600"/>
          </a:xfrm>
          <a:custGeom>
            <a:avLst/>
            <a:gdLst>
              <a:gd name="textAreaLeft" fmla="*/ 0 w 1655280"/>
              <a:gd name="textAreaRight" fmla="*/ 1656720 w 1655280"/>
              <a:gd name="textAreaTop" fmla="*/ 0 h 2514600"/>
              <a:gd name="textAreaBottom" fmla="*/ 2516040 h 2514600"/>
              <a:gd name="GluePoint1X" fmla="*/ 8 w 2609"/>
              <a:gd name="GluePoint1Y" fmla="*/ 3962 h 3962"/>
              <a:gd name="GluePoint2X" fmla="*/ 0 w 2609"/>
              <a:gd name="GluePoint2Y" fmla="*/ 3854 h 3962"/>
              <a:gd name="GluePoint3X" fmla="*/ 2537 w 2609"/>
              <a:gd name="GluePoint3Y" fmla="*/ 26 h 3962"/>
              <a:gd name="GluePoint4X" fmla="*/ 2609 w 2609"/>
              <a:gd name="GluePoint4Y" fmla="*/ 0 h 3962"/>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2609" h="3962">
                <a:moveTo>
                  <a:pt x="8" y="3962"/>
                </a:moveTo>
                <a:lnTo>
                  <a:pt x="0" y="3854"/>
                </a:lnTo>
                <a:cubicBezTo>
                  <a:pt x="0" y="2133"/>
                  <a:pt x="1046" y="657"/>
                  <a:pt x="2537" y="26"/>
                </a:cubicBezTo>
                <a:lnTo>
                  <a:pt x="2609" y="0"/>
                </a:lnTo>
              </a:path>
            </a:pathLst>
          </a:custGeom>
          <a:noFill/>
          <a:ln>
            <a:solidFill>
              <a:schemeClr val="accent1">
                <a:alpha val="3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174" name="任意多边形: 形状 90"/>
          <p:cNvSpPr/>
          <p:nvPr/>
        </p:nvSpPr>
        <p:spPr>
          <a:xfrm rot="11094000">
            <a:off x="97560" y="-69480"/>
            <a:ext cx="1510560" cy="2337120"/>
          </a:xfrm>
          <a:custGeom>
            <a:avLst/>
            <a:gdLst>
              <a:gd name="textAreaLeft" fmla="*/ 0 w 1510560"/>
              <a:gd name="textAreaRight" fmla="*/ 1512000 w 1510560"/>
              <a:gd name="textAreaTop" fmla="*/ 0 h 2337120"/>
              <a:gd name="textAreaBottom" fmla="*/ 2338560 h 2337120"/>
              <a:gd name="GluePoint1X" fmla="*/ 7 w 2381"/>
              <a:gd name="GluePoint1Y" fmla="*/ 3683 h 3683"/>
              <a:gd name="GluePoint2X" fmla="*/ 0 w 2381"/>
              <a:gd name="GluePoint2Y" fmla="*/ 3596 h 3683"/>
              <a:gd name="GluePoint3X" fmla="*/ 2319 w 2381"/>
              <a:gd name="GluePoint3Y" fmla="*/ 27 h 3683"/>
              <a:gd name="GluePoint4X" fmla="*/ 2381 w 2381"/>
              <a:gd name="GluePoint4Y" fmla="*/ 0 h 3683"/>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2381" h="3683">
                <a:moveTo>
                  <a:pt x="7" y="3683"/>
                </a:moveTo>
                <a:lnTo>
                  <a:pt x="0" y="3596"/>
                </a:lnTo>
                <a:cubicBezTo>
                  <a:pt x="0" y="2004"/>
                  <a:pt x="953" y="635"/>
                  <a:pt x="2319" y="27"/>
                </a:cubicBezTo>
                <a:lnTo>
                  <a:pt x="2381" y="0"/>
                </a:lnTo>
              </a:path>
            </a:pathLst>
          </a:custGeom>
          <a:noFill/>
          <a:ln>
            <a:solidFill>
              <a:schemeClr val="accent1">
                <a:alpha val="3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175" name="任意多边形: 形状 87"/>
          <p:cNvSpPr/>
          <p:nvPr/>
        </p:nvSpPr>
        <p:spPr>
          <a:xfrm rot="11094000">
            <a:off x="88560" y="-61560"/>
            <a:ext cx="1355040" cy="2139840"/>
          </a:xfrm>
          <a:custGeom>
            <a:avLst/>
            <a:gdLst>
              <a:gd name="textAreaLeft" fmla="*/ 0 w 1355040"/>
              <a:gd name="textAreaRight" fmla="*/ 1356480 w 1355040"/>
              <a:gd name="textAreaTop" fmla="*/ 0 h 2139840"/>
              <a:gd name="textAreaBottom" fmla="*/ 2141280 h 2139840"/>
              <a:gd name="GluePoint1X" fmla="*/ 5 w 2136"/>
              <a:gd name="GluePoint1Y" fmla="*/ 3372 h 3372"/>
              <a:gd name="GluePoint2X" fmla="*/ 0 w 2136"/>
              <a:gd name="GluePoint2Y" fmla="*/ 3308 h 3372"/>
              <a:gd name="GluePoint3X" fmla="*/ 1902 w 2136"/>
              <a:gd name="GluePoint3Y" fmla="*/ 113 h 3372"/>
              <a:gd name="GluePoint4X" fmla="*/ 2136 w 2136"/>
              <a:gd name="GluePoint4Y" fmla="*/ 0 h 3372"/>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2136" h="3372">
                <a:moveTo>
                  <a:pt x="5" y="3372"/>
                </a:moveTo>
                <a:lnTo>
                  <a:pt x="0" y="3308"/>
                </a:lnTo>
                <a:cubicBezTo>
                  <a:pt x="0" y="1928"/>
                  <a:pt x="769" y="728"/>
                  <a:pt x="1902" y="113"/>
                </a:cubicBezTo>
                <a:lnTo>
                  <a:pt x="2136" y="0"/>
                </a:lnTo>
              </a:path>
            </a:pathLst>
          </a:custGeom>
          <a:noFill/>
          <a:ln>
            <a:solidFill>
              <a:schemeClr val="accent1">
                <a:alpha val="3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176" name="任意多边形: 形状 81"/>
          <p:cNvSpPr/>
          <p:nvPr/>
        </p:nvSpPr>
        <p:spPr>
          <a:xfrm rot="11094000">
            <a:off x="73440" y="-49320"/>
            <a:ext cx="1064160" cy="1772280"/>
          </a:xfrm>
          <a:custGeom>
            <a:avLst/>
            <a:gdLst>
              <a:gd name="textAreaLeft" fmla="*/ 0 w 1064160"/>
              <a:gd name="textAreaRight" fmla="*/ 1065600 w 1064160"/>
              <a:gd name="textAreaTop" fmla="*/ 0 h 1772280"/>
              <a:gd name="textAreaBottom" fmla="*/ 1773720 h 1772280"/>
              <a:gd name="GluePoint1X" fmla="*/ 2 w 1678"/>
              <a:gd name="GluePoint1Y" fmla="*/ 2793 h 2793"/>
              <a:gd name="GluePoint2X" fmla="*/ 0 w 1678"/>
              <a:gd name="GluePoint2Y" fmla="*/ 2772 h 2793"/>
              <a:gd name="GluePoint3X" fmla="*/ 1638 w 1678"/>
              <a:gd name="GluePoint3Y" fmla="*/ 19 h 2793"/>
              <a:gd name="GluePoint4X" fmla="*/ 1678 w 1678"/>
              <a:gd name="GluePoint4Y" fmla="*/ 0 h 2793"/>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1678" h="2793">
                <a:moveTo>
                  <a:pt x="2" y="2793"/>
                </a:moveTo>
                <a:lnTo>
                  <a:pt x="0" y="2772"/>
                </a:lnTo>
                <a:cubicBezTo>
                  <a:pt x="0" y="1584"/>
                  <a:pt x="662" y="549"/>
                  <a:pt x="1638" y="19"/>
                </a:cubicBezTo>
                <a:lnTo>
                  <a:pt x="1678" y="0"/>
                </a:lnTo>
              </a:path>
            </a:pathLst>
          </a:custGeom>
          <a:noFill/>
          <a:ln>
            <a:solidFill>
              <a:schemeClr val="accent1">
                <a:alpha val="3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177" name="任意多边形: 形状 78"/>
          <p:cNvSpPr/>
          <p:nvPr/>
        </p:nvSpPr>
        <p:spPr>
          <a:xfrm rot="11094000">
            <a:off x="65880" y="-42120"/>
            <a:ext cx="925200" cy="1591200"/>
          </a:xfrm>
          <a:custGeom>
            <a:avLst/>
            <a:gdLst>
              <a:gd name="textAreaLeft" fmla="*/ 0 w 925200"/>
              <a:gd name="textAreaRight" fmla="*/ 926640 w 925200"/>
              <a:gd name="textAreaTop" fmla="*/ 0 h 1591200"/>
              <a:gd name="textAreaBottom" fmla="*/ 1592640 h 1591200"/>
              <a:gd name="GluePoint1X" fmla="*/ 0 w 1459"/>
              <a:gd name="GluePoint1Y" fmla="*/ 2508 h 2508"/>
              <a:gd name="GluePoint2X" fmla="*/ 0 w 1459"/>
              <a:gd name="GluePoint2Y" fmla="*/ 2461 h 2508"/>
              <a:gd name="GluePoint3X" fmla="*/ 1273 w 1459"/>
              <a:gd name="GluePoint3Y" fmla="*/ 113 h 2508"/>
              <a:gd name="GluePoint4X" fmla="*/ 1459 w 1459"/>
              <a:gd name="GluePoint4Y" fmla="*/ 0 h 2508"/>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1459" h="2508">
                <a:moveTo>
                  <a:pt x="0" y="2508"/>
                </a:moveTo>
                <a:lnTo>
                  <a:pt x="0" y="2461"/>
                </a:lnTo>
                <a:cubicBezTo>
                  <a:pt x="16" y="1484"/>
                  <a:pt x="517" y="624"/>
                  <a:pt x="1273" y="113"/>
                </a:cubicBezTo>
                <a:lnTo>
                  <a:pt x="1459" y="0"/>
                </a:lnTo>
              </a:path>
            </a:pathLst>
          </a:custGeom>
          <a:noFill/>
          <a:ln>
            <a:solidFill>
              <a:schemeClr val="accent1">
                <a:alpha val="3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178" name="任意多边形: 形状 48"/>
          <p:cNvSpPr/>
          <p:nvPr/>
        </p:nvSpPr>
        <p:spPr>
          <a:xfrm rot="11094000">
            <a:off x="24120" y="-9000"/>
            <a:ext cx="249480" cy="629280"/>
          </a:xfrm>
          <a:custGeom>
            <a:avLst/>
            <a:gdLst>
              <a:gd name="textAreaLeft" fmla="*/ 0 w 249480"/>
              <a:gd name="textAreaRight" fmla="*/ 250920 w 249480"/>
              <a:gd name="textAreaTop" fmla="*/ 0 h 629280"/>
              <a:gd name="textAreaBottom" fmla="*/ 630720 h 629280"/>
              <a:gd name="GluePoint1X" fmla="*/ 0 w 395"/>
              <a:gd name="GluePoint1Y" fmla="*/ 993 h 993"/>
              <a:gd name="GluePoint2X" fmla="*/ 27 w 395"/>
              <a:gd name="GluePoint2Y" fmla="*/ 756 h 993"/>
              <a:gd name="GluePoint3X" fmla="*/ 395 w 395"/>
              <a:gd name="GluePoint3Y" fmla="*/ 0 h 993"/>
            </a:gdLst>
            <a:ahLst/>
            <a:cxnLst>
              <a:cxn ang="0">
                <a:pos x="GluePoint1X" y="GluePoint1Y"/>
              </a:cxn>
              <a:cxn ang="0">
                <a:pos x="GluePoint2X" y="GluePoint2Y"/>
              </a:cxn>
              <a:cxn ang="0">
                <a:pos x="GluePoint3X" y="GluePoint3Y"/>
              </a:cxn>
            </a:cxnLst>
            <a:rect l="textAreaLeft" t="textAreaTop" r="textAreaRight" b="textAreaBottom"/>
            <a:pathLst>
              <a:path w="395" h="993">
                <a:moveTo>
                  <a:pt x="0" y="993"/>
                </a:moveTo>
                <a:cubicBezTo>
                  <a:pt x="-1" y="892"/>
                  <a:pt x="18" y="835"/>
                  <a:pt x="27" y="756"/>
                </a:cubicBezTo>
                <a:cubicBezTo>
                  <a:pt x="86" y="465"/>
                  <a:pt x="207" y="217"/>
                  <a:pt x="395" y="0"/>
                </a:cubicBezTo>
              </a:path>
            </a:pathLst>
          </a:custGeom>
          <a:noFill/>
          <a:ln>
            <a:solidFill>
              <a:schemeClr val="accent1">
                <a:alpha val="3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179" name="任意多边形: 形状 45"/>
          <p:cNvSpPr/>
          <p:nvPr/>
        </p:nvSpPr>
        <p:spPr>
          <a:xfrm rot="11094000">
            <a:off x="14400" y="-4320"/>
            <a:ext cx="113040" cy="342720"/>
          </a:xfrm>
          <a:custGeom>
            <a:avLst/>
            <a:gdLst>
              <a:gd name="textAreaLeft" fmla="*/ 0 w 113040"/>
              <a:gd name="textAreaRight" fmla="*/ 114480 w 113040"/>
              <a:gd name="textAreaTop" fmla="*/ 0 h 342720"/>
              <a:gd name="textAreaBottom" fmla="*/ 344160 h 342720"/>
              <a:gd name="GluePoint1X" fmla="*/ 0 w 180"/>
              <a:gd name="GluePoint1Y" fmla="*/ 542 h 542"/>
              <a:gd name="GluePoint2X" fmla="*/ 17 w 180"/>
              <a:gd name="GluePoint2Y" fmla="*/ 374 h 542"/>
              <a:gd name="GluePoint3X" fmla="*/ 89 w 180"/>
              <a:gd name="GluePoint3Y" fmla="*/ 134 h 542"/>
              <a:gd name="GluePoint4X" fmla="*/ 180 w 180"/>
              <a:gd name="GluePoint4Y" fmla="*/ 0 h 542"/>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180" h="542">
                <a:moveTo>
                  <a:pt x="0" y="542"/>
                </a:moveTo>
                <a:lnTo>
                  <a:pt x="17" y="374"/>
                </a:lnTo>
                <a:cubicBezTo>
                  <a:pt x="34" y="291"/>
                  <a:pt x="58" y="211"/>
                  <a:pt x="89" y="134"/>
                </a:cubicBezTo>
                <a:cubicBezTo>
                  <a:pt x="119" y="89"/>
                  <a:pt x="138" y="38"/>
                  <a:pt x="180" y="0"/>
                </a:cubicBezTo>
              </a:path>
            </a:pathLst>
          </a:custGeom>
          <a:noFill/>
          <a:ln>
            <a:solidFill>
              <a:schemeClr val="accent1">
                <a:alpha val="3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180" name="任意多边形: 形状 54"/>
          <p:cNvSpPr/>
          <p:nvPr/>
        </p:nvSpPr>
        <p:spPr>
          <a:xfrm rot="11094000">
            <a:off x="44640" y="-24840"/>
            <a:ext cx="510840" cy="1033560"/>
          </a:xfrm>
          <a:custGeom>
            <a:avLst/>
            <a:gdLst>
              <a:gd name="textAreaLeft" fmla="*/ 0 w 510840"/>
              <a:gd name="textAreaRight" fmla="*/ 512280 w 510840"/>
              <a:gd name="textAreaTop" fmla="*/ 0 h 1033560"/>
              <a:gd name="textAreaBottom" fmla="*/ 1035000 h 1033560"/>
              <a:gd name="GluePoint1X" fmla="*/ 0 w 807"/>
              <a:gd name="GluePoint1Y" fmla="*/ 1630 h 1630"/>
              <a:gd name="GluePoint2X" fmla="*/ 38 w 807"/>
              <a:gd name="GluePoint2Y" fmla="*/ 1255 h 1630"/>
              <a:gd name="GluePoint3X" fmla="*/ 784 w 807"/>
              <a:gd name="GluePoint3Y" fmla="*/ 15 h 1630"/>
              <a:gd name="GluePoint4X" fmla="*/ 807 w 807"/>
              <a:gd name="GluePoint4Y" fmla="*/ 0 h 1630"/>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807" h="1630">
                <a:moveTo>
                  <a:pt x="0" y="1630"/>
                </a:moveTo>
                <a:lnTo>
                  <a:pt x="38" y="1255"/>
                </a:lnTo>
                <a:cubicBezTo>
                  <a:pt x="139" y="760"/>
                  <a:pt x="409" y="325"/>
                  <a:pt x="784" y="15"/>
                </a:cubicBezTo>
                <a:lnTo>
                  <a:pt x="807" y="0"/>
                </a:lnTo>
              </a:path>
            </a:pathLst>
          </a:custGeom>
          <a:noFill/>
          <a:ln>
            <a:solidFill>
              <a:schemeClr val="accent1">
                <a:alpha val="3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181" name="任意多边形: 形状 51"/>
          <p:cNvSpPr/>
          <p:nvPr/>
        </p:nvSpPr>
        <p:spPr>
          <a:xfrm rot="11094000">
            <a:off x="36000" y="-14760"/>
            <a:ext cx="371880" cy="828360"/>
          </a:xfrm>
          <a:custGeom>
            <a:avLst/>
            <a:gdLst>
              <a:gd name="textAreaLeft" fmla="*/ 0 w 371880"/>
              <a:gd name="textAreaRight" fmla="*/ 373320 w 371880"/>
              <a:gd name="textAreaTop" fmla="*/ 0 h 828360"/>
              <a:gd name="textAreaBottom" fmla="*/ 829800 h 828360"/>
              <a:gd name="GluePoint1X" fmla="*/ 0 w 588"/>
              <a:gd name="GluePoint1Y" fmla="*/ 1307 h 1307"/>
              <a:gd name="GluePoint2X" fmla="*/ 31 w 588"/>
              <a:gd name="GluePoint2Y" fmla="*/ 999 h 1307"/>
              <a:gd name="GluePoint3X" fmla="*/ 246 w 588"/>
              <a:gd name="GluePoint3Y" fmla="*/ 372 h 1307"/>
              <a:gd name="GluePoint4X" fmla="*/ 588 w 588"/>
              <a:gd name="GluePoint4Y" fmla="*/ 0 h 1307"/>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588" h="1307">
                <a:moveTo>
                  <a:pt x="0" y="1307"/>
                </a:moveTo>
                <a:lnTo>
                  <a:pt x="31" y="999"/>
                </a:lnTo>
                <a:cubicBezTo>
                  <a:pt x="94" y="673"/>
                  <a:pt x="246" y="372"/>
                  <a:pt x="459" y="126"/>
                </a:cubicBezTo>
                <a:lnTo>
                  <a:pt x="588" y="0"/>
                </a:lnTo>
              </a:path>
            </a:pathLst>
          </a:custGeom>
          <a:noFill/>
          <a:ln>
            <a:solidFill>
              <a:schemeClr val="accent1">
                <a:alpha val="3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182" name="任意多边形: 形状 75"/>
          <p:cNvSpPr/>
          <p:nvPr/>
        </p:nvSpPr>
        <p:spPr>
          <a:xfrm rot="11094000">
            <a:off x="58320" y="-36000"/>
            <a:ext cx="784080" cy="1404360"/>
          </a:xfrm>
          <a:custGeom>
            <a:avLst/>
            <a:gdLst>
              <a:gd name="textAreaLeft" fmla="*/ 0 w 784080"/>
              <a:gd name="textAreaRight" fmla="*/ 785520 w 784080"/>
              <a:gd name="textAreaTop" fmla="*/ 0 h 1404360"/>
              <a:gd name="textAreaBottom" fmla="*/ 1405800 h 1404360"/>
              <a:gd name="GluePoint1X" fmla="*/ 0 w 1237"/>
              <a:gd name="GluePoint1Y" fmla="*/ 2214 h 2214"/>
              <a:gd name="GluePoint2X" fmla="*/ 0 w 1237"/>
              <a:gd name="GluePoint2Y" fmla="*/ 2192 h 2214"/>
              <a:gd name="GluePoint3X" fmla="*/ 1165 w 1237"/>
              <a:gd name="GluePoint3Y" fmla="*/ 44 h 2214"/>
              <a:gd name="GluePoint4X" fmla="*/ 1237 w 1237"/>
              <a:gd name="GluePoint4Y" fmla="*/ 0 h 2214"/>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1237" h="2214">
                <a:moveTo>
                  <a:pt x="0" y="2214"/>
                </a:moveTo>
                <a:lnTo>
                  <a:pt x="0" y="2192"/>
                </a:lnTo>
                <a:cubicBezTo>
                  <a:pt x="14" y="1298"/>
                  <a:pt x="473" y="511"/>
                  <a:pt x="1165" y="44"/>
                </a:cubicBezTo>
                <a:lnTo>
                  <a:pt x="1237" y="0"/>
                </a:lnTo>
              </a:path>
            </a:pathLst>
          </a:custGeom>
          <a:noFill/>
          <a:ln>
            <a:solidFill>
              <a:schemeClr val="accent1">
                <a:alpha val="3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183" name="任意多边形: 形状 57"/>
          <p:cNvSpPr/>
          <p:nvPr/>
        </p:nvSpPr>
        <p:spPr>
          <a:xfrm rot="11094000">
            <a:off x="50760" y="-29880"/>
            <a:ext cx="646920" cy="1217880"/>
          </a:xfrm>
          <a:custGeom>
            <a:avLst/>
            <a:gdLst>
              <a:gd name="textAreaLeft" fmla="*/ 0 w 646920"/>
              <a:gd name="textAreaRight" fmla="*/ 648360 w 646920"/>
              <a:gd name="textAreaTop" fmla="*/ 0 h 1217880"/>
              <a:gd name="textAreaBottom" fmla="*/ 1219320 h 1217880"/>
              <a:gd name="GluePoint1X" fmla="*/ 0 w 1021"/>
              <a:gd name="GluePoint1Y" fmla="*/ 1920 h 1920"/>
              <a:gd name="GluePoint2X" fmla="*/ 45 w 1021"/>
              <a:gd name="GluePoint2Y" fmla="*/ 1476 h 1920"/>
              <a:gd name="GluePoint3X" fmla="*/ 872 w 1021"/>
              <a:gd name="GluePoint3Y" fmla="*/ 103 h 1920"/>
              <a:gd name="GluePoint4X" fmla="*/ 1021 w 1021"/>
              <a:gd name="GluePoint4Y" fmla="*/ 0 h 1920"/>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1021" h="1920">
                <a:moveTo>
                  <a:pt x="0" y="1920"/>
                </a:moveTo>
                <a:lnTo>
                  <a:pt x="45" y="1476"/>
                </a:lnTo>
                <a:cubicBezTo>
                  <a:pt x="157" y="928"/>
                  <a:pt x="456" y="447"/>
                  <a:pt x="872" y="103"/>
                </a:cubicBezTo>
                <a:lnTo>
                  <a:pt x="1021" y="0"/>
                </a:lnTo>
              </a:path>
            </a:pathLst>
          </a:custGeom>
          <a:noFill/>
          <a:ln>
            <a:solidFill>
              <a:schemeClr val="accent1">
                <a:alpha val="3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184" name="PlaceHolder 1"/>
          <p:cNvSpPr>
            <a:spLocks noGrp="1"/>
          </p:cNvSpPr>
          <p:nvPr>
            <p:ph type="title"/>
          </p:nvPr>
        </p:nvSpPr>
        <p:spPr>
          <a:xfrm>
            <a:off x="2178000" y="1445400"/>
            <a:ext cx="1144800" cy="1813680"/>
          </a:xfrm>
          <a:prstGeom prst="rect">
            <a:avLst/>
          </a:prstGeom>
          <a:noFill/>
          <a:ln w="0">
            <a:noFill/>
          </a:ln>
        </p:spPr>
        <p:txBody>
          <a:bodyPr lIns="0" rIns="0" tIns="0" bIns="0" anchor="b" vert="eaVert">
            <a:normAutofit/>
          </a:bodyPr>
          <a:p>
            <a:pPr indent="0" defTabSz="914400">
              <a:lnSpc>
                <a:spcPct val="100000"/>
              </a:lnSpc>
              <a:buNone/>
              <a:tabLst>
                <a:tab algn="l" pos="0"/>
              </a:tabLst>
            </a:pPr>
            <a:r>
              <a:rPr lang="zh-CN" sz="6600" b="1" u="none" strike="noStrike">
                <a:solidFill>
                  <a:schemeClr val="dk1"/>
                </a:solidFill>
                <a:effectLst/>
                <a:uFillTx/>
                <a:latin typeface="Arial"/>
                <a:ea typeface="微软雅黑"/>
              </a:rPr>
              <a:t>标题</a:t>
            </a:r>
            <a:endParaRPr lang="en-US" sz="6600" b="0" u="none" strike="noStrike">
              <a:solidFill>
                <a:srgbClr val="000000"/>
              </a:solidFill>
              <a:effectLst/>
              <a:uFillTx/>
              <a:latin typeface="Arial"/>
            </a:endParaRPr>
          </a:p>
        </p:txBody>
      </p:sp>
      <p:sp>
        <p:nvSpPr>
          <p:cNvPr id="185" name="PlaceHolder 2"/>
          <p:cNvSpPr>
            <a:spLocks noGrp="1"/>
          </p:cNvSpPr>
          <p:nvPr>
            <p:ph type="dt" idx="7"/>
          </p:nvPr>
        </p:nvSpPr>
        <p:spPr>
          <a:xfrm>
            <a:off x="695880" y="6356520"/>
            <a:ext cx="2741760" cy="363600"/>
          </a:xfrm>
          <a:prstGeom prst="rect">
            <a:avLst/>
          </a:prstGeom>
          <a:noFill/>
          <a:ln w="0">
            <a:noFill/>
          </a:ln>
        </p:spPr>
        <p:txBody>
          <a:bodyPr lIns="91440" rIns="91440" tIns="45720" bIns="45720" anchor="ctr">
            <a:normAutofit/>
          </a:bodyPr>
          <a:lstStyle>
            <a:lvl1pPr indent="0">
              <a:lnSpc>
                <a:spcPct val="100000"/>
              </a:lnSpc>
              <a:buNone/>
              <a:tabLst>
                <a:tab algn="l" pos="0"/>
              </a:tabLst>
              <a:defRPr lang="en-US" sz="1400" b="0" u="none" strike="noStrike">
                <a:solidFill>
                  <a:srgbClr val="000000"/>
                </a:solidFill>
                <a:effectLst/>
                <a:uFillTx/>
                <a:latin typeface="Times New Roman"/>
              </a:defRPr>
            </a:lvl1pPr>
          </a:lstStyle>
          <a:p>
            <a:pPr indent="0">
              <a:lnSpc>
                <a:spcPct val="100000"/>
              </a:lnSpc>
              <a:buNone/>
              <a:tabLst>
                <a:tab algn="l" pos="0"/>
              </a:tabLst>
            </a:pPr>
            <a:r>
              <a:rPr lang="en-US" sz="1400" b="0" u="none" strike="noStrike">
                <a:solidFill>
                  <a:srgbClr val="000000"/>
                </a:solidFill>
                <a:effectLst/>
                <a:uFillTx/>
                <a:latin typeface="Times New Roman"/>
              </a:rPr>
              <a:t>&lt;date/time&gt;</a:t>
            </a:r>
            <a:endParaRPr lang="en-US" sz="1400" b="0" u="none" strike="noStrike">
              <a:solidFill>
                <a:srgbClr val="000000"/>
              </a:solidFill>
              <a:effectLst/>
              <a:uFillTx/>
              <a:latin typeface="Times New Roman"/>
            </a:endParaRPr>
          </a:p>
        </p:txBody>
      </p:sp>
      <p:sp>
        <p:nvSpPr>
          <p:cNvPr id="186" name="PlaceHolder 3"/>
          <p:cNvSpPr>
            <a:spLocks noGrp="1"/>
          </p:cNvSpPr>
          <p:nvPr>
            <p:ph type="ftr" idx="8"/>
          </p:nvPr>
        </p:nvSpPr>
        <p:spPr>
          <a:xfrm>
            <a:off x="4038480" y="6356520"/>
            <a:ext cx="4113360" cy="36360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n-US" sz="1400" b="0" u="none" strike="noStrike">
                <a:solidFill>
                  <a:srgbClr val="000000"/>
                </a:solidFill>
                <a:effectLst/>
                <a:uFillTx/>
                <a:latin typeface="Times New Roman"/>
              </a:defRPr>
            </a:lvl1pPr>
          </a:lstStyle>
          <a:p>
            <a:pPr indent="0" algn="ctr">
              <a:lnSpc>
                <a:spcPct val="100000"/>
              </a:lnSpc>
              <a:buNone/>
              <a:tabLst>
                <a:tab algn="l" pos="0"/>
              </a:tabLst>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187" name="PlaceHolder 4"/>
          <p:cNvSpPr>
            <a:spLocks noGrp="1"/>
          </p:cNvSpPr>
          <p:nvPr>
            <p:ph type="sldNum" idx="9"/>
          </p:nvPr>
        </p:nvSpPr>
        <p:spPr>
          <a:xfrm>
            <a:off x="8754120" y="6356520"/>
            <a:ext cx="2741760" cy="363600"/>
          </a:xfrm>
          <a:prstGeom prst="rect">
            <a:avLst/>
          </a:prstGeom>
          <a:noFill/>
          <a:ln w="0">
            <a:noFill/>
          </a:ln>
        </p:spPr>
        <p:txBody>
          <a:bodyPr lIns="91440" rIns="91440" tIns="45720" bIns="45720" anchor="ctr">
            <a:normAutofit fontScale="70000" lnSpcReduction="19999"/>
          </a:bodyPr>
          <a:p>
            <a:pPr indent="0">
              <a:buNone/>
            </a:pPr>
            <a:endParaRPr lang="en-US" sz="1800" b="0" u="none" strike="noStrike">
              <a:solidFill>
                <a:srgbClr val="000000"/>
              </a:solidFill>
              <a:effectLst/>
              <a:uFillTx/>
              <a:latin typeface="Times New Roman"/>
            </a:endParaRPr>
          </a:p>
        </p:txBody>
      </p:sp>
      <p:sp>
        <p:nvSpPr>
          <p:cNvPr id="188" name="PlaceHolder 5"/>
          <p:cNvSpPr>
            <a:spLocks noGrp="1"/>
          </p:cNvSpPr>
          <p:nvPr>
            <p:ph type="body"/>
          </p:nvPr>
        </p:nvSpPr>
        <p:spPr>
          <a:xfrm>
            <a:off x="609480" y="1604520"/>
            <a:ext cx="10971360" cy="3976200"/>
          </a:xfrm>
          <a:prstGeom prst="rect">
            <a:avLst/>
          </a:prstGeom>
          <a:noFill/>
          <a:ln w="0">
            <a:noFill/>
          </a:ln>
        </p:spPr>
        <p:txBody>
          <a:bodyPr lIns="0" rIns="0" tIns="0" bIns="0" anchor="t">
            <a:normAutofit/>
          </a:bodyPr>
          <a:p>
            <a:pPr marL="432000" indent="-324000">
              <a:lnSpc>
                <a:spcPct val="130000"/>
              </a:lnSpc>
              <a:spcBef>
                <a:spcPts val="1417"/>
              </a:spcBef>
              <a:buClr>
                <a:srgbClr val="000000"/>
              </a:buClr>
              <a:buSzPct val="45000"/>
              <a:buFont typeface="Wingdings" charset="2"/>
              <a:buChar char=""/>
            </a:pPr>
            <a:r>
              <a:rPr lang="en-US" sz="2400" b="0" u="none" strike="noStrike">
                <a:solidFill>
                  <a:schemeClr val="dk1"/>
                </a:solidFill>
                <a:effectLst/>
                <a:uFillTx/>
                <a:latin typeface="Arial"/>
              </a:rPr>
              <a:t>Click to edit the outline text format</a:t>
            </a:r>
            <a:endParaRPr lang="en-US" sz="2400" b="0" u="none" strike="noStrike">
              <a:solidFill>
                <a:srgbClr val="000000"/>
              </a:solidFill>
              <a:effectLst/>
              <a:uFillTx/>
              <a:latin typeface="Arial"/>
            </a:endParaRPr>
          </a:p>
          <a:p>
            <a:pPr marL="864000" lvl="1" indent="-324000">
              <a:lnSpc>
                <a:spcPct val="130000"/>
              </a:lnSpc>
              <a:spcBef>
                <a:spcPts val="1134"/>
              </a:spcBef>
              <a:buClr>
                <a:srgbClr val="000000"/>
              </a:buClr>
              <a:buSzPct val="75000"/>
              <a:buFont typeface="Symbol" charset="2"/>
              <a:buChar char=""/>
            </a:pPr>
            <a:r>
              <a:rPr lang="en-US" sz="1800" b="0" u="none" strike="noStrike">
                <a:solidFill>
                  <a:schemeClr val="dk1">
                    <a:lumMod val="65000"/>
                    <a:lumOff val="35000"/>
                  </a:schemeClr>
                </a:solidFill>
                <a:effectLst/>
                <a:uFillTx/>
                <a:latin typeface="Arial"/>
              </a:rPr>
              <a:t>Second Outline Level</a:t>
            </a:r>
            <a:endParaRPr lang="en-US" sz="1800" b="0" u="none" strike="noStrike">
              <a:solidFill>
                <a:srgbClr val="000000"/>
              </a:solidFill>
              <a:effectLst/>
              <a:uFillTx/>
              <a:latin typeface="Arial"/>
            </a:endParaRPr>
          </a:p>
          <a:p>
            <a:pPr marL="1296000" lvl="2" indent="-288000">
              <a:lnSpc>
                <a:spcPct val="130000"/>
              </a:lnSpc>
              <a:spcBef>
                <a:spcPts val="850"/>
              </a:spcBef>
              <a:buClr>
                <a:srgbClr val="000000"/>
              </a:buClr>
              <a:buSzPct val="45000"/>
              <a:buFont typeface="Wingdings" charset="2"/>
              <a:buChar char=""/>
            </a:pPr>
            <a:r>
              <a:rPr lang="en-US" sz="1600" b="0" u="none" strike="noStrike">
                <a:solidFill>
                  <a:schemeClr val="dk1">
                    <a:lumMod val="65000"/>
                    <a:lumOff val="35000"/>
                  </a:schemeClr>
                </a:solidFill>
                <a:effectLst/>
                <a:uFillTx/>
                <a:latin typeface="Arial"/>
              </a:rPr>
              <a:t>Third Outline Level</a:t>
            </a:r>
            <a:endParaRPr lang="en-US" sz="1600" b="0" u="none" strike="noStrike">
              <a:solidFill>
                <a:srgbClr val="000000"/>
              </a:solidFill>
              <a:effectLst/>
              <a:uFillTx/>
              <a:latin typeface="Arial"/>
            </a:endParaRPr>
          </a:p>
          <a:p>
            <a:pPr marL="1728000" lvl="3" indent="-216000">
              <a:lnSpc>
                <a:spcPct val="130000"/>
              </a:lnSpc>
              <a:spcBef>
                <a:spcPts val="567"/>
              </a:spcBef>
              <a:buClr>
                <a:srgbClr val="000000"/>
              </a:buClr>
              <a:buSzPct val="75000"/>
              <a:buFont typeface="Symbol" charset="2"/>
              <a:buChar char=""/>
            </a:pPr>
            <a:r>
              <a:rPr lang="en-US" sz="1400" b="0" u="none" strike="noStrike">
                <a:solidFill>
                  <a:schemeClr val="dk1">
                    <a:lumMod val="65000"/>
                    <a:lumOff val="35000"/>
                  </a:schemeClr>
                </a:solidFill>
                <a:effectLst/>
                <a:uFillTx/>
                <a:latin typeface="Arial"/>
              </a:rPr>
              <a:t>Fourth Outline Level</a:t>
            </a:r>
            <a:endParaRPr lang="en-US" sz="1400" b="0" u="none" strike="noStrike">
              <a:solidFill>
                <a:srgbClr val="000000"/>
              </a:solidFill>
              <a:effectLst/>
              <a:uFillTx/>
              <a:latin typeface="Arial"/>
            </a:endParaRPr>
          </a:p>
          <a:p>
            <a:pPr marL="2160000" lvl="4" indent="-216000">
              <a:lnSpc>
                <a:spcPct val="130000"/>
              </a:lnSpc>
              <a:spcBef>
                <a:spcPts val="283"/>
              </a:spcBef>
              <a:buClr>
                <a:srgbClr val="000000"/>
              </a:buClr>
              <a:buSzPct val="45000"/>
              <a:buFont typeface="Wingdings" charset="2"/>
              <a:buChar char=""/>
            </a:pPr>
            <a:r>
              <a:rPr lang="en-US" sz="2000" b="0" u="none" strike="noStrike">
                <a:solidFill>
                  <a:schemeClr val="dk1">
                    <a:lumMod val="65000"/>
                    <a:lumOff val="35000"/>
                  </a:schemeClr>
                </a:solidFill>
                <a:effectLst/>
                <a:uFillTx/>
                <a:latin typeface="Arial"/>
              </a:rPr>
              <a:t>Fifth Outline Level</a:t>
            </a:r>
            <a:endParaRPr lang="en-US" sz="2000" b="0" u="none" strike="noStrike">
              <a:solidFill>
                <a:srgbClr val="000000"/>
              </a:solidFill>
              <a:effectLst/>
              <a:uFillTx/>
              <a:latin typeface="Arial"/>
            </a:endParaRPr>
          </a:p>
          <a:p>
            <a:pPr marL="2592000" lvl="5" indent="-216000">
              <a:lnSpc>
                <a:spcPct val="130000"/>
              </a:lnSpc>
              <a:spcBef>
                <a:spcPts val="283"/>
              </a:spcBef>
              <a:buClr>
                <a:srgbClr val="000000"/>
              </a:buClr>
              <a:buSzPct val="45000"/>
              <a:buFont typeface="Wingdings" charset="2"/>
              <a:buChar char=""/>
            </a:pPr>
            <a:r>
              <a:rPr lang="en-US" sz="2000" b="0" u="none" strike="noStrike">
                <a:solidFill>
                  <a:schemeClr val="dk1">
                    <a:lumMod val="65000"/>
                    <a:lumOff val="35000"/>
                  </a:schemeClr>
                </a:solidFill>
                <a:effectLst/>
                <a:uFillTx/>
                <a:latin typeface="Arial"/>
              </a:rPr>
              <a:t>Sixth Outline Level</a:t>
            </a:r>
            <a:endParaRPr lang="en-US" sz="2000" b="0" u="none" strike="noStrike">
              <a:solidFill>
                <a:srgbClr val="000000"/>
              </a:solidFill>
              <a:effectLst/>
              <a:uFillTx/>
              <a:latin typeface="Arial"/>
            </a:endParaRPr>
          </a:p>
          <a:p>
            <a:pPr marL="3024000" lvl="6" indent="-216000">
              <a:lnSpc>
                <a:spcPct val="130000"/>
              </a:lnSpc>
              <a:spcBef>
                <a:spcPts val="283"/>
              </a:spcBef>
              <a:buClr>
                <a:srgbClr val="000000"/>
              </a:buClr>
              <a:buSzPct val="45000"/>
              <a:buFont typeface="Wingdings" charset="2"/>
              <a:buChar char=""/>
            </a:pPr>
            <a:r>
              <a:rPr lang="en-US" sz="2000" b="0" u="none" strike="noStrike">
                <a:solidFill>
                  <a:schemeClr val="dk1">
                    <a:lumMod val="65000"/>
                    <a:lumOff val="35000"/>
                  </a:schemeClr>
                </a:solidFill>
                <a:effectLst/>
                <a:uFillTx/>
                <a:latin typeface="Arial"/>
              </a:rPr>
              <a:t>Seventh Outline Level</a:t>
            </a:r>
            <a:endParaRPr lang="en-US" sz="2000" b="0" u="none" strike="noStrike">
              <a:solidFill>
                <a:srgbClr val="000000"/>
              </a:solidFill>
              <a:effectLst/>
              <a:uFillTx/>
              <a:latin typeface="Arial"/>
            </a:endParaRP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节标题">
    <p:bg>
      <p:bgPr>
        <a:solidFill>
          <a:srgbClr val="fbf4ea"/>
        </a:solidFill>
      </p:bgPr>
    </p:bg>
    <p:spTree>
      <p:nvGrpSpPr>
        <p:cNvPr id="1" name=""/>
        <p:cNvGrpSpPr/>
        <p:nvPr/>
      </p:nvGrpSpPr>
      <p:grpSpPr>
        <a:xfrm>
          <a:off x="0" y="0"/>
          <a:ext cx="0" cy="0"/>
          <a:chOff x="0" y="0"/>
          <a:chExt cx="0" cy="0"/>
        </a:xfrm>
      </p:grpSpPr>
      <p:sp>
        <p:nvSpPr>
          <p:cNvPr id="189" name="任意多边形: 形状 80" hidden="1"/>
          <p:cNvSpPr/>
          <p:nvPr/>
        </p:nvSpPr>
        <p:spPr>
          <a:xfrm flipH="1" rot="10506000">
            <a:off x="10570680" y="-60480"/>
            <a:ext cx="1543680" cy="1835280"/>
          </a:xfrm>
          <a:custGeom>
            <a:avLst/>
            <a:gdLst>
              <a:gd name="textAreaLeft" fmla="*/ -720 w 1543680"/>
              <a:gd name="textAreaRight" fmla="*/ 1544400 w 1543680"/>
              <a:gd name="textAreaTop" fmla="*/ 0 h 1835280"/>
              <a:gd name="textAreaBottom" fmla="*/ 1836720 h 1835280"/>
              <a:gd name="GluePoint1X" fmla="*/ 2792134 w 2792134"/>
              <a:gd name="GluePoint1Y" fmla="*/ 114232 h 1836002"/>
              <a:gd name="GluePoint2X" fmla="*/ 2783173 w 2792134"/>
              <a:gd name="GluePoint2Y" fmla="*/ 9795 h 1836002"/>
              <a:gd name="GluePoint3X" fmla="*/ 2792134 w 2792134"/>
              <a:gd name="GluePoint3Y" fmla="*/ 114232 h 1836002"/>
              <a:gd name="GluePoint4X" fmla="*/ 0 w 2792134"/>
              <a:gd name="GluePoint4Y" fmla="*/ 1836002 h 1836002"/>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1544734" h="1836002">
                <a:moveTo>
                  <a:pt x="1544734" y="0"/>
                </a:moveTo>
                <a:lnTo>
                  <a:pt x="1397073" y="39891"/>
                </a:lnTo>
                <a:cubicBezTo>
                  <a:pt x="706781" y="292672"/>
                  <a:pt x="182520" y="889930"/>
                  <a:pt x="32427" y="1623501"/>
                </a:cubicBezTo>
                <a:lnTo>
                  <a:pt x="0" y="1836002"/>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190" name="任意多边形: 形状 4" hidden="1"/>
          <p:cNvSpPr/>
          <p:nvPr/>
        </p:nvSpPr>
        <p:spPr>
          <a:xfrm flipH="1" rot="10506000">
            <a:off x="7315560" y="3581280"/>
            <a:ext cx="1772280" cy="1882440"/>
          </a:xfrm>
          <a:custGeom>
            <a:avLst/>
            <a:gdLst>
              <a:gd name="textAreaLeft" fmla="*/ 720 w 1772280"/>
              <a:gd name="textAreaRight" fmla="*/ 1774440 w 1772280"/>
              <a:gd name="textAreaTop" fmla="*/ 0 h 1882440"/>
              <a:gd name="textAreaBottom" fmla="*/ 1883160 h 1882440"/>
              <a:gd name="GluePoint1X" fmla="*/ 1042541 w 1207728"/>
              <a:gd name="GluePoint1Y" fmla="*/ 79574 h 1283476"/>
              <a:gd name="GluePoint2X" fmla="*/ 1207728 w 1207728"/>
              <a:gd name="GluePoint2Y" fmla="*/ 0 h 1283476"/>
              <a:gd name="GluePoint3X" fmla="*/ 1136917 w 1207728"/>
              <a:gd name="GluePoint3Y" fmla="*/ 50355 h 1283476"/>
              <a:gd name="GluePoint4X" fmla="*/ 79165 w 1207728"/>
              <a:gd name="GluePoint4Y" fmla="*/ 1159992 h 1283476"/>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1207728" h="1283476">
                <a:moveTo>
                  <a:pt x="1207728" y="0"/>
                </a:moveTo>
                <a:lnTo>
                  <a:pt x="1136917" y="50355"/>
                </a:lnTo>
                <a:cubicBezTo>
                  <a:pt x="725367" y="358134"/>
                  <a:pt x="367298" y="733498"/>
                  <a:pt x="79165" y="1159992"/>
                </a:cubicBezTo>
                <a:lnTo>
                  <a:pt x="0" y="1283476"/>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191" name="任意多边形: 形状 5" hidden="1"/>
          <p:cNvSpPr/>
          <p:nvPr/>
        </p:nvSpPr>
        <p:spPr>
          <a:xfrm flipH="1" rot="10506000">
            <a:off x="7380720" y="710640"/>
            <a:ext cx="4323600" cy="4608000"/>
          </a:xfrm>
          <a:custGeom>
            <a:avLst/>
            <a:gdLst>
              <a:gd name="textAreaLeft" fmla="*/ -720 w 4323600"/>
              <a:gd name="textAreaRight" fmla="*/ 4324320 w 4323600"/>
              <a:gd name="textAreaTop" fmla="*/ 0 h 4608000"/>
              <a:gd name="textAreaBottom" fmla="*/ 4609440 h 4608000"/>
              <a:gd name="GluePoint1X" fmla="*/ 328916 w 3017844"/>
              <a:gd name="GluePoint1Y" fmla="*/ 2179446 h 3183247"/>
              <a:gd name="GluePoint2X" fmla="*/ 30466 w 3017844"/>
              <a:gd name="GluePoint2Y" fmla="*/ 3170046 h 3183247"/>
              <a:gd name="GluePoint3X" fmla="*/ 27504 w 3017844"/>
              <a:gd name="GluePoint3Y" fmla="*/ 3183247 h 3183247"/>
              <a:gd name="GluePoint4X" fmla="*/ 0 w 3017844"/>
              <a:gd name="GluePoint4Y" fmla="*/ 3138693 h 3183247"/>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2945236" h="3138693">
                <a:moveTo>
                  <a:pt x="0" y="3138693"/>
                </a:moveTo>
                <a:lnTo>
                  <a:pt x="1500" y="3126894"/>
                </a:lnTo>
                <a:cubicBezTo>
                  <a:pt x="231547" y="1621315"/>
                  <a:pt x="1347493" y="407251"/>
                  <a:pt x="2800676" y="33364"/>
                </a:cubicBezTo>
                <a:lnTo>
                  <a:pt x="2945236" y="0"/>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192" name="任意多边形: 形状 6" hidden="1"/>
          <p:cNvSpPr/>
          <p:nvPr/>
        </p:nvSpPr>
        <p:spPr>
          <a:xfrm flipH="1" rot="10506000">
            <a:off x="7542000" y="397440"/>
            <a:ext cx="4448160" cy="4739040"/>
          </a:xfrm>
          <a:custGeom>
            <a:avLst/>
            <a:gdLst>
              <a:gd name="textAreaLeft" fmla="*/ -720 w 4448160"/>
              <a:gd name="textAreaRight" fmla="*/ 4448880 w 4448160"/>
              <a:gd name="textAreaTop" fmla="*/ 0 h 4739040"/>
              <a:gd name="textAreaBottom" fmla="*/ 4740120 h 4739040"/>
              <a:gd name="GluePoint1X" fmla="*/ 2962086 w 3092451"/>
              <a:gd name="GluePoint1Y" fmla="*/ 9776 h 3270607"/>
              <a:gd name="GluePoint2X" fmla="*/ 3012498 w 3092451"/>
              <a:gd name="GluePoint2Y" fmla="*/ 0 h 3270607"/>
              <a:gd name="GluePoint3X" fmla="*/ 3092451 w 3092451"/>
              <a:gd name="GluePoint3Y" fmla="*/ 42327 h 3270607"/>
              <a:gd name="GluePoint4X" fmla="*/ 2952423 w 3092451"/>
              <a:gd name="GluePoint4Y" fmla="*/ 67333 h 3270607"/>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3030313" h="3228280">
                <a:moveTo>
                  <a:pt x="3030313" y="0"/>
                </a:moveTo>
                <a:lnTo>
                  <a:pt x="2890285" y="25006"/>
                </a:lnTo>
                <a:cubicBezTo>
                  <a:pt x="1348940" y="340411"/>
                  <a:pt x="162205" y="1629308"/>
                  <a:pt x="536" y="3221241"/>
                </a:cubicBezTo>
                <a:cubicBezTo>
                  <a:pt x="357" y="3223587"/>
                  <a:pt x="179" y="3225934"/>
                  <a:pt x="0" y="3228280"/>
                </a:cubicBez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193" name="任意多边形: 形状 127" hidden="1"/>
          <p:cNvSpPr/>
          <p:nvPr/>
        </p:nvSpPr>
        <p:spPr>
          <a:xfrm flipH="1" rot="10506000">
            <a:off x="8095320" y="-164880"/>
            <a:ext cx="3903840" cy="4644360"/>
          </a:xfrm>
          <a:custGeom>
            <a:avLst/>
            <a:gdLst>
              <a:gd name="textAreaLeft" fmla="*/ -720 w 3903840"/>
              <a:gd name="textAreaRight" fmla="*/ 3904560 w 3903840"/>
              <a:gd name="textAreaTop" fmla="*/ 0 h 4644360"/>
              <a:gd name="textAreaBottom" fmla="*/ 4645800 h 4644360"/>
              <a:gd name="GluePoint1X" fmla="*/ 3954163 w 4045603"/>
              <a:gd name="GluePoint1Y" fmla="*/ 567055 h 4646186"/>
              <a:gd name="GluePoint2X" fmla="*/ 3905507 w 4045603"/>
              <a:gd name="GluePoint2Y" fmla="*/ 0 h 4646186"/>
              <a:gd name="GluePoint3X" fmla="*/ 3567107 w 4045603"/>
              <a:gd name="GluePoint3Y" fmla="*/ 67546 h 4646186"/>
              <a:gd name="GluePoint4X" fmla="*/ 0 w 4045603"/>
              <a:gd name="GluePoint4Y" fmla="*/ 4644643 h 4646186"/>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3905507" h="4646186">
                <a:moveTo>
                  <a:pt x="3905507" y="0"/>
                </a:moveTo>
                <a:lnTo>
                  <a:pt x="3567107" y="67546"/>
                </a:lnTo>
                <a:cubicBezTo>
                  <a:pt x="1517708" y="581295"/>
                  <a:pt x="0" y="2435707"/>
                  <a:pt x="0" y="4644643"/>
                </a:cubicBezTo>
                <a:cubicBezTo>
                  <a:pt x="13" y="4645157"/>
                  <a:pt x="26" y="4645672"/>
                  <a:pt x="39" y="4646186"/>
                </a:cubicBez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194" name="任意多边形: 形状 124" hidden="1"/>
          <p:cNvSpPr/>
          <p:nvPr/>
        </p:nvSpPr>
        <p:spPr>
          <a:xfrm flipH="1" rot="10506000">
            <a:off x="8283240" y="-159120"/>
            <a:ext cx="3724200" cy="4434120"/>
          </a:xfrm>
          <a:custGeom>
            <a:avLst/>
            <a:gdLst>
              <a:gd name="textAreaLeft" fmla="*/ 720 w 3724200"/>
              <a:gd name="textAreaRight" fmla="*/ 3726360 w 3724200"/>
              <a:gd name="textAreaTop" fmla="*/ 0 h 4434120"/>
              <a:gd name="textAreaBottom" fmla="*/ 4435560 h 4434120"/>
              <a:gd name="GluePoint1X" fmla="*/ 3787180 w 3878620"/>
              <a:gd name="GluePoint1Y" fmla="*/ 715349 h 4435247"/>
              <a:gd name="GluePoint2X" fmla="*/ 3725799 w 3878620"/>
              <a:gd name="GluePoint2Y" fmla="*/ 0 h 4435247"/>
              <a:gd name="GluePoint3X" fmla="*/ 3665439 w 3878620"/>
              <a:gd name="GluePoint3Y" fmla="*/ 8632 h 4435247"/>
              <a:gd name="GluePoint4X" fmla="*/ 22575 w 3878620"/>
              <a:gd name="GluePoint4Y" fmla="*/ 3988117 h 4435247"/>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3725799" h="4435247">
                <a:moveTo>
                  <a:pt x="3725799" y="0"/>
                </a:moveTo>
                <a:lnTo>
                  <a:pt x="3665439" y="8632"/>
                </a:lnTo>
                <a:cubicBezTo>
                  <a:pt x="1725033" y="380466"/>
                  <a:pt x="225214" y="1992527"/>
                  <a:pt x="22575" y="3988117"/>
                </a:cubicBezTo>
                <a:lnTo>
                  <a:pt x="0" y="4435247"/>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195" name="任意多边形: 形状 9" hidden="1"/>
          <p:cNvSpPr/>
          <p:nvPr/>
        </p:nvSpPr>
        <p:spPr>
          <a:xfrm flipH="1" rot="10506000">
            <a:off x="7066440" y="2034000"/>
            <a:ext cx="3428280" cy="3656880"/>
          </a:xfrm>
          <a:custGeom>
            <a:avLst/>
            <a:gdLst>
              <a:gd name="textAreaLeft" fmla="*/ 720 w 3428280"/>
              <a:gd name="textAreaRight" fmla="*/ 3430440 w 3428280"/>
              <a:gd name="textAreaTop" fmla="*/ 0 h 3656880"/>
              <a:gd name="textAreaBottom" fmla="*/ 3657600 h 3656880"/>
              <a:gd name="GluePoint1X" fmla="*/ 2114901 w 2335534"/>
              <a:gd name="GluePoint1Y" fmla="*/ 14872 h 2491287"/>
              <a:gd name="GluePoint2X" fmla="*/ 2335534 w 2335534"/>
              <a:gd name="GluePoint2Y" fmla="*/ 0 h 2491287"/>
              <a:gd name="GluePoint3X" fmla="*/ 2166244 w 2335534"/>
              <a:gd name="GluePoint3Y" fmla="*/ 76534 h 2491287"/>
              <a:gd name="GluePoint4X" fmla="*/ 14436 w 2335534"/>
              <a:gd name="GluePoint4Y" fmla="*/ 2448623 h 2491287"/>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2335534" h="2491287">
                <a:moveTo>
                  <a:pt x="2335534" y="0"/>
                </a:moveTo>
                <a:lnTo>
                  <a:pt x="2166244" y="76534"/>
                </a:lnTo>
                <a:cubicBezTo>
                  <a:pt x="1174276" y="554513"/>
                  <a:pt x="396178" y="1406038"/>
                  <a:pt x="14436" y="2448623"/>
                </a:cubicBezTo>
                <a:lnTo>
                  <a:pt x="0" y="2491287"/>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196" name="任意多边形: 形状 16" hidden="1"/>
          <p:cNvSpPr/>
          <p:nvPr/>
        </p:nvSpPr>
        <p:spPr>
          <a:xfrm flipH="1" rot="10506000">
            <a:off x="7094880" y="2736720"/>
            <a:ext cx="2743200" cy="2936880"/>
          </a:xfrm>
          <a:custGeom>
            <a:avLst/>
            <a:gdLst>
              <a:gd name="textAreaLeft" fmla="*/ -720 w 2743200"/>
              <a:gd name="textAreaRight" fmla="*/ 2743920 w 2743200"/>
              <a:gd name="textAreaTop" fmla="*/ 0 h 2936880"/>
              <a:gd name="textAreaBottom" fmla="*/ 2938320 h 2936880"/>
              <a:gd name="GluePoint1X" fmla="*/ 720197 w 2006436"/>
              <a:gd name="GluePoint1Y" fmla="*/ 1027963 h 2148811"/>
              <a:gd name="GluePoint2X" fmla="*/ 14075 w 2006436"/>
              <a:gd name="GluePoint2Y" fmla="*/ 2123638 h 2148811"/>
              <a:gd name="GluePoint3X" fmla="*/ 0 w 2006436"/>
              <a:gd name="GluePoint3Y" fmla="*/ 2148811 h 2148811"/>
              <a:gd name="GluePoint4X" fmla="*/ 70 w 2006436"/>
              <a:gd name="GluePoint4Y" fmla="*/ 2009948 h 2148811"/>
              <a:gd name="GluePoint5X" fmla="*/ 1638 w 2006436"/>
              <a:gd name="GluePoint5Y" fmla="*/ 1999672 h 2148811"/>
            </a:gdLst>
            <a:ahLst/>
            <a:cxnLst>
              <a:cxn ang="0">
                <a:pos x="GluePoint1X" y="GluePoint1Y"/>
              </a:cxn>
              <a:cxn ang="0">
                <a:pos x="GluePoint2X" y="GluePoint2Y"/>
              </a:cxn>
              <a:cxn ang="0">
                <a:pos x="GluePoint3X" y="GluePoint3Y"/>
              </a:cxn>
              <a:cxn ang="0">
                <a:pos x="GluePoint4X" y="GluePoint4Y"/>
              </a:cxn>
              <a:cxn ang="0">
                <a:pos x="GluePoint5X" y="GluePoint5Y"/>
              </a:cxn>
            </a:cxnLst>
            <a:rect l="textAreaLeft" t="textAreaTop" r="textAreaRight" b="textAreaBottom"/>
            <a:pathLst>
              <a:path w="1869053" h="2000692">
                <a:moveTo>
                  <a:pt x="0" y="2000692"/>
                </a:moveTo>
                <a:lnTo>
                  <a:pt x="1568" y="1990416"/>
                </a:lnTo>
                <a:lnTo>
                  <a:pt x="15892" y="1958733"/>
                </a:lnTo>
                <a:cubicBezTo>
                  <a:pt x="389303" y="1183777"/>
                  <a:pt x="981584" y="534133"/>
                  <a:pt x="1712542" y="89993"/>
                </a:cubicBezTo>
                <a:lnTo>
                  <a:pt x="1869053" y="0"/>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197" name="任意多边形: 形状 17" hidden="1"/>
          <p:cNvSpPr/>
          <p:nvPr/>
        </p:nvSpPr>
        <p:spPr>
          <a:xfrm flipH="1" rot="10506000">
            <a:off x="7128360" y="1531800"/>
            <a:ext cx="3835080" cy="4082400"/>
          </a:xfrm>
          <a:custGeom>
            <a:avLst/>
            <a:gdLst>
              <a:gd name="textAreaLeft" fmla="*/ 720 w 3835080"/>
              <a:gd name="textAreaRight" fmla="*/ 3837240 w 3835080"/>
              <a:gd name="textAreaTop" fmla="*/ 0 h 4082400"/>
              <a:gd name="textAreaBottom" fmla="*/ 4083480 h 4082400"/>
              <a:gd name="GluePoint1X" fmla="*/ 2151789 w 2692052"/>
              <a:gd name="GluePoint1Y" fmla="*/ 261907 h 2832246"/>
              <a:gd name="GluePoint2X" fmla="*/ 1478689 w 2692052"/>
              <a:gd name="GluePoint2Y" fmla="*/ 661957 h 2832246"/>
              <a:gd name="GluePoint3X" fmla="*/ 964339 w 2692052"/>
              <a:gd name="GluePoint3Y" fmla="*/ 1150907 h 2832246"/>
              <a:gd name="GluePoint4X" fmla="*/ 564289 w 2692052"/>
              <a:gd name="GluePoint4Y" fmla="*/ 1633507 h 2832246"/>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2612863" h="2781134">
                <a:moveTo>
                  <a:pt x="0" y="2781134"/>
                </a:moveTo>
                <a:lnTo>
                  <a:pt x="35434" y="2656357"/>
                </a:lnTo>
                <a:cubicBezTo>
                  <a:pt x="414818" y="1436598"/>
                  <a:pt x="1348392" y="461005"/>
                  <a:pt x="2541633" y="24101"/>
                </a:cubicBezTo>
                <a:lnTo>
                  <a:pt x="2612863" y="0"/>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198" name="任意多边形: 形状 18" hidden="1"/>
          <p:cNvSpPr/>
          <p:nvPr/>
        </p:nvSpPr>
        <p:spPr>
          <a:xfrm flipH="1" rot="10506000">
            <a:off x="7241400" y="1079640"/>
            <a:ext cx="4133160" cy="4399200"/>
          </a:xfrm>
          <a:custGeom>
            <a:avLst/>
            <a:gdLst>
              <a:gd name="textAreaLeft" fmla="*/ 720 w 4133160"/>
              <a:gd name="textAreaRight" fmla="*/ 4135320 w 4133160"/>
              <a:gd name="textAreaTop" fmla="*/ 0 h 4399200"/>
              <a:gd name="textAreaBottom" fmla="*/ 4400640 h 4399200"/>
              <a:gd name="GluePoint1X" fmla="*/ 2644879 w 2852093"/>
              <a:gd name="GluePoint1Y" fmla="*/ 27487 h 3028139"/>
              <a:gd name="GluePoint2X" fmla="*/ 2740621 w 2852093"/>
              <a:gd name="GluePoint2Y" fmla="*/ 0 h 3028139"/>
              <a:gd name="GluePoint3X" fmla="*/ 2814697 w 2852093"/>
              <a:gd name="GluePoint3Y" fmla="*/ 17806 h 3028139"/>
              <a:gd name="GluePoint4X" fmla="*/ 2852093 w 2852093"/>
              <a:gd name="GluePoint4Y" fmla="*/ 31493 h 3028139"/>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2815694" h="2996646">
                <a:moveTo>
                  <a:pt x="2815694" y="0"/>
                </a:moveTo>
                <a:lnTo>
                  <a:pt x="2686366" y="36725"/>
                </a:lnTo>
                <a:cubicBezTo>
                  <a:pt x="1390883" y="439662"/>
                  <a:pt x="382022" y="1493150"/>
                  <a:pt x="41909" y="2815064"/>
                </a:cubicBezTo>
                <a:lnTo>
                  <a:pt x="0" y="2996646"/>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199" name="任意多边形: 形状 133" hidden="1"/>
          <p:cNvSpPr/>
          <p:nvPr/>
        </p:nvSpPr>
        <p:spPr>
          <a:xfrm flipH="1" rot="10506000">
            <a:off x="7709040" y="142920"/>
            <a:ext cx="4286520" cy="4781520"/>
          </a:xfrm>
          <a:custGeom>
            <a:avLst/>
            <a:gdLst>
              <a:gd name="textAreaLeft" fmla="*/ 720 w 4286520"/>
              <a:gd name="textAreaRight" fmla="*/ 4288680 w 4286520"/>
              <a:gd name="textAreaTop" fmla="*/ 0 h 4781520"/>
              <a:gd name="textAreaBottom" fmla="*/ 4782960 h 4781520"/>
              <a:gd name="GluePoint1X" fmla="*/ 4304865 w 4396305"/>
              <a:gd name="GluePoint1Y" fmla="*/ 195751 h 4782905"/>
              <a:gd name="GluePoint2X" fmla="*/ 4288068 w 4396305"/>
              <a:gd name="GluePoint2Y" fmla="*/ 0 h 4782905"/>
              <a:gd name="GluePoint3X" fmla="*/ 3928555 w 4396305"/>
              <a:gd name="GluePoint3Y" fmla="*/ 70602 h 4782905"/>
              <a:gd name="GluePoint4X" fmla="*/ 17839 w 4396305"/>
              <a:gd name="GluePoint4Y" fmla="*/ 4548292 h 4782905"/>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4288068" h="4782905">
                <a:moveTo>
                  <a:pt x="4288068" y="0"/>
                </a:moveTo>
                <a:lnTo>
                  <a:pt x="3928555" y="70602"/>
                </a:lnTo>
                <a:cubicBezTo>
                  <a:pt x="1835095" y="574619"/>
                  <a:pt x="240192" y="2358551"/>
                  <a:pt x="17839" y="4548292"/>
                </a:cubicBezTo>
                <a:lnTo>
                  <a:pt x="0" y="4782905"/>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200" name="任意多边形: 形状 130" hidden="1"/>
          <p:cNvSpPr/>
          <p:nvPr/>
        </p:nvSpPr>
        <p:spPr>
          <a:xfrm flipH="1" rot="10506000">
            <a:off x="7884720" y="-79920"/>
            <a:ext cx="4107600" cy="4792680"/>
          </a:xfrm>
          <a:custGeom>
            <a:avLst/>
            <a:gdLst>
              <a:gd name="textAreaLeft" fmla="*/ -720 w 4107600"/>
              <a:gd name="textAreaRight" fmla="*/ 4108320 w 4107600"/>
              <a:gd name="textAreaTop" fmla="*/ 0 h 4792680"/>
              <a:gd name="textAreaBottom" fmla="*/ 4794120 h 4792680"/>
              <a:gd name="GluePoint1X" fmla="*/ 4141638 w 4233078"/>
              <a:gd name="GluePoint1Y" fmla="*/ 380598 h 4794215"/>
              <a:gd name="GluePoint2X" fmla="*/ 4108980 w 4233078"/>
              <a:gd name="GluePoint2Y" fmla="*/ 0 h 4794215"/>
              <a:gd name="GluePoint3X" fmla="*/ 3989868 w 4233078"/>
              <a:gd name="GluePoint3Y" fmla="*/ 17610 h 4794215"/>
              <a:gd name="GluePoint4X" fmla="*/ 4531 w 4233078"/>
              <a:gd name="GluePoint4Y" fmla="*/ 4615010 h 4794215"/>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4108980" h="4794215">
                <a:moveTo>
                  <a:pt x="4108980" y="0"/>
                </a:moveTo>
                <a:lnTo>
                  <a:pt x="3989868" y="17610"/>
                </a:lnTo>
                <a:cubicBezTo>
                  <a:pt x="1795783" y="445192"/>
                  <a:pt x="120627" y="2324411"/>
                  <a:pt x="4531" y="4615010"/>
                </a:cubicBezTo>
                <a:cubicBezTo>
                  <a:pt x="3020" y="4674745"/>
                  <a:pt x="1511" y="4734480"/>
                  <a:pt x="0" y="4794215"/>
                </a:cubicBez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201" name="任意多边形: 形状 121" hidden="1"/>
          <p:cNvSpPr/>
          <p:nvPr/>
        </p:nvSpPr>
        <p:spPr>
          <a:xfrm flipH="1" rot="10506000">
            <a:off x="8479440" y="-151200"/>
            <a:ext cx="3537360" cy="4214160"/>
          </a:xfrm>
          <a:custGeom>
            <a:avLst/>
            <a:gdLst>
              <a:gd name="textAreaLeft" fmla="*/ -720 w 3537360"/>
              <a:gd name="textAreaRight" fmla="*/ 3538080 w 3537360"/>
              <a:gd name="textAreaTop" fmla="*/ 0 h 4214160"/>
              <a:gd name="textAreaBottom" fmla="*/ 4215600 h 4214160"/>
              <a:gd name="GluePoint1X" fmla="*/ 3612025 w 3703465"/>
              <a:gd name="GluePoint1Y" fmla="*/ 853309 h 4214790"/>
              <a:gd name="GluePoint2X" fmla="*/ 3538807 w 3703465"/>
              <a:gd name="GluePoint2Y" fmla="*/ 0 h 4214790"/>
              <a:gd name="GluePoint3X" fmla="*/ 3499564 w 3703465"/>
              <a:gd name="GluePoint3Y" fmla="*/ 5613 h 4214790"/>
              <a:gd name="GluePoint4X" fmla="*/ 20639 w 3703465"/>
              <a:gd name="GluePoint4Y" fmla="*/ 3806010 h 4214790"/>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3538807" h="4214790">
                <a:moveTo>
                  <a:pt x="3538807" y="0"/>
                </a:moveTo>
                <a:lnTo>
                  <a:pt x="3499564" y="5613"/>
                </a:lnTo>
                <a:cubicBezTo>
                  <a:pt x="1646482" y="360713"/>
                  <a:pt x="214158" y="1900228"/>
                  <a:pt x="20639" y="3806010"/>
                </a:cubicBezTo>
                <a:lnTo>
                  <a:pt x="0" y="4214790"/>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202" name="任意多边形: 形状 118" hidden="1"/>
          <p:cNvSpPr/>
          <p:nvPr/>
        </p:nvSpPr>
        <p:spPr>
          <a:xfrm flipH="1" rot="10506000">
            <a:off x="8676360" y="-141840"/>
            <a:ext cx="3349440" cy="3992040"/>
          </a:xfrm>
          <a:custGeom>
            <a:avLst/>
            <a:gdLst>
              <a:gd name="textAreaLeft" fmla="*/ -720 w 3349440"/>
              <a:gd name="textAreaRight" fmla="*/ 3350160 w 3349440"/>
              <a:gd name="textAreaTop" fmla="*/ 0 h 3992040"/>
              <a:gd name="textAreaBottom" fmla="*/ 3993480 h 3992040"/>
              <a:gd name="GluePoint1X" fmla="*/ 3435065 w 3526505"/>
              <a:gd name="GluePoint1Y" fmla="*/ 979859 h 3993354"/>
              <a:gd name="GluePoint2X" fmla="*/ 3350988 w 3526505"/>
              <a:gd name="GluePoint2Y" fmla="*/ 0 h 3993354"/>
              <a:gd name="GluePoint3X" fmla="*/ 3332955 w 3526505"/>
              <a:gd name="GluePoint3Y" fmla="*/ 2579 h 3993354"/>
              <a:gd name="GluePoint4X" fmla="*/ 18694 w 3526505"/>
              <a:gd name="GluePoint4Y" fmla="*/ 3623095 h 3993354"/>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3350988" h="3993354">
                <a:moveTo>
                  <a:pt x="3350988" y="0"/>
                </a:moveTo>
                <a:lnTo>
                  <a:pt x="3332955" y="2579"/>
                </a:lnTo>
                <a:cubicBezTo>
                  <a:pt x="1567581" y="340872"/>
                  <a:pt x="203053" y="1807517"/>
                  <a:pt x="18694" y="3623095"/>
                </a:cubicBezTo>
                <a:lnTo>
                  <a:pt x="0" y="3993354"/>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203" name="任意多边形: 形状 115" hidden="1"/>
          <p:cNvSpPr/>
          <p:nvPr/>
        </p:nvSpPr>
        <p:spPr>
          <a:xfrm flipH="1" rot="10506000">
            <a:off x="8872200" y="-132480"/>
            <a:ext cx="3163320" cy="3771360"/>
          </a:xfrm>
          <a:custGeom>
            <a:avLst/>
            <a:gdLst>
              <a:gd name="textAreaLeft" fmla="*/ 720 w 3163320"/>
              <a:gd name="textAreaRight" fmla="*/ 3165480 w 3163320"/>
              <a:gd name="textAreaTop" fmla="*/ 0 h 3771360"/>
              <a:gd name="textAreaBottom" fmla="*/ 3771720 h 3771360"/>
              <a:gd name="GluePoint1X" fmla="*/ 3257626 w 3349066"/>
              <a:gd name="GluePoint1Y" fmla="*/ 1081231 h 3773592"/>
              <a:gd name="GluePoint2X" fmla="*/ 3164851 w 3349066"/>
              <a:gd name="GluePoint2Y" fmla="*/ 0 h 3773592"/>
              <a:gd name="GluePoint3X" fmla="*/ 2814251 w 3349066"/>
              <a:gd name="GluePoint3Y" fmla="*/ 84359 h 3773592"/>
              <a:gd name="GluePoint4X" fmla="*/ 16767 w 3349066"/>
              <a:gd name="GluePoint4Y" fmla="*/ 3441508 h 3773592"/>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3164851" h="3773592">
                <a:moveTo>
                  <a:pt x="3164851" y="0"/>
                </a:moveTo>
                <a:lnTo>
                  <a:pt x="2814251" y="84359"/>
                </a:lnTo>
                <a:cubicBezTo>
                  <a:pt x="1309770" y="521817"/>
                  <a:pt x="179528" y="1838638"/>
                  <a:pt x="16767" y="3441508"/>
                </a:cubicBezTo>
                <a:lnTo>
                  <a:pt x="0" y="3773592"/>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204" name="任意多边形: 形状 112" hidden="1"/>
          <p:cNvSpPr/>
          <p:nvPr/>
        </p:nvSpPr>
        <p:spPr>
          <a:xfrm flipH="1" rot="10506000">
            <a:off x="9049680" y="-125640"/>
            <a:ext cx="2993760" cy="3569400"/>
          </a:xfrm>
          <a:custGeom>
            <a:avLst/>
            <a:gdLst>
              <a:gd name="textAreaLeft" fmla="*/ -720 w 2993760"/>
              <a:gd name="textAreaRight" fmla="*/ 2994480 w 2993760"/>
              <a:gd name="textAreaTop" fmla="*/ 0 h 3569400"/>
              <a:gd name="textAreaBottom" fmla="*/ 3570840 h 3569400"/>
              <a:gd name="GluePoint1X" fmla="*/ 3095132 w 3186572"/>
              <a:gd name="GluePoint1Y" fmla="*/ 1166743 h 3571337"/>
              <a:gd name="GluePoint2X" fmla="*/ 2995020 w 3186572"/>
              <a:gd name="GluePoint2Y" fmla="*/ 0 h 3571337"/>
              <a:gd name="GluePoint3X" fmla="*/ 2680178 w 3186572"/>
              <a:gd name="GluePoint3Y" fmla="*/ 75755 h 3571337"/>
              <a:gd name="GluePoint4X" fmla="*/ 15007 w 3186572"/>
              <a:gd name="GluePoint4Y" fmla="*/ 3274119 h 3571337"/>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2995020" h="3571337">
                <a:moveTo>
                  <a:pt x="2995020" y="0"/>
                </a:moveTo>
                <a:lnTo>
                  <a:pt x="2680178" y="75755"/>
                </a:lnTo>
                <a:cubicBezTo>
                  <a:pt x="1246854" y="492521"/>
                  <a:pt x="170070" y="1747060"/>
                  <a:pt x="15007" y="3274119"/>
                </a:cubicBezTo>
                <a:lnTo>
                  <a:pt x="0" y="3571337"/>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205" name="任意多边形: 形状 109" hidden="1"/>
          <p:cNvSpPr/>
          <p:nvPr/>
        </p:nvSpPr>
        <p:spPr>
          <a:xfrm flipH="1" rot="10506000">
            <a:off x="9254520" y="-117360"/>
            <a:ext cx="2799720" cy="3339000"/>
          </a:xfrm>
          <a:custGeom>
            <a:avLst/>
            <a:gdLst>
              <a:gd name="textAreaLeft" fmla="*/ 720 w 2799720"/>
              <a:gd name="textAreaRight" fmla="*/ 2801880 w 2799720"/>
              <a:gd name="textAreaTop" fmla="*/ 0 h 3339000"/>
              <a:gd name="textAreaBottom" fmla="*/ 3340440 h 3339000"/>
              <a:gd name="GluePoint1X" fmla="*/ 2907576 w 2999016"/>
              <a:gd name="GluePoint1Y" fmla="*/ 1242950 h 3340194"/>
              <a:gd name="GluePoint2X" fmla="*/ 2800924 w 2999016"/>
              <a:gd name="GluePoint2Y" fmla="*/ 0 h 3340194"/>
              <a:gd name="GluePoint3X" fmla="*/ 2526951 w 2999016"/>
              <a:gd name="GluePoint3Y" fmla="*/ 65921 h 3340194"/>
              <a:gd name="GluePoint4X" fmla="*/ 12994 w 2999016"/>
              <a:gd name="GluePoint4Y" fmla="*/ 3082818 h 3340194"/>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2800924" h="3340194">
                <a:moveTo>
                  <a:pt x="2800924" y="0"/>
                </a:moveTo>
                <a:lnTo>
                  <a:pt x="2526951" y="65921"/>
                </a:lnTo>
                <a:cubicBezTo>
                  <a:pt x="1174950" y="459042"/>
                  <a:pt x="159259" y="1642401"/>
                  <a:pt x="12994" y="3082818"/>
                </a:cubicBezTo>
                <a:lnTo>
                  <a:pt x="0" y="3340194"/>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206" name="任意多边形: 形状 106" hidden="1"/>
          <p:cNvSpPr/>
          <p:nvPr/>
        </p:nvSpPr>
        <p:spPr>
          <a:xfrm flipH="1" rot="10506000">
            <a:off x="9437400" y="-108000"/>
            <a:ext cx="2624760" cy="3130920"/>
          </a:xfrm>
          <a:custGeom>
            <a:avLst/>
            <a:gdLst>
              <a:gd name="textAreaLeft" fmla="*/ 720 w 2624760"/>
              <a:gd name="textAreaRight" fmla="*/ 2626920 w 2624760"/>
              <a:gd name="textAreaTop" fmla="*/ 0 h 3130920"/>
              <a:gd name="textAreaBottom" fmla="*/ 3132360 h 3130920"/>
              <a:gd name="GluePoint1X" fmla="*/ 2737327 w 2828767"/>
              <a:gd name="GluePoint1Y" fmla="*/ 1294665 h 3132161"/>
              <a:gd name="GluePoint2X" fmla="*/ 2626238 w 2828767"/>
              <a:gd name="GluePoint2Y" fmla="*/ 0 h 3132161"/>
              <a:gd name="GluePoint3X" fmla="*/ 2389046 w 2828767"/>
              <a:gd name="GluePoint3Y" fmla="*/ 57071 h 3132161"/>
              <a:gd name="GluePoint4X" fmla="*/ 11184 w 2828767"/>
              <a:gd name="GluePoint4Y" fmla="*/ 2910647 h 3132161"/>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2626238" h="3132161">
                <a:moveTo>
                  <a:pt x="2626238" y="0"/>
                </a:moveTo>
                <a:lnTo>
                  <a:pt x="2389046" y="57071"/>
                </a:lnTo>
                <a:cubicBezTo>
                  <a:pt x="1110238" y="428910"/>
                  <a:pt x="149531" y="1548208"/>
                  <a:pt x="11184" y="2910647"/>
                </a:cubicBezTo>
                <a:lnTo>
                  <a:pt x="0" y="3132161"/>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207" name="任意多边形: 形状 100" hidden="1"/>
          <p:cNvSpPr/>
          <p:nvPr/>
        </p:nvSpPr>
        <p:spPr>
          <a:xfrm flipH="1" rot="10506000">
            <a:off x="9608760" y="-102600"/>
            <a:ext cx="2462400" cy="2937960"/>
          </a:xfrm>
          <a:custGeom>
            <a:avLst/>
            <a:gdLst>
              <a:gd name="textAreaLeft" fmla="*/ -720 w 2462400"/>
              <a:gd name="textAreaRight" fmla="*/ 2463120 w 2462400"/>
              <a:gd name="textAreaTop" fmla="*/ 0 h 2937960"/>
              <a:gd name="textAreaBottom" fmla="*/ 2939400 h 2937960"/>
              <a:gd name="GluePoint1X" fmla="*/ 3712449 w 3831197"/>
              <a:gd name="GluePoint1Y" fmla="*/ 152245 h 2962385"/>
              <a:gd name="GluePoint2X" fmla="*/ 3831197 w 3831197"/>
              <a:gd name="GluePoint2Y" fmla="*/ 25916 h 2962385"/>
              <a:gd name="GluePoint3X" fmla="*/ 3699385 w 3831197"/>
              <a:gd name="GluePoint3Y" fmla="*/ 0 h 2962385"/>
              <a:gd name="GluePoint4X" fmla="*/ 3712449 w 3831197"/>
              <a:gd name="GluePoint4Y" fmla="*/ 152245 h 2962385"/>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2463816" h="2938740">
                <a:moveTo>
                  <a:pt x="2463816" y="0"/>
                </a:moveTo>
                <a:lnTo>
                  <a:pt x="2260826" y="48842"/>
                </a:lnTo>
                <a:cubicBezTo>
                  <a:pt x="1050068" y="400893"/>
                  <a:pt x="140486" y="1460628"/>
                  <a:pt x="9502" y="2750565"/>
                </a:cubicBezTo>
                <a:lnTo>
                  <a:pt x="0" y="2938740"/>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208" name="任意多边形: 形状 103" hidden="1"/>
          <p:cNvSpPr/>
          <p:nvPr/>
        </p:nvSpPr>
        <p:spPr>
          <a:xfrm flipH="1" rot="10506000">
            <a:off x="9788400" y="-93600"/>
            <a:ext cx="2291040" cy="2733480"/>
          </a:xfrm>
          <a:custGeom>
            <a:avLst/>
            <a:gdLst>
              <a:gd name="textAreaLeft" fmla="*/ -720 w 2291040"/>
              <a:gd name="textAreaRight" fmla="*/ 2291760 w 2291040"/>
              <a:gd name="textAreaTop" fmla="*/ 0 h 2733480"/>
              <a:gd name="textAreaBottom" fmla="*/ 2734920 h 2733480"/>
              <a:gd name="GluePoint1X" fmla="*/ 3543454 w 3550854"/>
              <a:gd name="GluePoint1Y" fmla="*/ 174590 h 2755357"/>
              <a:gd name="GluePoint2X" fmla="*/ 3550854 w 3550854"/>
              <a:gd name="GluePoint2Y" fmla="*/ 3416 h 2755357"/>
              <a:gd name="GluePoint3X" fmla="*/ 3528473 w 3550854"/>
              <a:gd name="GluePoint3Y" fmla="*/ 0 h 2755357"/>
              <a:gd name="GluePoint4X" fmla="*/ 3543454 w 3550854"/>
              <a:gd name="GluePoint4Y" fmla="*/ 174590 h 2755357"/>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2292632" h="2734880">
                <a:moveTo>
                  <a:pt x="2292632" y="0"/>
                </a:moveTo>
                <a:lnTo>
                  <a:pt x="2125687" y="40169"/>
                </a:lnTo>
                <a:cubicBezTo>
                  <a:pt x="986652" y="371366"/>
                  <a:pt x="130951" y="1368324"/>
                  <a:pt x="7726" y="2581848"/>
                </a:cubicBezTo>
                <a:lnTo>
                  <a:pt x="0" y="2734880"/>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209" name="任意多边形: 形状 94" hidden="1"/>
          <p:cNvSpPr/>
          <p:nvPr/>
        </p:nvSpPr>
        <p:spPr>
          <a:xfrm flipH="1" rot="10506000">
            <a:off x="9949320" y="-86040"/>
            <a:ext cx="2137320" cy="2549880"/>
          </a:xfrm>
          <a:custGeom>
            <a:avLst/>
            <a:gdLst>
              <a:gd name="textAreaLeft" fmla="*/ 720 w 2137320"/>
              <a:gd name="textAreaRight" fmla="*/ 2139480 w 2137320"/>
              <a:gd name="textAreaTop" fmla="*/ 0 h 2549880"/>
              <a:gd name="textAreaBottom" fmla="*/ 2551320 h 2549880"/>
              <a:gd name="GluePoint1X" fmla="*/ 3390617 w 3390617"/>
              <a:gd name="GluePoint1Y" fmla="*/ 183198 h 2566238"/>
              <a:gd name="GluePoint2X" fmla="*/ 3374898 w 3390617"/>
              <a:gd name="GluePoint2Y" fmla="*/ 0 h 2566238"/>
              <a:gd name="GluePoint3X" fmla="*/ 3390617 w 3390617"/>
              <a:gd name="GluePoint3Y" fmla="*/ 183198 h 2566238"/>
              <a:gd name="GluePoint4X" fmla="*/ 0 w 3390617"/>
              <a:gd name="GluePoint4Y" fmla="*/ 2566238 h 2566238"/>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2138572" h="2551414">
                <a:moveTo>
                  <a:pt x="2138572" y="0"/>
                </a:moveTo>
                <a:lnTo>
                  <a:pt x="2004062" y="32364"/>
                </a:lnTo>
                <a:cubicBezTo>
                  <a:pt x="929578" y="344792"/>
                  <a:pt x="122371" y="1285252"/>
                  <a:pt x="6130" y="2430004"/>
                </a:cubicBezTo>
                <a:lnTo>
                  <a:pt x="0" y="2551414"/>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210" name="任意多边形: 形状 97" hidden="1"/>
          <p:cNvSpPr/>
          <p:nvPr/>
        </p:nvSpPr>
        <p:spPr>
          <a:xfrm flipH="1" rot="10506000">
            <a:off x="10101240" y="-80280"/>
            <a:ext cx="1993680" cy="2379240"/>
          </a:xfrm>
          <a:custGeom>
            <a:avLst/>
            <a:gdLst>
              <a:gd name="textAreaLeft" fmla="*/ -720 w 1993680"/>
              <a:gd name="textAreaRight" fmla="*/ 1994400 w 1993680"/>
              <a:gd name="textAreaTop" fmla="*/ 0 h 2379240"/>
              <a:gd name="textAreaBottom" fmla="*/ 2380680 h 2379240"/>
              <a:gd name="GluePoint1X" fmla="*/ 3247441 w 3247441"/>
              <a:gd name="GluePoint1Y" fmla="*/ 176150 h 2388211"/>
              <a:gd name="GluePoint2X" fmla="*/ 3232327 w 3247441"/>
              <a:gd name="GluePoint2Y" fmla="*/ 0 h 2388211"/>
              <a:gd name="GluePoint3X" fmla="*/ 3247441 w 3247441"/>
              <a:gd name="GluePoint3Y" fmla="*/ 176150 h 2388211"/>
              <a:gd name="GluePoint4X" fmla="*/ 0 w 3247441"/>
              <a:gd name="GluePoint4Y" fmla="*/ 2388211 h 2388211"/>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1995359" h="2380863">
                <a:moveTo>
                  <a:pt x="1995359" y="0"/>
                </a:moveTo>
                <a:lnTo>
                  <a:pt x="1891005" y="25109"/>
                </a:lnTo>
                <a:cubicBezTo>
                  <a:pt x="876524" y="320088"/>
                  <a:pt x="114395" y="1208028"/>
                  <a:pt x="4645" y="2288853"/>
                </a:cubicBezTo>
                <a:lnTo>
                  <a:pt x="0" y="2380863"/>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211" name="任意多边形: 形状 91" hidden="1"/>
          <p:cNvSpPr/>
          <p:nvPr/>
        </p:nvSpPr>
        <p:spPr>
          <a:xfrm flipH="1" rot="10506000">
            <a:off x="10251720" y="-73080"/>
            <a:ext cx="1848240" cy="2205000"/>
          </a:xfrm>
          <a:custGeom>
            <a:avLst/>
            <a:gdLst>
              <a:gd name="textAreaLeft" fmla="*/ -720 w 1848240"/>
              <a:gd name="textAreaRight" fmla="*/ 1848960 w 1848240"/>
              <a:gd name="textAreaTop" fmla="*/ 0 h 2205000"/>
              <a:gd name="textAreaBottom" fmla="*/ 2205360 h 2205000"/>
              <a:gd name="GluePoint1X" fmla="*/ 3101494 w 3221135"/>
              <a:gd name="GluePoint1Y" fmla="*/ 163645 h 2207585"/>
              <a:gd name="GluePoint2X" fmla="*/ 3221135 w 3221135"/>
              <a:gd name="GluePoint2Y" fmla="*/ 36184 h 2207585"/>
              <a:gd name="GluePoint3X" fmla="*/ 3087752 w 3221135"/>
              <a:gd name="GluePoint3Y" fmla="*/ 3494 h 2207585"/>
              <a:gd name="GluePoint4X" fmla="*/ 3101494 w 3221135"/>
              <a:gd name="GluePoint4Y" fmla="*/ 163645 h 2207585"/>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1849854" h="2207585">
                <a:moveTo>
                  <a:pt x="1849854" y="0"/>
                </a:moveTo>
                <a:lnTo>
                  <a:pt x="1776137" y="17738"/>
                </a:lnTo>
                <a:cubicBezTo>
                  <a:pt x="822621" y="294991"/>
                  <a:pt x="106291" y="1129571"/>
                  <a:pt x="3137" y="2145444"/>
                </a:cubicBezTo>
                <a:lnTo>
                  <a:pt x="0" y="2207585"/>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212" name="任意多边形: 形状 83" hidden="1"/>
          <p:cNvSpPr/>
          <p:nvPr/>
        </p:nvSpPr>
        <p:spPr>
          <a:xfrm flipH="1" rot="10506000">
            <a:off x="10416600" y="-65520"/>
            <a:ext cx="1691640" cy="2009520"/>
          </a:xfrm>
          <a:custGeom>
            <a:avLst/>
            <a:gdLst>
              <a:gd name="textAreaLeft" fmla="*/ 720 w 1691640"/>
              <a:gd name="textAreaRight" fmla="*/ 1693800 w 1691640"/>
              <a:gd name="textAreaTop" fmla="*/ 0 h 2009520"/>
              <a:gd name="textAreaBottom" fmla="*/ 2010600 h 2009520"/>
              <a:gd name="GluePoint1X" fmla="*/ 2942292 w 2983139"/>
              <a:gd name="GluePoint1Y" fmla="*/ 138056 h 2011644"/>
              <a:gd name="GluePoint2X" fmla="*/ 2983139 w 2983139"/>
              <a:gd name="GluePoint2Y" fmla="*/ 13891 h 2011644"/>
              <a:gd name="GluePoint3X" fmla="*/ 2930598 w 2983139"/>
              <a:gd name="GluePoint3Y" fmla="*/ 1780 h 2011644"/>
              <a:gd name="GluePoint4X" fmla="*/ 2942292 w 2983139"/>
              <a:gd name="GluePoint4Y" fmla="*/ 138056 h 2011644"/>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1692848" h="2011644">
                <a:moveTo>
                  <a:pt x="1692848" y="0"/>
                </a:moveTo>
                <a:lnTo>
                  <a:pt x="1450924" y="70211"/>
                </a:lnTo>
                <a:cubicBezTo>
                  <a:pt x="665008" y="380153"/>
                  <a:pt x="90124" y="1109131"/>
                  <a:pt x="1503" y="1981879"/>
                </a:cubicBezTo>
                <a:lnTo>
                  <a:pt x="0" y="2011644"/>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213" name="任意多边形: 形状 74" hidden="1"/>
          <p:cNvSpPr/>
          <p:nvPr/>
        </p:nvSpPr>
        <p:spPr>
          <a:xfrm flipH="1" rot="10506000">
            <a:off x="10728720" y="-54360"/>
            <a:ext cx="1395000" cy="1660320"/>
          </a:xfrm>
          <a:custGeom>
            <a:avLst/>
            <a:gdLst>
              <a:gd name="textAreaLeft" fmla="*/ 720 w 1395000"/>
              <a:gd name="textAreaRight" fmla="*/ 1397160 w 1395000"/>
              <a:gd name="textAreaTop" fmla="*/ 0 h 1660320"/>
              <a:gd name="textAreaBottom" fmla="*/ 1661760 h 1660320"/>
              <a:gd name="GluePoint1X" fmla="*/ 1396099 w 2676094"/>
              <a:gd name="GluePoint1Y" fmla="*/ 0 h 1662070"/>
              <a:gd name="GluePoint2X" fmla="*/ 1289233 w 2676094"/>
              <a:gd name="GluePoint2Y" fmla="*/ 28870 h 1662070"/>
              <a:gd name="GluePoint3X" fmla="*/ 25423 w 2676094"/>
              <a:gd name="GluePoint3Y" fmla="*/ 1495464 h 1662070"/>
              <a:gd name="GluePoint4X" fmla="*/ 0 w 2676094"/>
              <a:gd name="GluePoint4Y" fmla="*/ 1662070 h 1662070"/>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1396099" h="1662070">
                <a:moveTo>
                  <a:pt x="1396099" y="0"/>
                </a:moveTo>
                <a:lnTo>
                  <a:pt x="1289233" y="28870"/>
                </a:lnTo>
                <a:cubicBezTo>
                  <a:pt x="649948" y="262972"/>
                  <a:pt x="164425" y="816097"/>
                  <a:pt x="25423" y="1495464"/>
                </a:cubicBezTo>
                <a:lnTo>
                  <a:pt x="0" y="1662070"/>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214" name="任意多边形: 形状 77" hidden="1"/>
          <p:cNvSpPr/>
          <p:nvPr/>
        </p:nvSpPr>
        <p:spPr>
          <a:xfrm flipH="1" rot="10506000">
            <a:off x="10877040" y="-46440"/>
            <a:ext cx="1250640" cy="1492560"/>
          </a:xfrm>
          <a:custGeom>
            <a:avLst/>
            <a:gdLst>
              <a:gd name="textAreaLeft" fmla="*/ -720 w 1250640"/>
              <a:gd name="textAreaRight" fmla="*/ 1251360 w 1250640"/>
              <a:gd name="textAreaTop" fmla="*/ 0 h 1492560"/>
              <a:gd name="textAreaBottom" fmla="*/ 1494000 h 1492560"/>
              <a:gd name="GluePoint1X" fmla="*/ 1359023 w 1450463"/>
              <a:gd name="GluePoint1Y" fmla="*/ 1242430 h 1493935"/>
              <a:gd name="GluePoint2X" fmla="*/ 1252415 w 1450463"/>
              <a:gd name="GluePoint2Y" fmla="*/ 0 h 1493935"/>
              <a:gd name="GluePoint3X" fmla="*/ 1184988 w 1450463"/>
              <a:gd name="GluePoint3Y" fmla="*/ 18216 h 1493935"/>
              <a:gd name="GluePoint4X" fmla="*/ 18654 w 1450463"/>
              <a:gd name="GluePoint4Y" fmla="*/ 1371695 h 1493935"/>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1252415" h="1493935">
                <a:moveTo>
                  <a:pt x="1252415" y="0"/>
                </a:moveTo>
                <a:lnTo>
                  <a:pt x="1184988" y="18216"/>
                </a:lnTo>
                <a:cubicBezTo>
                  <a:pt x="595010" y="234262"/>
                  <a:pt x="146936" y="744726"/>
                  <a:pt x="18654" y="1371695"/>
                </a:cubicBezTo>
                <a:lnTo>
                  <a:pt x="0" y="1493935"/>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215" name="任意多边形: 形状 47" hidden="1"/>
          <p:cNvSpPr/>
          <p:nvPr/>
        </p:nvSpPr>
        <p:spPr>
          <a:xfrm flipH="1" rot="10506000">
            <a:off x="11979720" y="1080"/>
            <a:ext cx="200520" cy="240120"/>
          </a:xfrm>
          <a:custGeom>
            <a:avLst/>
            <a:gdLst>
              <a:gd name="textAreaLeft" fmla="*/ 720 w 200520"/>
              <a:gd name="textAreaRight" fmla="*/ 202680 w 200520"/>
              <a:gd name="textAreaTop" fmla="*/ 0 h 240120"/>
              <a:gd name="textAreaBottom" fmla="*/ 240480 h 240120"/>
              <a:gd name="GluePoint1X" fmla="*/ 221266 w 312706"/>
              <a:gd name="GluePoint1Y" fmla="*/ 223634 h 315074"/>
              <a:gd name="GluePoint2X" fmla="*/ 202077 w 312706"/>
              <a:gd name="GluePoint2Y" fmla="*/ 0 h 315074"/>
              <a:gd name="GluePoint3X" fmla="*/ 159333 w 312706"/>
              <a:gd name="GluePoint3Y" fmla="*/ 30379 h 315074"/>
              <a:gd name="GluePoint4X" fmla="*/ 41048 w 312706"/>
              <a:gd name="GluePoint4Y" fmla="*/ 166986 h 315074"/>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202077" h="242620">
                <a:moveTo>
                  <a:pt x="202077" y="0"/>
                </a:moveTo>
                <a:lnTo>
                  <a:pt x="159333" y="30379"/>
                </a:lnTo>
                <a:cubicBezTo>
                  <a:pt x="114688" y="70961"/>
                  <a:pt x="74931" y="116826"/>
                  <a:pt x="41048" y="166986"/>
                </a:cubicBezTo>
                <a:lnTo>
                  <a:pt x="0" y="242620"/>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216" name="任意多边形: 形状 53" hidden="1"/>
          <p:cNvSpPr/>
          <p:nvPr/>
        </p:nvSpPr>
        <p:spPr>
          <a:xfrm flipH="1" rot="10506000">
            <a:off x="11631600" y="-15480"/>
            <a:ext cx="533880" cy="645480"/>
          </a:xfrm>
          <a:custGeom>
            <a:avLst/>
            <a:gdLst>
              <a:gd name="textAreaLeft" fmla="*/ 720 w 533880"/>
              <a:gd name="textAreaRight" fmla="*/ 536040 w 533880"/>
              <a:gd name="textAreaTop" fmla="*/ 0 h 645480"/>
              <a:gd name="textAreaBottom" fmla="*/ 646920 h 645480"/>
              <a:gd name="GluePoint1X" fmla="*/ 586582 w 678022"/>
              <a:gd name="GluePoint1Y" fmla="*/ 596584 h 688024"/>
              <a:gd name="GluePoint2X" fmla="*/ 535392 w 678022"/>
              <a:gd name="GluePoint2Y" fmla="*/ 0 h 688024"/>
              <a:gd name="GluePoint3X" fmla="*/ 425863 w 678022"/>
              <a:gd name="GluePoint3Y" fmla="*/ 62963 h 688024"/>
              <a:gd name="GluePoint4X" fmla="*/ 33247 w 678022"/>
              <a:gd name="GluePoint4Y" fmla="*/ 539799 h 688024"/>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535392" h="646916">
                <a:moveTo>
                  <a:pt x="535392" y="0"/>
                </a:moveTo>
                <a:lnTo>
                  <a:pt x="425863" y="62963"/>
                </a:lnTo>
                <a:cubicBezTo>
                  <a:pt x="252910" y="179822"/>
                  <a:pt x="115502" y="345305"/>
                  <a:pt x="33247" y="539799"/>
                </a:cubicBezTo>
                <a:lnTo>
                  <a:pt x="0" y="646916"/>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217" name="任意多边形: 形状 50" hidden="1"/>
          <p:cNvSpPr/>
          <p:nvPr/>
        </p:nvSpPr>
        <p:spPr>
          <a:xfrm flipH="1" rot="10506000">
            <a:off x="11794320" y="-7560"/>
            <a:ext cx="377640" cy="455760"/>
          </a:xfrm>
          <a:custGeom>
            <a:avLst/>
            <a:gdLst>
              <a:gd name="textAreaLeft" fmla="*/ 720 w 377640"/>
              <a:gd name="textAreaRight" fmla="*/ 379800 w 377640"/>
              <a:gd name="textAreaTop" fmla="*/ 0 h 455760"/>
              <a:gd name="textAreaBottom" fmla="*/ 457200 h 455760"/>
              <a:gd name="GluePoint1X" fmla="*/ 415479 w 506919"/>
              <a:gd name="GluePoint1Y" fmla="*/ 421348 h 512788"/>
              <a:gd name="GluePoint2X" fmla="*/ 379325 w 506919"/>
              <a:gd name="GluePoint2Y" fmla="*/ 0 h 512788"/>
              <a:gd name="GluePoint3X" fmla="*/ 344103 w 506919"/>
              <a:gd name="GluePoint3Y" fmla="*/ 20248 h 512788"/>
              <a:gd name="GluePoint4X" fmla="*/ 9381 w 506919"/>
              <a:gd name="GluePoint4Y" fmla="*/ 426772 h 512788"/>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379325" h="456998">
                <a:moveTo>
                  <a:pt x="379325" y="0"/>
                </a:moveTo>
                <a:lnTo>
                  <a:pt x="344103" y="20248"/>
                </a:lnTo>
                <a:cubicBezTo>
                  <a:pt x="196654" y="119875"/>
                  <a:pt x="79507" y="260957"/>
                  <a:pt x="9381" y="426772"/>
                </a:cubicBezTo>
                <a:lnTo>
                  <a:pt x="0" y="456998"/>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218" name="任意多边形: 形状 65" hidden="1"/>
          <p:cNvSpPr/>
          <p:nvPr/>
        </p:nvSpPr>
        <p:spPr>
          <a:xfrm flipH="1" rot="10506000">
            <a:off x="11327760" y="-27360"/>
            <a:ext cx="824040" cy="984240"/>
          </a:xfrm>
          <a:custGeom>
            <a:avLst/>
            <a:gdLst>
              <a:gd name="textAreaLeft" fmla="*/ 720 w 824040"/>
              <a:gd name="textAreaRight" fmla="*/ 826200 w 824040"/>
              <a:gd name="textAreaTop" fmla="*/ 0 h 984240"/>
              <a:gd name="textAreaBottom" fmla="*/ 985680 h 984240"/>
              <a:gd name="GluePoint1X" fmla="*/ 903428 w 994868"/>
              <a:gd name="GluePoint1Y" fmla="*/ 908160 h 999600"/>
              <a:gd name="GluePoint2X" fmla="*/ 825503 w 994868"/>
              <a:gd name="GluePoint2Y" fmla="*/ 0 h 999600"/>
              <a:gd name="GluePoint3X" fmla="*/ 750494 w 994868"/>
              <a:gd name="GluePoint3Y" fmla="*/ 29558 h 999600"/>
              <a:gd name="GluePoint4X" fmla="*/ 77440 w 994868"/>
              <a:gd name="GluePoint4Y" fmla="*/ 736181 h 999600"/>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825503" h="985679">
                <a:moveTo>
                  <a:pt x="825503" y="0"/>
                </a:moveTo>
                <a:lnTo>
                  <a:pt x="750494" y="29558"/>
                </a:lnTo>
                <a:cubicBezTo>
                  <a:pt x="448938" y="174881"/>
                  <a:pt x="208333" y="426677"/>
                  <a:pt x="77440" y="736181"/>
                </a:cubicBezTo>
                <a:lnTo>
                  <a:pt x="0" y="985679"/>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219" name="任意多边形: 形状 59" hidden="1"/>
          <p:cNvSpPr/>
          <p:nvPr/>
        </p:nvSpPr>
        <p:spPr>
          <a:xfrm flipH="1" rot="10506000">
            <a:off x="11481120" y="-20520"/>
            <a:ext cx="676080" cy="813960"/>
          </a:xfrm>
          <a:custGeom>
            <a:avLst/>
            <a:gdLst>
              <a:gd name="textAreaLeft" fmla="*/ -720 w 676080"/>
              <a:gd name="textAreaRight" fmla="*/ 676800 w 676080"/>
              <a:gd name="textAreaTop" fmla="*/ 0 h 813960"/>
              <a:gd name="textAreaBottom" fmla="*/ 815040 h 813960"/>
              <a:gd name="GluePoint1X" fmla="*/ 742235 w 833675"/>
              <a:gd name="GluePoint1Y" fmla="*/ 752012 h 843452"/>
              <a:gd name="GluePoint2X" fmla="*/ 677710 w 833675"/>
              <a:gd name="GluePoint2Y" fmla="*/ 0 h 843452"/>
              <a:gd name="GluePoint3X" fmla="*/ 654567 w 833675"/>
              <a:gd name="GluePoint3Y" fmla="*/ 9120 h 843452"/>
              <a:gd name="GluePoint4X" fmla="*/ 54956 w 833675"/>
              <a:gd name="GluePoint4Y" fmla="*/ 638637 h 843452"/>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677710" h="815699">
                <a:moveTo>
                  <a:pt x="677710" y="0"/>
                </a:moveTo>
                <a:lnTo>
                  <a:pt x="654567" y="9120"/>
                </a:lnTo>
                <a:cubicBezTo>
                  <a:pt x="385916" y="138585"/>
                  <a:pt x="171567" y="362905"/>
                  <a:pt x="54956" y="638637"/>
                </a:cubicBezTo>
                <a:lnTo>
                  <a:pt x="0" y="815699"/>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220" name="任意多边形: 形状 68" hidden="1"/>
          <p:cNvSpPr/>
          <p:nvPr/>
        </p:nvSpPr>
        <p:spPr>
          <a:xfrm flipH="1" rot="10506000">
            <a:off x="11038320" y="-39600"/>
            <a:ext cx="1100880" cy="1321200"/>
          </a:xfrm>
          <a:custGeom>
            <a:avLst/>
            <a:gdLst>
              <a:gd name="textAreaLeft" fmla="*/ -720 w 1100880"/>
              <a:gd name="textAreaRight" fmla="*/ 1101600 w 1100880"/>
              <a:gd name="textAreaTop" fmla="*/ 0 h 1321200"/>
              <a:gd name="textAreaBottom" fmla="*/ 1322640 h 1321200"/>
              <a:gd name="GluePoint1X" fmla="*/ 1204103 w 1295543"/>
              <a:gd name="GluePoint1Y" fmla="*/ 1187291 h 1322555"/>
              <a:gd name="GluePoint2X" fmla="*/ 1102227 w 1295543"/>
              <a:gd name="GluePoint2Y" fmla="*/ 0 h 1322555"/>
              <a:gd name="GluePoint3X" fmla="*/ 1074916 w 1295543"/>
              <a:gd name="GluePoint3Y" fmla="*/ 7378 h 1322555"/>
              <a:gd name="GluePoint4X" fmla="*/ 7737 w 1295543"/>
              <a:gd name="GluePoint4Y" fmla="*/ 1245792 h 1322555"/>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1102227" h="1322555">
                <a:moveTo>
                  <a:pt x="1102227" y="0"/>
                </a:moveTo>
                <a:lnTo>
                  <a:pt x="1074916" y="7378"/>
                </a:lnTo>
                <a:cubicBezTo>
                  <a:pt x="535095" y="205058"/>
                  <a:pt x="125113" y="672125"/>
                  <a:pt x="7737" y="1245792"/>
                </a:cubicBezTo>
                <a:lnTo>
                  <a:pt x="0" y="1322555"/>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221" name="任意多边形: 形状 71" hidden="1"/>
          <p:cNvSpPr/>
          <p:nvPr/>
        </p:nvSpPr>
        <p:spPr>
          <a:xfrm flipH="1" rot="10506000">
            <a:off x="11179800" y="-34560"/>
            <a:ext cx="963000" cy="1155240"/>
          </a:xfrm>
          <a:custGeom>
            <a:avLst/>
            <a:gdLst>
              <a:gd name="textAreaLeft" fmla="*/ 720 w 963000"/>
              <a:gd name="textAreaRight" fmla="*/ 965160 w 963000"/>
              <a:gd name="textAreaTop" fmla="*/ 0 h 1155240"/>
              <a:gd name="textAreaBottom" fmla="*/ 1156680 h 1155240"/>
              <a:gd name="GluePoint1X" fmla="*/ 1055982 w 1147422"/>
              <a:gd name="GluePoint1Y" fmla="*/ 1066021 h 1157461"/>
              <a:gd name="GluePoint2X" fmla="*/ 964511 w 1147422"/>
              <a:gd name="GluePoint2Y" fmla="*/ 0 h 1157461"/>
              <a:gd name="GluePoint3X" fmla="*/ 740170 w 1147422"/>
              <a:gd name="GluePoint3Y" fmla="*/ 104674 h 1157461"/>
              <a:gd name="GluePoint4X" fmla="*/ 3394 w 1147422"/>
              <a:gd name="GluePoint4Y" fmla="*/ 1122952 h 1157461"/>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964511" h="1156630">
                <a:moveTo>
                  <a:pt x="964511" y="0"/>
                </a:moveTo>
                <a:lnTo>
                  <a:pt x="740170" y="104674"/>
                </a:lnTo>
                <a:cubicBezTo>
                  <a:pt x="366685" y="319460"/>
                  <a:pt x="92491" y="687490"/>
                  <a:pt x="3394" y="1122952"/>
                </a:cubicBezTo>
                <a:lnTo>
                  <a:pt x="0" y="1156630"/>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222" name="KSO_TEMPLATE" hidden="1"/>
          <p:cNvSpPr/>
          <p:nvPr/>
        </p:nvSpPr>
        <p:spPr>
          <a:xfrm>
            <a:off x="0" y="0"/>
            <a:ext cx="360" cy="360"/>
          </a:xfrm>
          <a:prstGeom prst="rect">
            <a:avLst/>
          </a:prstGeom>
          <a:solidFill>
            <a:schemeClr val="accent1"/>
          </a:solidFill>
          <a:ln>
            <a:solidFill>
              <a:srgbClr val="ad822f"/>
            </a:solidFill>
          </a:ln>
        </p:spPr>
        <p:style>
          <a:lnRef idx="2">
            <a:schemeClr val="accent1">
              <a:shade val="50000"/>
            </a:schemeClr>
          </a:lnRef>
          <a:fillRef idx="1">
            <a:schemeClr val="accent1"/>
          </a:fillRef>
          <a:effectRef idx="0">
            <a:schemeClr val="accent1"/>
          </a:effectRef>
          <a:fontRef idx="minor"/>
        </p:style>
        <p:txBody>
          <a:bodyPr lIns="90000" rIns="90000" tIns="-44280" bIns="-44280" anchor="ctr">
            <a:noAutofit/>
          </a:bodyPr>
          <a:p>
            <a:pPr algn="ctr" defTabSz="914400">
              <a:lnSpc>
                <a:spcPct val="100000"/>
              </a:lnSpc>
            </a:pPr>
            <a:endParaRPr lang="en-US" sz="1800" b="0" u="none" strike="noStrike">
              <a:solidFill>
                <a:schemeClr val="lt1"/>
              </a:solidFill>
              <a:effectLst/>
              <a:uFillTx/>
              <a:latin typeface="Arial"/>
              <a:ea typeface="微软雅黑"/>
            </a:endParaRPr>
          </a:p>
        </p:txBody>
      </p:sp>
      <p:sp>
        <p:nvSpPr>
          <p:cNvPr id="223" name="PlaceHolder 1"/>
          <p:cNvSpPr>
            <a:spLocks noGrp="1"/>
          </p:cNvSpPr>
          <p:nvPr>
            <p:ph type="title"/>
          </p:nvPr>
        </p:nvSpPr>
        <p:spPr>
          <a:xfrm>
            <a:off x="1191960" y="3217680"/>
            <a:ext cx="4292280" cy="2219040"/>
          </a:xfrm>
          <a:prstGeom prst="rect">
            <a:avLst/>
          </a:prstGeom>
          <a:noFill/>
          <a:ln w="0">
            <a:noFill/>
          </a:ln>
        </p:spPr>
        <p:txBody>
          <a:bodyPr lIns="0" rIns="0" tIns="0" bIns="0" anchor="t">
            <a:normAutofit/>
          </a:bodyPr>
          <a:p>
            <a:pPr indent="0" defTabSz="914400">
              <a:lnSpc>
                <a:spcPct val="100000"/>
              </a:lnSpc>
              <a:buNone/>
              <a:tabLst>
                <a:tab algn="l" pos="0"/>
              </a:tabLst>
            </a:pPr>
            <a:r>
              <a:rPr lang="zh-CN" sz="4800" b="1" u="none" strike="noStrike">
                <a:solidFill>
                  <a:schemeClr val="dk1">
                    <a:lumMod val="85000"/>
                    <a:lumOff val="15000"/>
                  </a:schemeClr>
                </a:solidFill>
                <a:effectLst/>
                <a:uFillTx/>
                <a:latin typeface="Arial"/>
                <a:ea typeface="微软雅黑"/>
              </a:rPr>
              <a:t>单击此处编辑母版标题</a:t>
            </a:r>
            <a:endParaRPr lang="en-US" sz="4800" b="0" u="none" strike="noStrike">
              <a:solidFill>
                <a:srgbClr val="000000"/>
              </a:solidFill>
              <a:effectLst/>
              <a:uFillTx/>
              <a:latin typeface="Arial"/>
            </a:endParaRPr>
          </a:p>
        </p:txBody>
      </p:sp>
      <p:sp>
        <p:nvSpPr>
          <p:cNvPr id="224" name="PlaceHolder 2"/>
          <p:cNvSpPr>
            <a:spLocks noGrp="1"/>
          </p:cNvSpPr>
          <p:nvPr>
            <p:ph type="body"/>
          </p:nvPr>
        </p:nvSpPr>
        <p:spPr>
          <a:xfrm>
            <a:off x="1190520" y="1855080"/>
            <a:ext cx="4263120" cy="1222560"/>
          </a:xfrm>
          <a:prstGeom prst="rect">
            <a:avLst/>
          </a:prstGeom>
          <a:noFill/>
          <a:ln w="0">
            <a:noFill/>
          </a:ln>
        </p:spPr>
        <p:txBody>
          <a:bodyPr lIns="0" rIns="0" tIns="0" bIns="0" anchor="ctr">
            <a:normAutofit/>
          </a:bodyPr>
          <a:p>
            <a:pPr indent="0" defTabSz="914400">
              <a:lnSpc>
                <a:spcPct val="130000"/>
              </a:lnSpc>
              <a:spcBef>
                <a:spcPts val="1001"/>
              </a:spcBef>
              <a:buNone/>
              <a:tabLst>
                <a:tab algn="l" pos="0"/>
              </a:tabLst>
            </a:pPr>
            <a:r>
              <a:rPr lang="zh-CN" sz="5400" b="1" u="none" strike="noStrike">
                <a:solidFill>
                  <a:schemeClr val="accent1"/>
                </a:solidFill>
                <a:effectLst/>
                <a:uFillTx/>
                <a:latin typeface="Arial"/>
                <a:ea typeface="微软雅黑"/>
              </a:rPr>
              <a:t>节编号</a:t>
            </a:r>
            <a:endParaRPr lang="en-US" sz="5400" b="0" u="none" strike="noStrike">
              <a:solidFill>
                <a:srgbClr val="000000"/>
              </a:solidFill>
              <a:effectLst/>
              <a:uFillTx/>
              <a:latin typeface="Arial"/>
            </a:endParaRPr>
          </a:p>
        </p:txBody>
      </p:sp>
      <p:sp>
        <p:nvSpPr>
          <p:cNvPr id="225" name="PlaceHolder 3"/>
          <p:cNvSpPr>
            <a:spLocks noGrp="1"/>
          </p:cNvSpPr>
          <p:nvPr>
            <p:ph type="dt" idx="10"/>
          </p:nvPr>
        </p:nvSpPr>
        <p:spPr>
          <a:xfrm>
            <a:off x="695880" y="6356520"/>
            <a:ext cx="2741760" cy="363600"/>
          </a:xfrm>
          <a:prstGeom prst="rect">
            <a:avLst/>
          </a:prstGeom>
          <a:noFill/>
          <a:ln w="0">
            <a:noFill/>
          </a:ln>
        </p:spPr>
        <p:txBody>
          <a:bodyPr lIns="91440" rIns="91440" tIns="45720" bIns="45720" anchor="ctr">
            <a:normAutofit/>
          </a:bodyPr>
          <a:lstStyle>
            <a:lvl1pPr indent="0">
              <a:lnSpc>
                <a:spcPct val="100000"/>
              </a:lnSpc>
              <a:buNone/>
              <a:tabLst>
                <a:tab algn="l" pos="0"/>
              </a:tabLst>
              <a:defRPr lang="en-US" sz="1400" b="0" u="none" strike="noStrike">
                <a:solidFill>
                  <a:srgbClr val="000000"/>
                </a:solidFill>
                <a:effectLst/>
                <a:uFillTx/>
                <a:latin typeface="Times New Roman"/>
              </a:defRPr>
            </a:lvl1pPr>
          </a:lstStyle>
          <a:p>
            <a:pPr indent="0">
              <a:lnSpc>
                <a:spcPct val="100000"/>
              </a:lnSpc>
              <a:buNone/>
              <a:tabLst>
                <a:tab algn="l" pos="0"/>
              </a:tabLst>
            </a:pPr>
            <a:r>
              <a:rPr lang="en-US" sz="1400" b="0" u="none" strike="noStrike">
                <a:solidFill>
                  <a:srgbClr val="000000"/>
                </a:solidFill>
                <a:effectLst/>
                <a:uFillTx/>
                <a:latin typeface="Times New Roman"/>
              </a:rPr>
              <a:t>&lt;date/time&gt;</a:t>
            </a:r>
            <a:endParaRPr lang="en-US" sz="1400" b="0" u="none" strike="noStrike">
              <a:solidFill>
                <a:srgbClr val="000000"/>
              </a:solidFill>
              <a:effectLst/>
              <a:uFillTx/>
              <a:latin typeface="Times New Roman"/>
            </a:endParaRPr>
          </a:p>
        </p:txBody>
      </p:sp>
      <p:sp>
        <p:nvSpPr>
          <p:cNvPr id="226" name="PlaceHolder 4"/>
          <p:cNvSpPr>
            <a:spLocks noGrp="1"/>
          </p:cNvSpPr>
          <p:nvPr>
            <p:ph type="ftr" idx="11"/>
          </p:nvPr>
        </p:nvSpPr>
        <p:spPr>
          <a:xfrm>
            <a:off x="4038480" y="6356520"/>
            <a:ext cx="4113360" cy="36360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n-US" sz="1400" b="0" u="none" strike="noStrike">
                <a:solidFill>
                  <a:srgbClr val="000000"/>
                </a:solidFill>
                <a:effectLst/>
                <a:uFillTx/>
                <a:latin typeface="Times New Roman"/>
              </a:defRPr>
            </a:lvl1pPr>
          </a:lstStyle>
          <a:p>
            <a:pPr indent="0" algn="ctr">
              <a:lnSpc>
                <a:spcPct val="100000"/>
              </a:lnSpc>
              <a:buNone/>
              <a:tabLst>
                <a:tab algn="l" pos="0"/>
              </a:tabLst>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227" name="PlaceHolder 5"/>
          <p:cNvSpPr>
            <a:spLocks noGrp="1"/>
          </p:cNvSpPr>
          <p:nvPr>
            <p:ph type="sldNum" idx="12"/>
          </p:nvPr>
        </p:nvSpPr>
        <p:spPr>
          <a:xfrm>
            <a:off x="8754120" y="6356520"/>
            <a:ext cx="2741760" cy="363600"/>
          </a:xfrm>
          <a:prstGeom prst="rect">
            <a:avLst/>
          </a:prstGeom>
          <a:noFill/>
          <a:ln w="0">
            <a:noFill/>
          </a:ln>
        </p:spPr>
        <p:txBody>
          <a:bodyPr lIns="91440" rIns="91440" tIns="45720" bIns="45720" anchor="ctr">
            <a:normAutofit fontScale="70000" lnSpcReduction="19999"/>
          </a:bodyPr>
          <a:p>
            <a:pPr indent="0">
              <a:buNone/>
            </a:pPr>
            <a:endParaRPr lang="en-US" sz="1800" b="0" u="none" strike="noStrike">
              <a:solidFill>
                <a:srgbClr val="000000"/>
              </a:solidFill>
              <a:effectLst/>
              <a:uFillTx/>
              <a:latin typeface="Times New Roman"/>
            </a:endParaRPr>
          </a:p>
        </p:txBody>
      </p:sp>
      <p:sp>
        <p:nvSpPr>
          <p:cNvPr id="228" name="任意多边形: 形状 11"/>
          <p:cNvSpPr/>
          <p:nvPr/>
        </p:nvSpPr>
        <p:spPr>
          <a:xfrm rot="6722400">
            <a:off x="6744600" y="3182760"/>
            <a:ext cx="1955520" cy="2041200"/>
          </a:xfrm>
          <a:custGeom>
            <a:avLst/>
            <a:gdLst>
              <a:gd name="textAreaLeft" fmla="*/ 0 w 1955520"/>
              <a:gd name="textAreaRight" fmla="*/ 1956960 w 1955520"/>
              <a:gd name="textAreaTop" fmla="*/ 0 h 2041200"/>
              <a:gd name="textAreaBottom" fmla="*/ 2042640 h 2041200"/>
              <a:gd name="GluePoint1X" fmla="*/ 2073494 w 2164934"/>
              <a:gd name="GluePoint1Y" fmla="*/ 155857 h 2169653"/>
              <a:gd name="GluePoint2X" fmla="*/ 2067084 w 2164934"/>
              <a:gd name="GluePoint2Y" fmla="*/ 197855 h 2169653"/>
              <a:gd name="GluePoint3X" fmla="*/ 2006035 w 2164934"/>
              <a:gd name="GluePoint3Y" fmla="*/ 175511 h 2169653"/>
              <a:gd name="GluePoint4X" fmla="*/ 1571400 w 2164934"/>
              <a:gd name="GluePoint4Y" fmla="*/ 109800 h 2169653"/>
              <a:gd name="GluePoint5X" fmla="*/ 109800 w 2164934"/>
              <a:gd name="GluePoint5Y" fmla="*/ 1571400 h 2169653"/>
              <a:gd name="GluePoint6X" fmla="*/ 224660 w 2164934"/>
              <a:gd name="GluePoint6Y" fmla="*/ 2140321 h 216965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Lst>
            <a:rect l="textAreaLeft" t="textAreaTop" r="textAreaRight" b="textAreaBottom"/>
            <a:pathLst>
              <a:path w="1957284" h="2042763">
                <a:moveTo>
                  <a:pt x="1957284" y="88055"/>
                </a:moveTo>
                <a:lnTo>
                  <a:pt x="1896235" y="65711"/>
                </a:lnTo>
                <a:cubicBezTo>
                  <a:pt x="1758934" y="23005"/>
                  <a:pt x="1612954" y="0"/>
                  <a:pt x="1461600" y="0"/>
                </a:cubicBezTo>
                <a:cubicBezTo>
                  <a:pt x="654381" y="0"/>
                  <a:pt x="0" y="654381"/>
                  <a:pt x="0" y="1461600"/>
                </a:cubicBezTo>
                <a:cubicBezTo>
                  <a:pt x="0" y="1663405"/>
                  <a:pt x="40899" y="1855657"/>
                  <a:pt x="114860" y="2030521"/>
                </a:cubicBezTo>
                <a:lnTo>
                  <a:pt x="120757" y="2042763"/>
                </a:lnTo>
              </a:path>
            </a:pathLst>
          </a:custGeom>
          <a:noFill/>
          <a:ln>
            <a:solidFill>
              <a:schemeClr val="accent1">
                <a:alpha val="7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229" name="任意多边形: 形状 12"/>
          <p:cNvSpPr/>
          <p:nvPr/>
        </p:nvSpPr>
        <p:spPr>
          <a:xfrm rot="6722400">
            <a:off x="7100280" y="4226400"/>
            <a:ext cx="361800" cy="380160"/>
          </a:xfrm>
          <a:custGeom>
            <a:avLst/>
            <a:gdLst>
              <a:gd name="textAreaLeft" fmla="*/ 0 w 361800"/>
              <a:gd name="textAreaRight" fmla="*/ 363240 w 361800"/>
              <a:gd name="textAreaTop" fmla="*/ 0 h 380160"/>
              <a:gd name="textAreaBottom" fmla="*/ 381600 h 380160"/>
              <a:gd name="GluePoint1X" fmla="*/ 150121 w 363138"/>
              <a:gd name="GluePoint1Y" fmla="*/ 256885 h 381923"/>
              <a:gd name="GluePoint2X" fmla="*/ 12546 w 363138"/>
              <a:gd name="GluePoint2Y" fmla="*/ 381923 h 381923"/>
              <a:gd name="GluePoint3X" fmla="*/ 6107 w 363138"/>
              <a:gd name="GluePoint3Y" fmla="*/ 361181 h 381923"/>
              <a:gd name="GluePoint4X" fmla="*/ 0 w 363138"/>
              <a:gd name="GluePoint4Y" fmla="*/ 300600 h 381923"/>
              <a:gd name="GluePoint5X" fmla="*/ 300600 w 363138"/>
              <a:gd name="GluePoint5Y" fmla="*/ 0 h 381923"/>
              <a:gd name="GluePoint6X" fmla="*/ 361181 w 363138"/>
              <a:gd name="GluePoint6Y" fmla="*/ 6107 h 3819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Lst>
            <a:rect l="textAreaLeft" t="textAreaTop" r="textAreaRight" b="textAreaBottom"/>
            <a:pathLst>
              <a:path w="363138" h="381923">
                <a:moveTo>
                  <a:pt x="12546" y="381923"/>
                </a:moveTo>
                <a:lnTo>
                  <a:pt x="6107" y="361181"/>
                </a:lnTo>
                <a:cubicBezTo>
                  <a:pt x="2103" y="341613"/>
                  <a:pt x="0" y="321352"/>
                  <a:pt x="0" y="300600"/>
                </a:cubicBezTo>
                <a:cubicBezTo>
                  <a:pt x="0" y="134583"/>
                  <a:pt x="134583" y="0"/>
                  <a:pt x="300600" y="0"/>
                </a:cubicBezTo>
                <a:cubicBezTo>
                  <a:pt x="321352" y="0"/>
                  <a:pt x="341613" y="2103"/>
                  <a:pt x="361181" y="6107"/>
                </a:cubicBezTo>
                <a:lnTo>
                  <a:pt x="363138" y="6715"/>
                </a:lnTo>
              </a:path>
            </a:pathLst>
          </a:custGeom>
          <a:noFill/>
          <a:ln>
            <a:solidFill>
              <a:schemeClr val="accent1">
                <a:alpha val="7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230" name="任意多边形: 形状 13"/>
          <p:cNvSpPr/>
          <p:nvPr/>
        </p:nvSpPr>
        <p:spPr>
          <a:xfrm rot="6722400">
            <a:off x="10614600" y="1965240"/>
            <a:ext cx="1206360" cy="1281960"/>
          </a:xfrm>
          <a:custGeom>
            <a:avLst/>
            <a:gdLst>
              <a:gd name="textAreaLeft" fmla="*/ 0 w 1206360"/>
              <a:gd name="textAreaRight" fmla="*/ 1207800 w 1206360"/>
              <a:gd name="textAreaTop" fmla="*/ 0 h 1281960"/>
              <a:gd name="textAreaBottom" fmla="*/ 1283400 h 1281960"/>
              <a:gd name="GluePoint1X" fmla="*/ 1042541 w 1207728"/>
              <a:gd name="GluePoint1Y" fmla="*/ 79574 h 1283476"/>
              <a:gd name="GluePoint2X" fmla="*/ 1207728 w 1207728"/>
              <a:gd name="GluePoint2Y" fmla="*/ 0 h 1283476"/>
              <a:gd name="GluePoint3X" fmla="*/ 1136917 w 1207728"/>
              <a:gd name="GluePoint3Y" fmla="*/ 50355 h 1283476"/>
              <a:gd name="GluePoint4X" fmla="*/ 79165 w 1207728"/>
              <a:gd name="GluePoint4Y" fmla="*/ 1159992 h 1283476"/>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1207728" h="1283476">
                <a:moveTo>
                  <a:pt x="1207728" y="0"/>
                </a:moveTo>
                <a:lnTo>
                  <a:pt x="1136917" y="50355"/>
                </a:lnTo>
                <a:cubicBezTo>
                  <a:pt x="725367" y="358134"/>
                  <a:pt x="367298" y="733498"/>
                  <a:pt x="79165" y="1159992"/>
                </a:cubicBezTo>
                <a:lnTo>
                  <a:pt x="0" y="1283476"/>
                </a:lnTo>
              </a:path>
            </a:pathLst>
          </a:custGeom>
          <a:noFill/>
          <a:ln>
            <a:solidFill>
              <a:schemeClr val="accent1">
                <a:alpha val="7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231" name="任意多边形: 形状 14"/>
          <p:cNvSpPr/>
          <p:nvPr/>
        </p:nvSpPr>
        <p:spPr>
          <a:xfrm rot="6722400">
            <a:off x="8494560" y="1608840"/>
            <a:ext cx="2943720" cy="3137400"/>
          </a:xfrm>
          <a:custGeom>
            <a:avLst/>
            <a:gdLst>
              <a:gd name="textAreaLeft" fmla="*/ 0 w 2943720"/>
              <a:gd name="textAreaRight" fmla="*/ 2945160 w 2943720"/>
              <a:gd name="textAreaTop" fmla="*/ 0 h 3137400"/>
              <a:gd name="textAreaBottom" fmla="*/ 3138840 h 3137400"/>
              <a:gd name="GluePoint1X" fmla="*/ 328916 w 3017844"/>
              <a:gd name="GluePoint1Y" fmla="*/ 2179446 h 3183247"/>
              <a:gd name="GluePoint2X" fmla="*/ 30466 w 3017844"/>
              <a:gd name="GluePoint2Y" fmla="*/ 3170046 h 3183247"/>
              <a:gd name="GluePoint3X" fmla="*/ 27504 w 3017844"/>
              <a:gd name="GluePoint3Y" fmla="*/ 3183247 h 3183247"/>
              <a:gd name="GluePoint4X" fmla="*/ 0 w 3017844"/>
              <a:gd name="GluePoint4Y" fmla="*/ 3138693 h 3183247"/>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2945236" h="3138693">
                <a:moveTo>
                  <a:pt x="0" y="3138693"/>
                </a:moveTo>
                <a:lnTo>
                  <a:pt x="1500" y="3126894"/>
                </a:lnTo>
                <a:cubicBezTo>
                  <a:pt x="231547" y="1621315"/>
                  <a:pt x="1347493" y="407251"/>
                  <a:pt x="2800676" y="33364"/>
                </a:cubicBezTo>
                <a:lnTo>
                  <a:pt x="2945236" y="0"/>
                </a:lnTo>
              </a:path>
            </a:pathLst>
          </a:custGeom>
          <a:noFill/>
          <a:ln>
            <a:solidFill>
              <a:schemeClr val="accent1">
                <a:alpha val="7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232" name="任意多边形: 形状 15"/>
          <p:cNvSpPr/>
          <p:nvPr/>
        </p:nvSpPr>
        <p:spPr>
          <a:xfrm rot="6722400">
            <a:off x="8246880" y="1658880"/>
            <a:ext cx="3028680" cy="3227040"/>
          </a:xfrm>
          <a:custGeom>
            <a:avLst/>
            <a:gdLst>
              <a:gd name="textAreaLeft" fmla="*/ 0 w 3028680"/>
              <a:gd name="textAreaRight" fmla="*/ 3030120 w 3028680"/>
              <a:gd name="textAreaTop" fmla="*/ 0 h 3227040"/>
              <a:gd name="textAreaBottom" fmla="*/ 3228480 h 3227040"/>
              <a:gd name="GluePoint1X" fmla="*/ 2962086 w 3092451"/>
              <a:gd name="GluePoint1Y" fmla="*/ 9776 h 3270607"/>
              <a:gd name="GluePoint2X" fmla="*/ 3012498 w 3092451"/>
              <a:gd name="GluePoint2Y" fmla="*/ 0 h 3270607"/>
              <a:gd name="GluePoint3X" fmla="*/ 3092451 w 3092451"/>
              <a:gd name="GluePoint3Y" fmla="*/ 42327 h 3270607"/>
              <a:gd name="GluePoint4X" fmla="*/ 2952423 w 3092451"/>
              <a:gd name="GluePoint4Y" fmla="*/ 67333 h 3270607"/>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3030313" h="3228280">
                <a:moveTo>
                  <a:pt x="3030313" y="0"/>
                </a:moveTo>
                <a:lnTo>
                  <a:pt x="2890285" y="25006"/>
                </a:lnTo>
                <a:cubicBezTo>
                  <a:pt x="1348940" y="340411"/>
                  <a:pt x="162205" y="1629308"/>
                  <a:pt x="536" y="3221241"/>
                </a:cubicBezTo>
                <a:cubicBezTo>
                  <a:pt x="357" y="3223587"/>
                  <a:pt x="179" y="3225934"/>
                  <a:pt x="0" y="3228280"/>
                </a:cubicBezTo>
              </a:path>
            </a:pathLst>
          </a:custGeom>
          <a:noFill/>
          <a:ln>
            <a:solidFill>
              <a:schemeClr val="accent1">
                <a:alpha val="7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233" name="任意多边形: 形状 16"/>
          <p:cNvSpPr/>
          <p:nvPr/>
        </p:nvSpPr>
        <p:spPr>
          <a:xfrm rot="6722400">
            <a:off x="7655760" y="1879920"/>
            <a:ext cx="3098160" cy="3298680"/>
          </a:xfrm>
          <a:custGeom>
            <a:avLst/>
            <a:gdLst>
              <a:gd name="textAreaLeft" fmla="*/ 0 w 3098160"/>
              <a:gd name="textAreaRight" fmla="*/ 3099600 w 3098160"/>
              <a:gd name="textAreaTop" fmla="*/ 0 h 3298680"/>
              <a:gd name="textAreaBottom" fmla="*/ 3300120 h 3298680"/>
              <a:gd name="GluePoint1X" fmla="*/ 46480 w 3122322"/>
              <a:gd name="GluePoint1Y" fmla="*/ 3335488 h 3426928"/>
              <a:gd name="GluePoint2X" fmla="*/ 16144 w 3122322"/>
              <a:gd name="GluePoint2Y" fmla="*/ 3312803 h 3426928"/>
              <a:gd name="GluePoint3X" fmla="*/ 2277 w 3122322"/>
              <a:gd name="GluePoint3Y" fmla="*/ 3300200 h 3426928"/>
              <a:gd name="GluePoint4X" fmla="*/ 0 w 3122322"/>
              <a:gd name="GluePoint4Y" fmla="*/ 3210137 h 3426928"/>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3099797" h="3300200">
                <a:moveTo>
                  <a:pt x="2277" y="3300200"/>
                </a:moveTo>
                <a:lnTo>
                  <a:pt x="0" y="3210137"/>
                </a:lnTo>
                <a:cubicBezTo>
                  <a:pt x="0" y="1491099"/>
                  <a:pt x="1350007" y="87372"/>
                  <a:pt x="3047659" y="1318"/>
                </a:cubicBezTo>
                <a:lnTo>
                  <a:pt x="3099797" y="0"/>
                </a:lnTo>
              </a:path>
            </a:pathLst>
          </a:custGeom>
          <a:noFill/>
          <a:ln>
            <a:solidFill>
              <a:schemeClr val="accent1">
                <a:alpha val="7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234" name="任意多边形: 形状 17"/>
          <p:cNvSpPr/>
          <p:nvPr/>
        </p:nvSpPr>
        <p:spPr>
          <a:xfrm rot="6722400">
            <a:off x="7507800" y="1964160"/>
            <a:ext cx="3081960" cy="3273840"/>
          </a:xfrm>
          <a:custGeom>
            <a:avLst/>
            <a:gdLst>
              <a:gd name="textAreaLeft" fmla="*/ 0 w 3081960"/>
              <a:gd name="textAreaRight" fmla="*/ 3083400 w 3081960"/>
              <a:gd name="textAreaTop" fmla="*/ 0 h 3273840"/>
              <a:gd name="textAreaBottom" fmla="*/ 3275280 h 3273840"/>
              <a:gd name="GluePoint1X" fmla="*/ 2944527 w 3109594"/>
              <a:gd name="GluePoint1Y" fmla="*/ 0 h 3332821"/>
              <a:gd name="GluePoint2X" fmla="*/ 3101828 w 3109594"/>
              <a:gd name="GluePoint2Y" fmla="*/ 47441 h 3332821"/>
              <a:gd name="GluePoint3X" fmla="*/ 3109594 w 3109594"/>
              <a:gd name="GluePoint3Y" fmla="*/ 57826 h 3332821"/>
              <a:gd name="GluePoint4X" fmla="*/ 3105926 w 3109594"/>
              <a:gd name="GluePoint4Y" fmla="*/ 57733 h 3332821"/>
              <a:gd name="GluePoint5X" fmla="*/ 26126 w 3109594"/>
              <a:gd name="GluePoint5Y" fmla="*/ 3137533 h 3332821"/>
            </a:gdLst>
            <a:ahLst/>
            <a:cxnLst>
              <a:cxn ang="0">
                <a:pos x="GluePoint1X" y="GluePoint1Y"/>
              </a:cxn>
              <a:cxn ang="0">
                <a:pos x="GluePoint2X" y="GluePoint2Y"/>
              </a:cxn>
              <a:cxn ang="0">
                <a:pos x="GluePoint3X" y="GluePoint3Y"/>
              </a:cxn>
              <a:cxn ang="0">
                <a:pos x="GluePoint4X" y="GluePoint4Y"/>
              </a:cxn>
              <a:cxn ang="0">
                <a:pos x="GluePoint5X" y="GluePoint5Y"/>
              </a:cxn>
            </a:cxnLst>
            <a:rect l="textAreaLeft" t="textAreaTop" r="textAreaRight" b="textAreaBottom"/>
            <a:pathLst>
              <a:path w="3083468" h="3275088">
                <a:moveTo>
                  <a:pt x="3083468" y="93"/>
                </a:moveTo>
                <a:lnTo>
                  <a:pt x="3079800" y="0"/>
                </a:lnTo>
                <a:cubicBezTo>
                  <a:pt x="1378873" y="0"/>
                  <a:pt x="0" y="1378873"/>
                  <a:pt x="0" y="3079800"/>
                </a:cubicBezTo>
                <a:cubicBezTo>
                  <a:pt x="0" y="3132954"/>
                  <a:pt x="1346" y="3185794"/>
                  <a:pt x="4007" y="3238286"/>
                </a:cubicBezTo>
                <a:lnTo>
                  <a:pt x="6805" y="3275088"/>
                </a:lnTo>
              </a:path>
            </a:pathLst>
          </a:custGeom>
          <a:noFill/>
          <a:ln>
            <a:solidFill>
              <a:schemeClr val="accent1">
                <a:alpha val="7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235" name="任意多边形: 形状 18"/>
          <p:cNvSpPr/>
          <p:nvPr/>
        </p:nvSpPr>
        <p:spPr>
          <a:xfrm rot="6722400">
            <a:off x="9504720" y="1605600"/>
            <a:ext cx="2334240" cy="2490480"/>
          </a:xfrm>
          <a:custGeom>
            <a:avLst/>
            <a:gdLst>
              <a:gd name="textAreaLeft" fmla="*/ 0 w 2334240"/>
              <a:gd name="textAreaRight" fmla="*/ 2335680 w 2334240"/>
              <a:gd name="textAreaTop" fmla="*/ 0 h 2490480"/>
              <a:gd name="textAreaBottom" fmla="*/ 2491920 h 2490480"/>
              <a:gd name="GluePoint1X" fmla="*/ 2114901 w 2335534"/>
              <a:gd name="GluePoint1Y" fmla="*/ 14872 h 2491287"/>
              <a:gd name="GluePoint2X" fmla="*/ 2335534 w 2335534"/>
              <a:gd name="GluePoint2Y" fmla="*/ 0 h 2491287"/>
              <a:gd name="GluePoint3X" fmla="*/ 2166244 w 2335534"/>
              <a:gd name="GluePoint3Y" fmla="*/ 76534 h 2491287"/>
              <a:gd name="GluePoint4X" fmla="*/ 14436 w 2335534"/>
              <a:gd name="GluePoint4Y" fmla="*/ 2448623 h 2491287"/>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2335534" h="2491287">
                <a:moveTo>
                  <a:pt x="2335534" y="0"/>
                </a:moveTo>
                <a:lnTo>
                  <a:pt x="2166244" y="76534"/>
                </a:lnTo>
                <a:cubicBezTo>
                  <a:pt x="1174276" y="554513"/>
                  <a:pt x="396178" y="1406038"/>
                  <a:pt x="14436" y="2448623"/>
                </a:cubicBezTo>
                <a:lnTo>
                  <a:pt x="0" y="2491287"/>
                </a:lnTo>
              </a:path>
            </a:pathLst>
          </a:custGeom>
          <a:noFill/>
          <a:ln>
            <a:solidFill>
              <a:schemeClr val="accent1">
                <a:alpha val="7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236" name="任意多边形: 形状 19"/>
          <p:cNvSpPr/>
          <p:nvPr/>
        </p:nvSpPr>
        <p:spPr>
          <a:xfrm rot="6722400">
            <a:off x="10023840" y="1715400"/>
            <a:ext cx="1867320" cy="1999440"/>
          </a:xfrm>
          <a:custGeom>
            <a:avLst/>
            <a:gdLst>
              <a:gd name="textAreaLeft" fmla="*/ 0 w 1867320"/>
              <a:gd name="textAreaRight" fmla="*/ 1868760 w 1867320"/>
              <a:gd name="textAreaTop" fmla="*/ 0 h 1999440"/>
              <a:gd name="textAreaBottom" fmla="*/ 2000880 h 1999440"/>
              <a:gd name="GluePoint1X" fmla="*/ 720197 w 2006436"/>
              <a:gd name="GluePoint1Y" fmla="*/ 1027963 h 2148811"/>
              <a:gd name="GluePoint2X" fmla="*/ 14075 w 2006436"/>
              <a:gd name="GluePoint2Y" fmla="*/ 2123638 h 2148811"/>
              <a:gd name="GluePoint3X" fmla="*/ 0 w 2006436"/>
              <a:gd name="GluePoint3Y" fmla="*/ 2148811 h 2148811"/>
              <a:gd name="GluePoint4X" fmla="*/ 70 w 2006436"/>
              <a:gd name="GluePoint4Y" fmla="*/ 2009948 h 2148811"/>
              <a:gd name="GluePoint5X" fmla="*/ 1638 w 2006436"/>
              <a:gd name="GluePoint5Y" fmla="*/ 1999672 h 2148811"/>
            </a:gdLst>
            <a:ahLst/>
            <a:cxnLst>
              <a:cxn ang="0">
                <a:pos x="GluePoint1X" y="GluePoint1Y"/>
              </a:cxn>
              <a:cxn ang="0">
                <a:pos x="GluePoint2X" y="GluePoint2Y"/>
              </a:cxn>
              <a:cxn ang="0">
                <a:pos x="GluePoint3X" y="GluePoint3Y"/>
              </a:cxn>
              <a:cxn ang="0">
                <a:pos x="GluePoint4X" y="GluePoint4Y"/>
              </a:cxn>
              <a:cxn ang="0">
                <a:pos x="GluePoint5X" y="GluePoint5Y"/>
              </a:cxn>
            </a:cxnLst>
            <a:rect l="textAreaLeft" t="textAreaTop" r="textAreaRight" b="textAreaBottom"/>
            <a:pathLst>
              <a:path w="1869053" h="2000692">
                <a:moveTo>
                  <a:pt x="0" y="2000692"/>
                </a:moveTo>
                <a:lnTo>
                  <a:pt x="1568" y="1990416"/>
                </a:lnTo>
                <a:lnTo>
                  <a:pt x="15892" y="1958733"/>
                </a:lnTo>
                <a:cubicBezTo>
                  <a:pt x="389303" y="1183777"/>
                  <a:pt x="981584" y="534133"/>
                  <a:pt x="1712542" y="89993"/>
                </a:cubicBezTo>
                <a:lnTo>
                  <a:pt x="1869053" y="0"/>
                </a:lnTo>
              </a:path>
            </a:pathLst>
          </a:custGeom>
          <a:noFill/>
          <a:ln>
            <a:solidFill>
              <a:schemeClr val="accent1">
                <a:alpha val="7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237" name="任意多边形: 形状 20"/>
          <p:cNvSpPr/>
          <p:nvPr/>
        </p:nvSpPr>
        <p:spPr>
          <a:xfrm rot="6722400">
            <a:off x="9124200" y="1576080"/>
            <a:ext cx="2611440" cy="2779920"/>
          </a:xfrm>
          <a:custGeom>
            <a:avLst/>
            <a:gdLst>
              <a:gd name="textAreaLeft" fmla="*/ 0 w 2611440"/>
              <a:gd name="textAreaRight" fmla="*/ 2612880 w 2611440"/>
              <a:gd name="textAreaTop" fmla="*/ 0 h 2779920"/>
              <a:gd name="textAreaBottom" fmla="*/ 2781360 h 2779920"/>
              <a:gd name="GluePoint1X" fmla="*/ 2151789 w 2692052"/>
              <a:gd name="GluePoint1Y" fmla="*/ 261907 h 2832246"/>
              <a:gd name="GluePoint2X" fmla="*/ 1478689 w 2692052"/>
              <a:gd name="GluePoint2Y" fmla="*/ 661957 h 2832246"/>
              <a:gd name="GluePoint3X" fmla="*/ 964339 w 2692052"/>
              <a:gd name="GluePoint3Y" fmla="*/ 1150907 h 2832246"/>
              <a:gd name="GluePoint4X" fmla="*/ 564289 w 2692052"/>
              <a:gd name="GluePoint4Y" fmla="*/ 1633507 h 2832246"/>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2612863" h="2781134">
                <a:moveTo>
                  <a:pt x="0" y="2781134"/>
                </a:moveTo>
                <a:lnTo>
                  <a:pt x="35434" y="2656357"/>
                </a:lnTo>
                <a:cubicBezTo>
                  <a:pt x="414818" y="1436598"/>
                  <a:pt x="1348392" y="461005"/>
                  <a:pt x="2541633" y="24101"/>
                </a:cubicBezTo>
                <a:lnTo>
                  <a:pt x="2612863" y="0"/>
                </a:lnTo>
              </a:path>
            </a:pathLst>
          </a:custGeom>
          <a:noFill/>
          <a:ln>
            <a:solidFill>
              <a:schemeClr val="accent1">
                <a:alpha val="7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238" name="任意多边形: 形状 21"/>
          <p:cNvSpPr/>
          <p:nvPr/>
        </p:nvSpPr>
        <p:spPr>
          <a:xfrm rot="6722400">
            <a:off x="8779680" y="1580040"/>
            <a:ext cx="2814120" cy="2995200"/>
          </a:xfrm>
          <a:custGeom>
            <a:avLst/>
            <a:gdLst>
              <a:gd name="textAreaLeft" fmla="*/ 0 w 2814120"/>
              <a:gd name="textAreaRight" fmla="*/ 2815560 w 2814120"/>
              <a:gd name="textAreaTop" fmla="*/ 0 h 2995200"/>
              <a:gd name="textAreaBottom" fmla="*/ 2996640 h 2995200"/>
              <a:gd name="GluePoint1X" fmla="*/ 2644879 w 2852093"/>
              <a:gd name="GluePoint1Y" fmla="*/ 27487 h 3028139"/>
              <a:gd name="GluePoint2X" fmla="*/ 2740621 w 2852093"/>
              <a:gd name="GluePoint2Y" fmla="*/ 0 h 3028139"/>
              <a:gd name="GluePoint3X" fmla="*/ 2814697 w 2852093"/>
              <a:gd name="GluePoint3Y" fmla="*/ 17806 h 3028139"/>
              <a:gd name="GluePoint4X" fmla="*/ 2852093 w 2852093"/>
              <a:gd name="GluePoint4Y" fmla="*/ 31493 h 3028139"/>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2815694" h="2996646">
                <a:moveTo>
                  <a:pt x="2815694" y="0"/>
                </a:moveTo>
                <a:lnTo>
                  <a:pt x="2686366" y="36725"/>
                </a:lnTo>
                <a:cubicBezTo>
                  <a:pt x="1390883" y="439662"/>
                  <a:pt x="382022" y="1493150"/>
                  <a:pt x="41909" y="2815064"/>
                </a:cubicBezTo>
                <a:lnTo>
                  <a:pt x="0" y="2996646"/>
                </a:lnTo>
              </a:path>
            </a:pathLst>
          </a:custGeom>
          <a:noFill/>
          <a:ln>
            <a:solidFill>
              <a:schemeClr val="accent1">
                <a:alpha val="7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239" name="任意多边形: 形状 22"/>
          <p:cNvSpPr/>
          <p:nvPr/>
        </p:nvSpPr>
        <p:spPr>
          <a:xfrm rot="6722400">
            <a:off x="8035560" y="1719720"/>
            <a:ext cx="3076920" cy="3278880"/>
          </a:xfrm>
          <a:custGeom>
            <a:avLst/>
            <a:gdLst>
              <a:gd name="textAreaLeft" fmla="*/ 0 w 3076920"/>
              <a:gd name="textAreaRight" fmla="*/ 3078360 w 3076920"/>
              <a:gd name="textAreaTop" fmla="*/ 0 h 3278880"/>
              <a:gd name="textAreaBottom" fmla="*/ 3280320 h 3278880"/>
              <a:gd name="GluePoint1X" fmla="*/ 47956 w 3093543"/>
              <a:gd name="GluePoint1Y" fmla="*/ 3217681 h 3312952"/>
              <a:gd name="GluePoint2X" fmla="*/ 35616 w 3093543"/>
              <a:gd name="GluePoint2Y" fmla="*/ 3283413 h 3312952"/>
              <a:gd name="GluePoint3X" fmla="*/ 29861 w 3093543"/>
              <a:gd name="GluePoint3Y" fmla="*/ 3312952 h 3312952"/>
              <a:gd name="GluePoint4X" fmla="*/ 0 w 3093543"/>
              <a:gd name="GluePoint4Y" fmla="*/ 3280097 h 3312952"/>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3078620" h="3280097">
                <a:moveTo>
                  <a:pt x="0" y="3280097"/>
                </a:moveTo>
                <a:lnTo>
                  <a:pt x="12149" y="3120339"/>
                </a:lnTo>
                <a:cubicBezTo>
                  <a:pt x="173672" y="1529845"/>
                  <a:pt x="1398725" y="253757"/>
                  <a:pt x="2964939" y="14445"/>
                </a:cubicBezTo>
                <a:lnTo>
                  <a:pt x="3078620" y="0"/>
                </a:lnTo>
              </a:path>
            </a:pathLst>
          </a:custGeom>
          <a:noFill/>
          <a:ln>
            <a:solidFill>
              <a:schemeClr val="accent1">
                <a:alpha val="7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240" name="任意多边形: 形状 23"/>
          <p:cNvSpPr/>
          <p:nvPr/>
        </p:nvSpPr>
        <p:spPr>
          <a:xfrm rot="6722400">
            <a:off x="7844040" y="1792080"/>
            <a:ext cx="3098520" cy="3302640"/>
          </a:xfrm>
          <a:custGeom>
            <a:avLst/>
            <a:gdLst>
              <a:gd name="textAreaLeft" fmla="*/ 0 w 3098520"/>
              <a:gd name="textAreaRight" fmla="*/ 3099960 w 3098520"/>
              <a:gd name="textAreaTop" fmla="*/ 0 h 3302640"/>
              <a:gd name="textAreaBottom" fmla="*/ 3304080 h 3302640"/>
              <a:gd name="GluePoint1X" fmla="*/ 3092741 w 3184181"/>
              <a:gd name="GluePoint1Y" fmla="*/ 8858 h 3367870"/>
              <a:gd name="GluePoint2X" fmla="*/ 3109679 w 3184181"/>
              <a:gd name="GluePoint2Y" fmla="*/ 21524 h 3367870"/>
              <a:gd name="GluePoint3X" fmla="*/ 3156821 w 3184181"/>
              <a:gd name="GluePoint3Y" fmla="*/ 64369 h 3367870"/>
              <a:gd name="GluePoint4X" fmla="*/ 3077063 w 3184181"/>
              <a:gd name="GluePoint4Y" fmla="*/ 70434 h 3367870"/>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3100310" h="3303501">
                <a:moveTo>
                  <a:pt x="3100310" y="0"/>
                </a:moveTo>
                <a:lnTo>
                  <a:pt x="3020552" y="6065"/>
                </a:lnTo>
                <a:cubicBezTo>
                  <a:pt x="1379804" y="172692"/>
                  <a:pt x="87421" y="1517722"/>
                  <a:pt x="3086" y="3181473"/>
                </a:cubicBezTo>
                <a:cubicBezTo>
                  <a:pt x="2057" y="3222149"/>
                  <a:pt x="1029" y="3262825"/>
                  <a:pt x="0" y="3303501"/>
                </a:cubicBezTo>
              </a:path>
            </a:pathLst>
          </a:custGeom>
          <a:noFill/>
          <a:ln>
            <a:solidFill>
              <a:schemeClr val="accent1">
                <a:alpha val="7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241" name="任意多边形: 形状 24"/>
          <p:cNvSpPr/>
          <p:nvPr/>
        </p:nvSpPr>
        <p:spPr>
          <a:xfrm rot="6722400">
            <a:off x="7369560" y="2054520"/>
            <a:ext cx="3049200" cy="3231360"/>
          </a:xfrm>
          <a:custGeom>
            <a:avLst/>
            <a:gdLst>
              <a:gd name="textAreaLeft" fmla="*/ 0 w 3049200"/>
              <a:gd name="textAreaRight" fmla="*/ 3050640 w 3049200"/>
              <a:gd name="textAreaTop" fmla="*/ 0 h 3231360"/>
              <a:gd name="textAreaBottom" fmla="*/ 3232800 h 3231360"/>
              <a:gd name="GluePoint1X" fmla="*/ 2941200 w 3076263"/>
              <a:gd name="GluePoint1Y" fmla="*/ 0 h 3242409"/>
              <a:gd name="GluePoint2X" fmla="*/ 3050508 w 3076263"/>
              <a:gd name="GluePoint2Y" fmla="*/ 2764 h 3242409"/>
              <a:gd name="GluePoint3X" fmla="*/ 3067664 w 3076263"/>
              <a:gd name="GluePoint3Y" fmla="*/ 25707 h 3242409"/>
              <a:gd name="GluePoint4X" fmla="*/ 3076263 w 3076263"/>
              <a:gd name="GluePoint4Y" fmla="*/ 39861 h 3242409"/>
              <a:gd name="GluePoint5X" fmla="*/ 3022689 w 3076263"/>
              <a:gd name="GluePoint5Y" fmla="*/ 37228 h 3242409"/>
            </a:gdLst>
            <a:ahLst/>
            <a:cxnLst>
              <a:cxn ang="0">
                <a:pos x="GluePoint1X" y="GluePoint1Y"/>
              </a:cxn>
              <a:cxn ang="0">
                <a:pos x="GluePoint2X" y="GluePoint2Y"/>
              </a:cxn>
              <a:cxn ang="0">
                <a:pos x="GluePoint3X" y="GluePoint3Y"/>
              </a:cxn>
              <a:cxn ang="0">
                <a:pos x="GluePoint4X" y="GluePoint4Y"/>
              </a:cxn>
              <a:cxn ang="0">
                <a:pos x="GluePoint5X" y="GluePoint5Y"/>
              </a:cxn>
            </a:cxnLst>
            <a:rect l="textAreaLeft" t="textAreaTop" r="textAreaRight" b="textAreaBottom"/>
            <a:pathLst>
              <a:path w="3050508" h="3232460">
                <a:moveTo>
                  <a:pt x="14465" y="3232460"/>
                </a:moveTo>
                <a:lnTo>
                  <a:pt x="3827" y="3092554"/>
                </a:lnTo>
                <a:cubicBezTo>
                  <a:pt x="1286" y="3042424"/>
                  <a:pt x="0" y="2991962"/>
                  <a:pt x="0" y="2941200"/>
                </a:cubicBezTo>
                <a:cubicBezTo>
                  <a:pt x="0" y="1316820"/>
                  <a:pt x="1316820" y="0"/>
                  <a:pt x="2941200" y="0"/>
                </a:cubicBezTo>
                <a:lnTo>
                  <a:pt x="3050508" y="2764"/>
                </a:lnTo>
              </a:path>
            </a:pathLst>
          </a:custGeom>
          <a:noFill/>
          <a:ln>
            <a:solidFill>
              <a:schemeClr val="accent1">
                <a:alpha val="7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242" name="任意多边形: 形状 25"/>
          <p:cNvSpPr/>
          <p:nvPr/>
        </p:nvSpPr>
        <p:spPr>
          <a:xfrm rot="6722400">
            <a:off x="7245360" y="2147400"/>
            <a:ext cx="3002040" cy="3177360"/>
          </a:xfrm>
          <a:custGeom>
            <a:avLst/>
            <a:gdLst>
              <a:gd name="textAreaLeft" fmla="*/ 0 w 3002040"/>
              <a:gd name="textAreaRight" fmla="*/ 3003480 w 3002040"/>
              <a:gd name="textAreaTop" fmla="*/ 0 h 3177360"/>
              <a:gd name="textAreaBottom" fmla="*/ 3178800 h 3177360"/>
              <a:gd name="GluePoint1X" fmla="*/ 2926606 w 3074685"/>
              <a:gd name="GluePoint1Y" fmla="*/ 0 h 3236039"/>
              <a:gd name="GluePoint2X" fmla="*/ 3020554 w 3074685"/>
              <a:gd name="GluePoint2Y" fmla="*/ 11955 h 3236039"/>
              <a:gd name="GluePoint3X" fmla="*/ 3045053 w 3074685"/>
              <a:gd name="GluePoint3Y" fmla="*/ 19013 h 3236039"/>
              <a:gd name="GluePoint4X" fmla="*/ 3074685 w 3074685"/>
              <a:gd name="GluePoint4Y" fmla="*/ 67789 h 3236039"/>
              <a:gd name="GluePoint5X" fmla="*/ 2873079 w 3074685"/>
              <a:gd name="GluePoint5Y" fmla="*/ 57609 h 3236039"/>
            </a:gdLst>
            <a:ahLst/>
            <a:cxnLst>
              <a:cxn ang="0">
                <a:pos x="GluePoint1X" y="GluePoint1Y"/>
              </a:cxn>
              <a:cxn ang="0">
                <a:pos x="GluePoint2X" y="GluePoint2Y"/>
              </a:cxn>
              <a:cxn ang="0">
                <a:pos x="GluePoint3X" y="GluePoint3Y"/>
              </a:cxn>
              <a:cxn ang="0">
                <a:pos x="GluePoint4X" y="GluePoint4Y"/>
              </a:cxn>
              <a:cxn ang="0">
                <a:pos x="GluePoint5X" y="GluePoint5Y"/>
              </a:cxn>
            </a:cxnLst>
            <a:rect l="textAreaLeft" t="textAreaTop" r="textAreaRight" b="textAreaBottom"/>
            <a:pathLst>
              <a:path w="3003593" h="3178430">
                <a:moveTo>
                  <a:pt x="3003593" y="10180"/>
                </a:moveTo>
                <a:lnTo>
                  <a:pt x="2801987" y="0"/>
                </a:lnTo>
                <a:cubicBezTo>
                  <a:pt x="1254492" y="0"/>
                  <a:pt x="0" y="1254492"/>
                  <a:pt x="0" y="2801987"/>
                </a:cubicBezTo>
                <a:cubicBezTo>
                  <a:pt x="0" y="2898706"/>
                  <a:pt x="4900" y="2994280"/>
                  <a:pt x="14466" y="3088474"/>
                </a:cubicBezTo>
                <a:lnTo>
                  <a:pt x="28195" y="3178430"/>
                </a:lnTo>
              </a:path>
            </a:pathLst>
          </a:custGeom>
          <a:noFill/>
          <a:ln>
            <a:solidFill>
              <a:schemeClr val="accent1">
                <a:alpha val="7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243" name="任意多边形: 形状 26"/>
          <p:cNvSpPr/>
          <p:nvPr/>
        </p:nvSpPr>
        <p:spPr>
          <a:xfrm rot="6722400">
            <a:off x="7139520" y="2240640"/>
            <a:ext cx="2940480" cy="3110040"/>
          </a:xfrm>
          <a:custGeom>
            <a:avLst/>
            <a:gdLst>
              <a:gd name="textAreaLeft" fmla="*/ 0 w 2940480"/>
              <a:gd name="textAreaRight" fmla="*/ 2941920 w 2940480"/>
              <a:gd name="textAreaTop" fmla="*/ 0 h 3110040"/>
              <a:gd name="textAreaBottom" fmla="*/ 3111480 h 3110040"/>
              <a:gd name="GluePoint1X" fmla="*/ 101588 w 2958929"/>
              <a:gd name="GluePoint1Y" fmla="*/ 3133638 h 3225078"/>
              <a:gd name="GluePoint2X" fmla="*/ 40443 w 2958929"/>
              <a:gd name="GluePoint2Y" fmla="*/ 3111259 h 3225078"/>
              <a:gd name="GluePoint3X" fmla="*/ 13754 w 2958929"/>
              <a:gd name="GluePoint3Y" fmla="*/ 2936379 h 3225078"/>
              <a:gd name="GluePoint4X" fmla="*/ 0 w 2958929"/>
              <a:gd name="GluePoint4Y" fmla="*/ 2664000 h 3225078"/>
              <a:gd name="GluePoint5X" fmla="*/ 2664000 w 2958929"/>
              <a:gd name="GluePoint5Y" fmla="*/ 0 h 3225078"/>
              <a:gd name="GluePoint6X" fmla="*/ 2936379 w 2958929"/>
              <a:gd name="GluePoint6Y" fmla="*/ 13754 h 3225078"/>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Lst>
            <a:rect l="textAreaLeft" t="textAreaTop" r="textAreaRight" b="textAreaBottom"/>
            <a:pathLst>
              <a:path w="2942190" h="3111259">
                <a:moveTo>
                  <a:pt x="40443" y="3111259"/>
                </a:moveTo>
                <a:lnTo>
                  <a:pt x="13754" y="2936379"/>
                </a:lnTo>
                <a:cubicBezTo>
                  <a:pt x="4659" y="2846823"/>
                  <a:pt x="0" y="2755956"/>
                  <a:pt x="0" y="2664000"/>
                </a:cubicBezTo>
                <a:cubicBezTo>
                  <a:pt x="0" y="1192713"/>
                  <a:pt x="1192713" y="0"/>
                  <a:pt x="2664000" y="0"/>
                </a:cubicBezTo>
                <a:cubicBezTo>
                  <a:pt x="2755955" y="0"/>
                  <a:pt x="2846823" y="4659"/>
                  <a:pt x="2936379" y="13754"/>
                </a:cubicBezTo>
                <a:lnTo>
                  <a:pt x="2942190" y="14641"/>
                </a:lnTo>
              </a:path>
            </a:pathLst>
          </a:custGeom>
          <a:noFill/>
          <a:ln>
            <a:solidFill>
              <a:schemeClr val="accent1">
                <a:alpha val="7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244" name="任意多边形: 形状 27"/>
          <p:cNvSpPr/>
          <p:nvPr/>
        </p:nvSpPr>
        <p:spPr>
          <a:xfrm rot="6722400">
            <a:off x="7052760" y="2333520"/>
            <a:ext cx="2878920" cy="3033360"/>
          </a:xfrm>
          <a:custGeom>
            <a:avLst/>
            <a:gdLst>
              <a:gd name="textAreaLeft" fmla="*/ 0 w 2878920"/>
              <a:gd name="textAreaRight" fmla="*/ 2880360 w 2878920"/>
              <a:gd name="textAreaTop" fmla="*/ 0 h 3033360"/>
              <a:gd name="textAreaBottom" fmla="*/ 3034800 h 3033360"/>
              <a:gd name="GluePoint1X" fmla="*/ 2843447 w 2934887"/>
              <a:gd name="GluePoint1Y" fmla="*/ 5692 h 3088840"/>
              <a:gd name="GluePoint2X" fmla="*/ 2879001 w 2934887"/>
              <a:gd name="GluePoint2Y" fmla="*/ 8125 h 3088840"/>
              <a:gd name="GluePoint3X" fmla="*/ 2904947 w 2934887"/>
              <a:gd name="GluePoint3Y" fmla="*/ 61985 h 3088840"/>
              <a:gd name="GluePoint4X" fmla="*/ 2911520 w 2934887"/>
              <a:gd name="GluePoint4Y" fmla="*/ 79943 h 3088840"/>
              <a:gd name="GluePoint5X" fmla="*/ 2828871 w 2934887"/>
              <a:gd name="GluePoint5Y" fmla="*/ 67329 h 3088840"/>
              <a:gd name="GluePoint6X" fmla="*/ 2569375 w 2934887"/>
              <a:gd name="GluePoint6Y" fmla="*/ 54226 h 308884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Lst>
            <a:rect l="textAreaLeft" t="textAreaTop" r="textAreaRight" b="textAreaBottom"/>
            <a:pathLst>
              <a:path w="2880145" h="3034614">
                <a:moveTo>
                  <a:pt x="2880145" y="25717"/>
                </a:moveTo>
                <a:lnTo>
                  <a:pt x="2797496" y="13103"/>
                </a:lnTo>
                <a:cubicBezTo>
                  <a:pt x="2712176" y="4439"/>
                  <a:pt x="2625606" y="0"/>
                  <a:pt x="2538000" y="0"/>
                </a:cubicBezTo>
                <a:cubicBezTo>
                  <a:pt x="1136301" y="0"/>
                  <a:pt x="0" y="1136301"/>
                  <a:pt x="0" y="2538000"/>
                </a:cubicBezTo>
                <a:cubicBezTo>
                  <a:pt x="0" y="2625606"/>
                  <a:pt x="4438" y="2712176"/>
                  <a:pt x="13103" y="2797496"/>
                </a:cubicBezTo>
                <a:lnTo>
                  <a:pt x="49291" y="3034614"/>
                </a:lnTo>
              </a:path>
            </a:pathLst>
          </a:custGeom>
          <a:noFill/>
          <a:ln>
            <a:solidFill>
              <a:schemeClr val="accent1">
                <a:alpha val="7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245" name="任意多边形: 形状 28"/>
          <p:cNvSpPr/>
          <p:nvPr/>
        </p:nvSpPr>
        <p:spPr>
          <a:xfrm rot="6722400">
            <a:off x="6970320" y="2439360"/>
            <a:ext cx="2791440" cy="2936880"/>
          </a:xfrm>
          <a:custGeom>
            <a:avLst/>
            <a:gdLst>
              <a:gd name="textAreaLeft" fmla="*/ 0 w 2791440"/>
              <a:gd name="textAreaRight" fmla="*/ 2792880 w 2791440"/>
              <a:gd name="textAreaTop" fmla="*/ 0 h 2936880"/>
              <a:gd name="textAreaBottom" fmla="*/ 2938320 h 2936880"/>
              <a:gd name="GluePoint1X" fmla="*/ 2356426 w 2821652"/>
              <a:gd name="GluePoint1Y" fmla="*/ 37517 h 2948079"/>
              <a:gd name="GluePoint2X" fmla="*/ 1803976 w 2821652"/>
              <a:gd name="GluePoint2Y" fmla="*/ 142292 h 2948079"/>
              <a:gd name="GluePoint3X" fmla="*/ 1165801 w 2821652"/>
              <a:gd name="GluePoint3Y" fmla="*/ 408992 h 2948079"/>
              <a:gd name="GluePoint4X" fmla="*/ 475239 w 2821652"/>
              <a:gd name="GluePoint4Y" fmla="*/ 1061455 h 2948079"/>
              <a:gd name="GluePoint5X" fmla="*/ 118051 w 2821652"/>
              <a:gd name="GluePoint5Y" fmla="*/ 1799642 h 2948079"/>
              <a:gd name="GluePoint6X" fmla="*/ 51376 w 2821652"/>
              <a:gd name="GluePoint6Y" fmla="*/ 2490205 h 2948079"/>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Lst>
            <a:rect l="textAreaLeft" t="textAreaTop" r="textAreaRight" b="textAreaBottom"/>
            <a:pathLst>
              <a:path w="2792551" h="2938086">
                <a:moveTo>
                  <a:pt x="64479" y="2938086"/>
                </a:moveTo>
                <a:lnTo>
                  <a:pt x="48638" y="2876475"/>
                </a:lnTo>
                <a:cubicBezTo>
                  <a:pt x="16747" y="2720631"/>
                  <a:pt x="0" y="2559271"/>
                  <a:pt x="0" y="2394000"/>
                </a:cubicBezTo>
                <a:cubicBezTo>
                  <a:pt x="0" y="1071830"/>
                  <a:pt x="1071830" y="0"/>
                  <a:pt x="2394000" y="0"/>
                </a:cubicBezTo>
                <a:cubicBezTo>
                  <a:pt x="2476636" y="0"/>
                  <a:pt x="2558293" y="4187"/>
                  <a:pt x="2638773" y="12360"/>
                </a:cubicBezTo>
                <a:lnTo>
                  <a:pt x="2792551" y="35829"/>
                </a:lnTo>
              </a:path>
            </a:pathLst>
          </a:custGeom>
          <a:noFill/>
          <a:ln>
            <a:solidFill>
              <a:schemeClr val="accent1">
                <a:alpha val="7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246" name="任意多边形: 形状 29"/>
          <p:cNvSpPr/>
          <p:nvPr/>
        </p:nvSpPr>
        <p:spPr>
          <a:xfrm rot="6722400">
            <a:off x="6907680" y="2534040"/>
            <a:ext cx="2700360" cy="2841480"/>
          </a:xfrm>
          <a:custGeom>
            <a:avLst/>
            <a:gdLst>
              <a:gd name="textAreaLeft" fmla="*/ 0 w 2700360"/>
              <a:gd name="textAreaRight" fmla="*/ 2701800 w 2700360"/>
              <a:gd name="textAreaTop" fmla="*/ 0 h 2841480"/>
              <a:gd name="textAreaBottom" fmla="*/ 2842920 h 2841480"/>
              <a:gd name="GluePoint1X" fmla="*/ 1950361 w 2739972"/>
              <a:gd name="GluePoint1Y" fmla="*/ 20793 h 2884022"/>
              <a:gd name="GluePoint2X" fmla="*/ 2267068 w 2739972"/>
              <a:gd name="GluePoint2Y" fmla="*/ 1743 h 2884022"/>
              <a:gd name="GluePoint3X" fmla="*/ 2526624 w 2739972"/>
              <a:gd name="GluePoint3Y" fmla="*/ 20793 h 2884022"/>
              <a:gd name="GluePoint4X" fmla="*/ 2693539 w 2739972"/>
              <a:gd name="GluePoint4Y" fmla="*/ 44345 h 2884022"/>
              <a:gd name="GluePoint5X" fmla="*/ 2731706 w 2739972"/>
              <a:gd name="GluePoint5Y" fmla="*/ 52449 h 2884022"/>
              <a:gd name="GluePoint6X" fmla="*/ 2739972 w 2739972"/>
              <a:gd name="GluePoint6Y" fmla="*/ 84597 h 2884022"/>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Lst>
            <a:rect l="textAreaLeft" t="textAreaTop" r="textAreaRight" b="textAreaBottom"/>
            <a:pathLst>
              <a:path w="2702112" h="2842584">
                <a:moveTo>
                  <a:pt x="2702112" y="43159"/>
                </a:moveTo>
                <a:lnTo>
                  <a:pt x="2495922" y="11691"/>
                </a:lnTo>
                <a:cubicBezTo>
                  <a:pt x="2419799" y="3960"/>
                  <a:pt x="2342562" y="0"/>
                  <a:pt x="2264400" y="0"/>
                </a:cubicBezTo>
                <a:cubicBezTo>
                  <a:pt x="1013806" y="0"/>
                  <a:pt x="0" y="1013806"/>
                  <a:pt x="0" y="2264400"/>
                </a:cubicBezTo>
                <a:cubicBezTo>
                  <a:pt x="0" y="2420724"/>
                  <a:pt x="15841" y="2573349"/>
                  <a:pt x="46005" y="2720756"/>
                </a:cubicBezTo>
                <a:lnTo>
                  <a:pt x="77330" y="2842584"/>
                </a:lnTo>
              </a:path>
            </a:pathLst>
          </a:custGeom>
          <a:noFill/>
          <a:ln>
            <a:solidFill>
              <a:schemeClr val="accent1">
                <a:alpha val="7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247" name="任意多边形: 形状 30"/>
          <p:cNvSpPr/>
          <p:nvPr/>
        </p:nvSpPr>
        <p:spPr>
          <a:xfrm rot="6722400">
            <a:off x="6859080" y="2629440"/>
            <a:ext cx="2612160" cy="2740320"/>
          </a:xfrm>
          <a:custGeom>
            <a:avLst/>
            <a:gdLst>
              <a:gd name="textAreaLeft" fmla="*/ 0 w 2612160"/>
              <a:gd name="textAreaRight" fmla="*/ 2613600 w 2612160"/>
              <a:gd name="textAreaTop" fmla="*/ 0 h 2740320"/>
              <a:gd name="textAreaBottom" fmla="*/ 2741760 h 2740320"/>
              <a:gd name="GluePoint1X" fmla="*/ 2627567 w 2719007"/>
              <a:gd name="GluePoint1Y" fmla="*/ 143842 h 2747074"/>
              <a:gd name="GluePoint2X" fmla="*/ 2539714 w 2719007"/>
              <a:gd name="GluePoint2Y" fmla="*/ 125555 h 2747074"/>
              <a:gd name="GluePoint3X" fmla="*/ 2430102 w 2719007"/>
              <a:gd name="GluePoint3Y" fmla="*/ 111119 h 2747074"/>
              <a:gd name="GluePoint4X" fmla="*/ 2417343 w 2719007"/>
              <a:gd name="GluePoint4Y" fmla="*/ 109795 h 2747074"/>
              <a:gd name="GluePoint5X" fmla="*/ 2314257 w 2719007"/>
              <a:gd name="GluePoint5Y" fmla="*/ 85632 h 2747074"/>
              <a:gd name="GluePoint6X" fmla="*/ 2001551 w 2719007"/>
              <a:gd name="GluePoint6Y" fmla="*/ 49355 h 274707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Lst>
            <a:rect l="textAreaLeft" t="textAreaTop" r="textAreaRight" b="textAreaBottom"/>
            <a:pathLst>
              <a:path w="2613744" h="2741829">
                <a:moveTo>
                  <a:pt x="86203" y="2741829"/>
                </a:moveTo>
                <a:lnTo>
                  <a:pt x="43556" y="2575971"/>
                </a:lnTo>
                <a:cubicBezTo>
                  <a:pt x="14998" y="2436408"/>
                  <a:pt x="0" y="2291906"/>
                  <a:pt x="0" y="2143900"/>
                </a:cubicBezTo>
                <a:cubicBezTo>
                  <a:pt x="0" y="959857"/>
                  <a:pt x="959857" y="0"/>
                  <a:pt x="2143900" y="0"/>
                </a:cubicBezTo>
                <a:cubicBezTo>
                  <a:pt x="2291905" y="0"/>
                  <a:pt x="2436408" y="14998"/>
                  <a:pt x="2575971" y="43556"/>
                </a:cubicBezTo>
                <a:lnTo>
                  <a:pt x="2613744" y="53268"/>
                </a:lnTo>
              </a:path>
            </a:pathLst>
          </a:custGeom>
          <a:noFill/>
          <a:ln>
            <a:solidFill>
              <a:schemeClr val="accent1">
                <a:alpha val="7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248" name="任意多边形: 形状 31"/>
          <p:cNvSpPr/>
          <p:nvPr/>
        </p:nvSpPr>
        <p:spPr>
          <a:xfrm rot="6722400">
            <a:off x="6817680" y="2727720"/>
            <a:ext cx="2506320" cy="2627640"/>
          </a:xfrm>
          <a:custGeom>
            <a:avLst/>
            <a:gdLst>
              <a:gd name="textAreaLeft" fmla="*/ 0 w 2506320"/>
              <a:gd name="textAreaRight" fmla="*/ 2507760 w 2506320"/>
              <a:gd name="textAreaTop" fmla="*/ 0 h 2627640"/>
              <a:gd name="textAreaBottom" fmla="*/ 2629080 h 2627640"/>
              <a:gd name="GluePoint1X" fmla="*/ 1948787 w 2572265"/>
              <a:gd name="GluePoint1Y" fmla="*/ 1363 h 2669917"/>
              <a:gd name="GluePoint2X" fmla="*/ 2231561 w 2572265"/>
              <a:gd name="GluePoint2Y" fmla="*/ 10888 h 2669917"/>
              <a:gd name="GluePoint3X" fmla="*/ 2355054 w 2572265"/>
              <a:gd name="GluePoint3Y" fmla="*/ 23703 h 2669917"/>
              <a:gd name="GluePoint4X" fmla="*/ 2361338 w 2572265"/>
              <a:gd name="GluePoint4Y" fmla="*/ 25176 h 2669917"/>
              <a:gd name="GluePoint5X" fmla="*/ 2553624 w 2572265"/>
              <a:gd name="GluePoint5Y" fmla="*/ 76670 h 2669917"/>
              <a:gd name="GluePoint6X" fmla="*/ 2568786 w 2572265"/>
              <a:gd name="GluePoint6Y" fmla="*/ 80732 h 2669917"/>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Lst>
            <a:rect l="textAreaLeft" t="textAreaTop" r="textAreaRight" b="textAreaBottom"/>
            <a:pathLst>
              <a:path w="2507554" h="2629009">
                <a:moveTo>
                  <a:pt x="2507554" y="62621"/>
                </a:moveTo>
                <a:lnTo>
                  <a:pt x="2423376" y="40976"/>
                </a:lnTo>
                <a:cubicBezTo>
                  <a:pt x="2292080" y="14109"/>
                  <a:pt x="2156138" y="0"/>
                  <a:pt x="2016900" y="0"/>
                </a:cubicBezTo>
                <a:cubicBezTo>
                  <a:pt x="902997" y="0"/>
                  <a:pt x="0" y="902997"/>
                  <a:pt x="0" y="2016900"/>
                </a:cubicBezTo>
                <a:cubicBezTo>
                  <a:pt x="0" y="2225757"/>
                  <a:pt x="31746" y="2427199"/>
                  <a:pt x="90676" y="2616664"/>
                </a:cubicBezTo>
                <a:lnTo>
                  <a:pt x="95194" y="2629009"/>
                </a:lnTo>
              </a:path>
            </a:pathLst>
          </a:custGeom>
          <a:noFill/>
          <a:ln>
            <a:solidFill>
              <a:schemeClr val="accent1">
                <a:alpha val="7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249" name="任意多边形: 形状 32"/>
          <p:cNvSpPr/>
          <p:nvPr/>
        </p:nvSpPr>
        <p:spPr>
          <a:xfrm rot="6722400">
            <a:off x="6788880" y="2818440"/>
            <a:ext cx="2405880" cy="2519640"/>
          </a:xfrm>
          <a:custGeom>
            <a:avLst/>
            <a:gdLst>
              <a:gd name="textAreaLeft" fmla="*/ 0 w 2405880"/>
              <a:gd name="textAreaRight" fmla="*/ 2407320 w 2405880"/>
              <a:gd name="textAreaTop" fmla="*/ 0 h 2519640"/>
              <a:gd name="textAreaBottom" fmla="*/ 2521080 h 2519640"/>
              <a:gd name="GluePoint1X" fmla="*/ 188304 w 2408159"/>
              <a:gd name="GluePoint1Y" fmla="*/ 1165193 h 2522818"/>
              <a:gd name="GluePoint2X" fmla="*/ 153701 w 2408159"/>
              <a:gd name="GluePoint2Y" fmla="*/ 1273317 h 2522818"/>
              <a:gd name="GluePoint3X" fmla="*/ 33051 w 2408159"/>
              <a:gd name="GluePoint3Y" fmla="*/ 1844817 h 2522818"/>
              <a:gd name="GluePoint4X" fmla="*/ 121951 w 2408159"/>
              <a:gd name="GluePoint4Y" fmla="*/ 2457592 h 2522818"/>
              <a:gd name="GluePoint5X" fmla="*/ 133501 w 2408159"/>
              <a:gd name="GluePoint5Y" fmla="*/ 2500839 h 2522818"/>
              <a:gd name="GluePoint6X" fmla="*/ 141486 w 2408159"/>
              <a:gd name="GluePoint6Y" fmla="*/ 2522818 h 2522818"/>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Lst>
            <a:rect l="textAreaLeft" t="textAreaTop" r="textAreaRight" b="textAreaBottom"/>
            <a:pathLst>
              <a:path w="2407041" h="2520965">
                <a:moveTo>
                  <a:pt x="104785" y="2520965"/>
                </a:moveTo>
                <a:lnTo>
                  <a:pt x="85537" y="2468375"/>
                </a:lnTo>
                <a:cubicBezTo>
                  <a:pt x="29947" y="2289647"/>
                  <a:pt x="0" y="2099621"/>
                  <a:pt x="0" y="1902600"/>
                </a:cubicBezTo>
                <a:cubicBezTo>
                  <a:pt x="0" y="851823"/>
                  <a:pt x="851823" y="0"/>
                  <a:pt x="1902600" y="0"/>
                </a:cubicBezTo>
                <a:cubicBezTo>
                  <a:pt x="2033947" y="0"/>
                  <a:pt x="2162186" y="13310"/>
                  <a:pt x="2286040" y="38654"/>
                </a:cubicBezTo>
                <a:lnTo>
                  <a:pt x="2407041" y="69766"/>
                </a:lnTo>
              </a:path>
            </a:pathLst>
          </a:custGeom>
          <a:noFill/>
          <a:ln>
            <a:solidFill>
              <a:schemeClr val="accent1">
                <a:alpha val="7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250" name="任意多边形: 形状 33"/>
          <p:cNvSpPr/>
          <p:nvPr/>
        </p:nvSpPr>
        <p:spPr>
          <a:xfrm rot="6722400">
            <a:off x="6769440" y="2904480"/>
            <a:ext cx="2304720" cy="2412360"/>
          </a:xfrm>
          <a:custGeom>
            <a:avLst/>
            <a:gdLst>
              <a:gd name="textAreaLeft" fmla="*/ 0 w 2304720"/>
              <a:gd name="textAreaRight" fmla="*/ 2306160 w 2304720"/>
              <a:gd name="textAreaTop" fmla="*/ 0 h 2412360"/>
              <a:gd name="textAreaBottom" fmla="*/ 2413800 h 2412360"/>
              <a:gd name="GluePoint1X" fmla="*/ 1819555 w 2357652"/>
              <a:gd name="GluePoint1Y" fmla="*/ 820 h 2459550"/>
              <a:gd name="GluePoint2X" fmla="*/ 2319618 w 2357652"/>
              <a:gd name="GluePoint2Y" fmla="*/ 69877 h 2459550"/>
              <a:gd name="GluePoint3X" fmla="*/ 2355557 w 2357652"/>
              <a:gd name="GluePoint3Y" fmla="*/ 77297 h 2459550"/>
              <a:gd name="GluePoint4X" fmla="*/ 2357652 w 2357652"/>
              <a:gd name="GluePoint4Y" fmla="*/ 118777 h 2459550"/>
              <a:gd name="GluePoint5X" fmla="*/ 2209631 w 2357652"/>
              <a:gd name="GluePoint5Y" fmla="*/ 80717 h 2459550"/>
              <a:gd name="GluePoint6X" fmla="*/ 1847604 w 2357652"/>
              <a:gd name="GluePoint6Y" fmla="*/ 44222 h 245955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Lst>
            <a:rect l="textAreaLeft" t="textAreaTop" r="textAreaRight" b="textAreaBottom"/>
            <a:pathLst>
              <a:path w="2306398" h="2413436">
                <a:moveTo>
                  <a:pt x="2306398" y="74555"/>
                </a:moveTo>
                <a:lnTo>
                  <a:pt x="2158377" y="36495"/>
                </a:lnTo>
                <a:cubicBezTo>
                  <a:pt x="2041439" y="12566"/>
                  <a:pt x="1920362" y="0"/>
                  <a:pt x="1796350" y="0"/>
                </a:cubicBezTo>
                <a:cubicBezTo>
                  <a:pt x="804253" y="0"/>
                  <a:pt x="0" y="804253"/>
                  <a:pt x="0" y="1796350"/>
                </a:cubicBezTo>
                <a:cubicBezTo>
                  <a:pt x="0" y="1982368"/>
                  <a:pt x="28275" y="2161783"/>
                  <a:pt x="80760" y="2330530"/>
                </a:cubicBezTo>
                <a:lnTo>
                  <a:pt x="111104" y="2413436"/>
                </a:lnTo>
              </a:path>
            </a:pathLst>
          </a:custGeom>
          <a:noFill/>
          <a:ln>
            <a:solidFill>
              <a:schemeClr val="accent1">
                <a:alpha val="7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251" name="任意多边形: 形状 34"/>
          <p:cNvSpPr/>
          <p:nvPr/>
        </p:nvSpPr>
        <p:spPr>
          <a:xfrm rot="6722400">
            <a:off x="6754680" y="2993040"/>
            <a:ext cx="2198880" cy="2298600"/>
          </a:xfrm>
          <a:custGeom>
            <a:avLst/>
            <a:gdLst>
              <a:gd name="textAreaLeft" fmla="*/ 0 w 2198880"/>
              <a:gd name="textAreaRight" fmla="*/ 2200320 w 2198880"/>
              <a:gd name="textAreaTop" fmla="*/ 0 h 2298600"/>
              <a:gd name="textAreaBottom" fmla="*/ 2300040 h 2298600"/>
              <a:gd name="GluePoint1X" fmla="*/ 100037 w 2200258"/>
              <a:gd name="GluePoint1Y" fmla="*/ 1249865 h 2299792"/>
              <a:gd name="GluePoint2X" fmla="*/ 81582 w 2200258"/>
              <a:gd name="GluePoint2Y" fmla="*/ 1320261 h 2299792"/>
              <a:gd name="GluePoint3X" fmla="*/ 48245 w 2200258"/>
              <a:gd name="GluePoint3Y" fmla="*/ 1817942 h 2299792"/>
              <a:gd name="GluePoint4X" fmla="*/ 141209 w 2200258"/>
              <a:gd name="GluePoint4Y" fmla="*/ 2266485 h 2299792"/>
              <a:gd name="GluePoint5X" fmla="*/ 150091 w 2200258"/>
              <a:gd name="GluePoint5Y" fmla="*/ 2298066 h 2299792"/>
              <a:gd name="GluePoint6X" fmla="*/ 115916 w 2200258"/>
              <a:gd name="GluePoint6Y" fmla="*/ 2299792 h 2299792"/>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Lst>
            <a:rect l="textAreaLeft" t="textAreaTop" r="textAreaRight" b="textAreaBottom"/>
            <a:pathLst>
              <a:path w="2200258" h="2299792">
                <a:moveTo>
                  <a:pt x="115916" y="2299792"/>
                </a:moveTo>
                <a:lnTo>
                  <a:pt x="75907" y="2190479"/>
                </a:lnTo>
                <a:cubicBezTo>
                  <a:pt x="26575" y="2031872"/>
                  <a:pt x="0" y="1863240"/>
                  <a:pt x="0" y="1688400"/>
                </a:cubicBezTo>
                <a:cubicBezTo>
                  <a:pt x="0" y="755922"/>
                  <a:pt x="755922" y="0"/>
                  <a:pt x="1688400" y="0"/>
                </a:cubicBezTo>
                <a:cubicBezTo>
                  <a:pt x="1863240" y="0"/>
                  <a:pt x="2031872" y="26575"/>
                  <a:pt x="2190479" y="75907"/>
                </a:cubicBezTo>
                <a:lnTo>
                  <a:pt x="2200258" y="79486"/>
                </a:lnTo>
              </a:path>
            </a:pathLst>
          </a:custGeom>
          <a:noFill/>
          <a:ln>
            <a:solidFill>
              <a:schemeClr val="accent1">
                <a:alpha val="7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252" name="任意多边形: 形状 35"/>
          <p:cNvSpPr/>
          <p:nvPr/>
        </p:nvSpPr>
        <p:spPr>
          <a:xfrm rot="6722400">
            <a:off x="6747120" y="3090240"/>
            <a:ext cx="2075760" cy="2168280"/>
          </a:xfrm>
          <a:custGeom>
            <a:avLst/>
            <a:gdLst>
              <a:gd name="textAreaLeft" fmla="*/ 0 w 2075760"/>
              <a:gd name="textAreaRight" fmla="*/ 2077200 w 2075760"/>
              <a:gd name="textAreaTop" fmla="*/ 0 h 2168280"/>
              <a:gd name="textAreaBottom" fmla="*/ 2169720 h 2168280"/>
              <a:gd name="GluePoint1X" fmla="*/ 2079319 w 2170759"/>
              <a:gd name="GluePoint1Y" fmla="*/ 80042 h 2235262"/>
              <a:gd name="GluePoint2X" fmla="*/ 2118665 w 2170759"/>
              <a:gd name="GluePoint2Y" fmla="*/ 92278 h 2235262"/>
              <a:gd name="GluePoint3X" fmla="*/ 2129549 w 2170759"/>
              <a:gd name="GluePoint3Y" fmla="*/ 97649 h 2235262"/>
              <a:gd name="GluePoint4X" fmla="*/ 2127280 w 2170759"/>
              <a:gd name="GluePoint4Y" fmla="*/ 142583 h 2235262"/>
              <a:gd name="GluePoint5X" fmla="*/ 2088879 w 2170759"/>
              <a:gd name="GluePoint5Y" fmla="*/ 128528 h 2235262"/>
              <a:gd name="GluePoint6X" fmla="*/ 1621593 w 2170759"/>
              <a:gd name="GluePoint6Y" fmla="*/ 57881 h 2235262"/>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Lst>
            <a:rect l="textAreaLeft" t="textAreaTop" r="textAreaRight" b="textAreaBottom"/>
            <a:pathLst>
              <a:path w="2077087" h="2169653">
                <a:moveTo>
                  <a:pt x="2077087" y="84702"/>
                </a:moveTo>
                <a:lnTo>
                  <a:pt x="2038686" y="70647"/>
                </a:lnTo>
                <a:cubicBezTo>
                  <a:pt x="1891071" y="24734"/>
                  <a:pt x="1734124" y="0"/>
                  <a:pt x="1571400" y="0"/>
                </a:cubicBezTo>
                <a:cubicBezTo>
                  <a:pt x="703540" y="0"/>
                  <a:pt x="0" y="703540"/>
                  <a:pt x="0" y="1571400"/>
                </a:cubicBezTo>
                <a:cubicBezTo>
                  <a:pt x="0" y="1734124"/>
                  <a:pt x="24734" y="1891071"/>
                  <a:pt x="70647" y="2038686"/>
                </a:cubicBezTo>
                <a:lnTo>
                  <a:pt x="118581" y="2169653"/>
                </a:lnTo>
              </a:path>
            </a:pathLst>
          </a:custGeom>
          <a:noFill/>
          <a:ln>
            <a:solidFill>
              <a:schemeClr val="accent1">
                <a:alpha val="7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253" name="任意多边形: 形状 36"/>
          <p:cNvSpPr/>
          <p:nvPr/>
        </p:nvSpPr>
        <p:spPr>
          <a:xfrm rot="6722400">
            <a:off x="6751800" y="3274560"/>
            <a:ext cx="1831320" cy="1909800"/>
          </a:xfrm>
          <a:custGeom>
            <a:avLst/>
            <a:gdLst>
              <a:gd name="textAreaLeft" fmla="*/ 0 w 1831320"/>
              <a:gd name="textAreaRight" fmla="*/ 1832760 w 1831320"/>
              <a:gd name="textAreaTop" fmla="*/ 0 h 1909800"/>
              <a:gd name="textAreaBottom" fmla="*/ 1911240 h 1909800"/>
              <a:gd name="GluePoint1X" fmla="*/ 1755255 w 1846695"/>
              <a:gd name="GluePoint1Y" fmla="*/ 122052 h 1911428"/>
              <a:gd name="GluePoint2X" fmla="*/ 1663689 w 1846695"/>
              <a:gd name="GluePoint2Y" fmla="*/ 94872 h 1911428"/>
              <a:gd name="GluePoint3X" fmla="*/ 1581049 w 1846695"/>
              <a:gd name="GluePoint3Y" fmla="*/ 81875 h 1911428"/>
              <a:gd name="GluePoint4X" fmla="*/ 1557351 w 1846695"/>
              <a:gd name="GluePoint4Y" fmla="*/ 73553 h 1911428"/>
              <a:gd name="GluePoint5X" fmla="*/ 1435089 w 1846695"/>
              <a:gd name="GluePoint5Y" fmla="*/ 42485 h 1911428"/>
              <a:gd name="GluePoint6X" fmla="*/ 1353494 w 1846695"/>
              <a:gd name="GluePoint6Y" fmla="*/ 33964 h 1911428"/>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Lst>
            <a:rect l="textAreaLeft" t="textAreaTop" r="textAreaRight" b="textAreaBottom"/>
            <a:pathLst>
              <a:path w="1832676" h="1911428">
                <a:moveTo>
                  <a:pt x="121280" y="1911428"/>
                </a:moveTo>
                <a:lnTo>
                  <a:pt x="106373" y="1880482"/>
                </a:lnTo>
                <a:cubicBezTo>
                  <a:pt x="37877" y="1718540"/>
                  <a:pt x="0" y="1540493"/>
                  <a:pt x="0" y="1353600"/>
                </a:cubicBezTo>
                <a:cubicBezTo>
                  <a:pt x="0" y="606027"/>
                  <a:pt x="606027" y="0"/>
                  <a:pt x="1353600" y="0"/>
                </a:cubicBezTo>
                <a:cubicBezTo>
                  <a:pt x="1493770" y="0"/>
                  <a:pt x="1628964" y="21306"/>
                  <a:pt x="1756119" y="60855"/>
                </a:cubicBezTo>
                <a:lnTo>
                  <a:pt x="1832676" y="88875"/>
                </a:lnTo>
              </a:path>
            </a:pathLst>
          </a:custGeom>
          <a:noFill/>
          <a:ln>
            <a:solidFill>
              <a:schemeClr val="accent1">
                <a:alpha val="7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254" name="任意多边形: 形状 37"/>
          <p:cNvSpPr/>
          <p:nvPr/>
        </p:nvSpPr>
        <p:spPr>
          <a:xfrm rot="6722400">
            <a:off x="6761880" y="3364920"/>
            <a:ext cx="1707840" cy="1779120"/>
          </a:xfrm>
          <a:custGeom>
            <a:avLst/>
            <a:gdLst>
              <a:gd name="textAreaLeft" fmla="*/ 0 w 1707840"/>
              <a:gd name="textAreaRight" fmla="*/ 1709280 w 1707840"/>
              <a:gd name="textAreaTop" fmla="*/ 0 h 1779120"/>
              <a:gd name="textAreaBottom" fmla="*/ 1780560 h 1779120"/>
              <a:gd name="GluePoint1X" fmla="*/ 1515801 w 1754515"/>
              <a:gd name="GluePoint1Y" fmla="*/ 16713 h 1828732"/>
              <a:gd name="GluePoint2X" fmla="*/ 1640113 w 1754515"/>
              <a:gd name="GluePoint2Y" fmla="*/ 60369 h 1828732"/>
              <a:gd name="GluePoint3X" fmla="*/ 1710518 w 1754515"/>
              <a:gd name="GluePoint3Y" fmla="*/ 87154 h 1828732"/>
              <a:gd name="GluePoint4X" fmla="*/ 1754515 w 1754515"/>
              <a:gd name="GluePoint4Y" fmla="*/ 104162 h 1828732"/>
              <a:gd name="GluePoint5X" fmla="*/ 1748429 w 1754515"/>
              <a:gd name="GluePoint5Y" fmla="*/ 127829 h 1828732"/>
              <a:gd name="GluePoint6X" fmla="*/ 1659826 w 1754515"/>
              <a:gd name="GluePoint6Y" fmla="*/ 95400 h 1828732"/>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Lst>
            <a:rect l="textAreaLeft" t="textAreaTop" r="textAreaRight" b="textAreaBottom"/>
            <a:pathLst>
              <a:path w="1709277" h="1780541">
                <a:moveTo>
                  <a:pt x="1709277" y="88591"/>
                </a:moveTo>
                <a:lnTo>
                  <a:pt x="1620674" y="56162"/>
                </a:lnTo>
                <a:cubicBezTo>
                  <a:pt x="1503325" y="19662"/>
                  <a:pt x="1378559" y="0"/>
                  <a:pt x="1249200" y="0"/>
                </a:cubicBezTo>
                <a:cubicBezTo>
                  <a:pt x="559286" y="0"/>
                  <a:pt x="0" y="559286"/>
                  <a:pt x="0" y="1249200"/>
                </a:cubicBezTo>
                <a:cubicBezTo>
                  <a:pt x="0" y="1421679"/>
                  <a:pt x="34955" y="1585993"/>
                  <a:pt x="98168" y="1735445"/>
                </a:cubicBezTo>
                <a:lnTo>
                  <a:pt x="119892" y="1780541"/>
                </a:lnTo>
              </a:path>
            </a:pathLst>
          </a:custGeom>
          <a:noFill/>
          <a:ln>
            <a:solidFill>
              <a:schemeClr val="accent1">
                <a:alpha val="7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255" name="任意多边形: 形状 38"/>
          <p:cNvSpPr/>
          <p:nvPr/>
        </p:nvSpPr>
        <p:spPr>
          <a:xfrm rot="6722400">
            <a:off x="6983280" y="4024800"/>
            <a:ext cx="698400" cy="728640"/>
          </a:xfrm>
          <a:custGeom>
            <a:avLst/>
            <a:gdLst>
              <a:gd name="textAreaLeft" fmla="*/ 0 w 698400"/>
              <a:gd name="textAreaRight" fmla="*/ 699840 w 698400"/>
              <a:gd name="textAreaTop" fmla="*/ 0 h 728640"/>
              <a:gd name="textAreaBottom" fmla="*/ 730080 h 728640"/>
              <a:gd name="GluePoint1X" fmla="*/ 190297 w 699728"/>
              <a:gd name="GluePoint1Y" fmla="*/ 174057 h 730385"/>
              <a:gd name="GluePoint2X" fmla="*/ 66472 w 699728"/>
              <a:gd name="GluePoint2Y" fmla="*/ 366938 h 730385"/>
              <a:gd name="GluePoint3X" fmla="*/ 61710 w 699728"/>
              <a:gd name="GluePoint3Y" fmla="*/ 659832 h 730385"/>
              <a:gd name="GluePoint4X" fmla="*/ 74893 w 699728"/>
              <a:gd name="GluePoint4Y" fmla="*/ 711398 h 730385"/>
              <a:gd name="GluePoint5X" fmla="*/ 49502 w 699728"/>
              <a:gd name="GluePoint5Y" fmla="*/ 730385 h 730385"/>
              <a:gd name="GluePoint6X" fmla="*/ 40363 w 699728"/>
              <a:gd name="GluePoint6Y" fmla="*/ 713547 h 73038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Lst>
            <a:rect l="textAreaLeft" t="textAreaTop" r="textAreaRight" b="textAreaBottom"/>
            <a:pathLst>
              <a:path w="699728" h="730385">
                <a:moveTo>
                  <a:pt x="49502" y="730385"/>
                </a:moveTo>
                <a:lnTo>
                  <a:pt x="40363" y="713547"/>
                </a:lnTo>
                <a:cubicBezTo>
                  <a:pt x="14372" y="652098"/>
                  <a:pt x="0" y="584539"/>
                  <a:pt x="0" y="513622"/>
                </a:cubicBezTo>
                <a:cubicBezTo>
                  <a:pt x="0" y="229956"/>
                  <a:pt x="229956" y="0"/>
                  <a:pt x="513622" y="0"/>
                </a:cubicBezTo>
                <a:cubicBezTo>
                  <a:pt x="549080" y="0"/>
                  <a:pt x="583699" y="3593"/>
                  <a:pt x="617135" y="10435"/>
                </a:cubicBezTo>
                <a:lnTo>
                  <a:pt x="699728" y="36073"/>
                </a:lnTo>
              </a:path>
            </a:pathLst>
          </a:custGeom>
          <a:noFill/>
          <a:ln>
            <a:solidFill>
              <a:schemeClr val="accent1">
                <a:alpha val="7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256" name="任意多边形: 形状 39"/>
          <p:cNvSpPr/>
          <p:nvPr/>
        </p:nvSpPr>
        <p:spPr>
          <a:xfrm rot="6722400">
            <a:off x="7043040" y="4136400"/>
            <a:ext cx="517320" cy="539640"/>
          </a:xfrm>
          <a:custGeom>
            <a:avLst/>
            <a:gdLst>
              <a:gd name="textAreaLeft" fmla="*/ 0 w 517320"/>
              <a:gd name="textAreaRight" fmla="*/ 518760 w 517320"/>
              <a:gd name="textAreaTop" fmla="*/ 0 h 539640"/>
              <a:gd name="textAreaBottom" fmla="*/ 541080 h 539640"/>
              <a:gd name="GluePoint1X" fmla="*/ 363883 w 585918"/>
              <a:gd name="GluePoint1Y" fmla="*/ 5616 h 615834"/>
              <a:gd name="GluePoint2X" fmla="*/ 566289 w 585918"/>
              <a:gd name="GluePoint2Y" fmla="*/ 15141 h 615834"/>
              <a:gd name="GluePoint3X" fmla="*/ 585918 w 585918"/>
              <a:gd name="GluePoint3Y" fmla="*/ 22849 h 615834"/>
              <a:gd name="GluePoint4X" fmla="*/ 562439 w 585918"/>
              <a:gd name="GluePoint4Y" fmla="*/ 61084 h 615834"/>
              <a:gd name="GluePoint5X" fmla="*/ 519365 w 585918"/>
              <a:gd name="GluePoint5Y" fmla="*/ 47713 h 615834"/>
              <a:gd name="GluePoint6X" fmla="*/ 439557 w 585918"/>
              <a:gd name="GluePoint6Y" fmla="*/ 39668 h 61583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Lst>
            <a:rect l="textAreaLeft" t="textAreaTop" r="textAreaRight" b="textAreaBottom"/>
            <a:pathLst>
              <a:path w="518882" h="540737">
                <a:moveTo>
                  <a:pt x="518882" y="21416"/>
                </a:moveTo>
                <a:lnTo>
                  <a:pt x="475808" y="8045"/>
                </a:lnTo>
                <a:cubicBezTo>
                  <a:pt x="450029" y="2770"/>
                  <a:pt x="423338" y="0"/>
                  <a:pt x="396000" y="0"/>
                </a:cubicBezTo>
                <a:cubicBezTo>
                  <a:pt x="177295" y="0"/>
                  <a:pt x="0" y="177295"/>
                  <a:pt x="0" y="396000"/>
                </a:cubicBezTo>
                <a:cubicBezTo>
                  <a:pt x="0" y="423338"/>
                  <a:pt x="2770" y="450029"/>
                  <a:pt x="8045" y="475808"/>
                </a:cubicBezTo>
                <a:lnTo>
                  <a:pt x="28201" y="540737"/>
                </a:lnTo>
              </a:path>
            </a:pathLst>
          </a:custGeom>
          <a:noFill/>
          <a:ln>
            <a:solidFill>
              <a:schemeClr val="accent1">
                <a:alpha val="7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257" name="任意多边形: 形状 40"/>
          <p:cNvSpPr/>
          <p:nvPr/>
        </p:nvSpPr>
        <p:spPr>
          <a:xfrm rot="6722400">
            <a:off x="6888600" y="3819240"/>
            <a:ext cx="1029960" cy="1071720"/>
          </a:xfrm>
          <a:custGeom>
            <a:avLst/>
            <a:gdLst>
              <a:gd name="textAreaLeft" fmla="*/ 0 w 1029960"/>
              <a:gd name="textAreaRight" fmla="*/ 1031400 w 1029960"/>
              <a:gd name="textAreaTop" fmla="*/ 0 h 1071720"/>
              <a:gd name="textAreaBottom" fmla="*/ 1073160 h 1071720"/>
              <a:gd name="GluePoint1X" fmla="*/ 678995 w 1031244"/>
              <a:gd name="GluePoint1Y" fmla="*/ 36486 h 1073200"/>
              <a:gd name="GluePoint2X" fmla="*/ 336095 w 1031244"/>
              <a:gd name="GluePoint2Y" fmla="*/ 160311 h 1073200"/>
              <a:gd name="GluePoint3X" fmla="*/ 109876 w 1031244"/>
              <a:gd name="GluePoint3Y" fmla="*/ 417486 h 1073200"/>
              <a:gd name="GluePoint4X" fmla="*/ 47964 w 1031244"/>
              <a:gd name="GluePoint4Y" fmla="*/ 810392 h 1073200"/>
              <a:gd name="GluePoint5X" fmla="*/ 87254 w 1031244"/>
              <a:gd name="GluePoint5Y" fmla="*/ 981991 h 1073200"/>
              <a:gd name="GluePoint6X" fmla="*/ 116073 w 1031244"/>
              <a:gd name="GluePoint6Y" fmla="*/ 1053724 h 107320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Lst>
            <a:rect l="textAreaLeft" t="textAreaTop" r="textAreaRight" b="textAreaBottom"/>
            <a:pathLst>
              <a:path w="1031244" h="1073200">
                <a:moveTo>
                  <a:pt x="84015" y="1073200"/>
                </a:moveTo>
                <a:lnTo>
                  <a:pt x="57996" y="1025263"/>
                </a:lnTo>
                <a:cubicBezTo>
                  <a:pt x="20651" y="936970"/>
                  <a:pt x="0" y="839897"/>
                  <a:pt x="0" y="738000"/>
                </a:cubicBezTo>
                <a:cubicBezTo>
                  <a:pt x="0" y="330414"/>
                  <a:pt x="330414" y="0"/>
                  <a:pt x="738000" y="0"/>
                </a:cubicBezTo>
                <a:cubicBezTo>
                  <a:pt x="839897" y="0"/>
                  <a:pt x="936970" y="20651"/>
                  <a:pt x="1025263" y="57996"/>
                </a:cubicBezTo>
                <a:lnTo>
                  <a:pt x="1031244" y="61242"/>
                </a:lnTo>
              </a:path>
            </a:pathLst>
          </a:custGeom>
          <a:noFill/>
          <a:ln>
            <a:solidFill>
              <a:schemeClr val="accent1">
                <a:alpha val="7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258" name="任意多边形: 形状 41"/>
          <p:cNvSpPr/>
          <p:nvPr/>
        </p:nvSpPr>
        <p:spPr>
          <a:xfrm rot="6722400">
            <a:off x="6930720" y="3920040"/>
            <a:ext cx="873720" cy="906480"/>
          </a:xfrm>
          <a:custGeom>
            <a:avLst/>
            <a:gdLst>
              <a:gd name="textAreaLeft" fmla="*/ 0 w 873720"/>
              <a:gd name="textAreaRight" fmla="*/ 875160 w 873720"/>
              <a:gd name="textAreaTop" fmla="*/ 0 h 906480"/>
              <a:gd name="textAreaBottom" fmla="*/ 907920 h 906480"/>
              <a:gd name="GluePoint1X" fmla="*/ 642985 w 930961"/>
              <a:gd name="GluePoint1Y" fmla="*/ 0 h 970323"/>
              <a:gd name="GluePoint2X" fmla="*/ 898039 w 930961"/>
              <a:gd name="GluePoint2Y" fmla="*/ 37393 h 970323"/>
              <a:gd name="GluePoint3X" fmla="*/ 930961 w 930961"/>
              <a:gd name="GluePoint3Y" fmla="*/ 52911 h 970323"/>
              <a:gd name="GluePoint4X" fmla="*/ 912706 w 930961"/>
              <a:gd name="GluePoint4Y" fmla="*/ 90807 h 970323"/>
              <a:gd name="GluePoint5X" fmla="*/ 911437 w 930961"/>
              <a:gd name="GluePoint5Y" fmla="*/ 90118 h 970323"/>
              <a:gd name="GluePoint6X" fmla="*/ 666533 w 930961"/>
              <a:gd name="GluePoint6Y" fmla="*/ 40674 h 9703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Lst>
            <a:rect l="textAreaLeft" t="textAreaTop" r="textAreaRight" b="textAreaBottom"/>
            <a:pathLst>
              <a:path w="875351" h="908062">
                <a:moveTo>
                  <a:pt x="875351" y="50133"/>
                </a:moveTo>
                <a:lnTo>
                  <a:pt x="874082" y="49444"/>
                </a:lnTo>
                <a:cubicBezTo>
                  <a:pt x="798808" y="17606"/>
                  <a:pt x="716049" y="0"/>
                  <a:pt x="629178" y="0"/>
                </a:cubicBezTo>
                <a:cubicBezTo>
                  <a:pt x="281693" y="0"/>
                  <a:pt x="0" y="281693"/>
                  <a:pt x="0" y="629178"/>
                </a:cubicBezTo>
                <a:cubicBezTo>
                  <a:pt x="0" y="716049"/>
                  <a:pt x="17606" y="798809"/>
                  <a:pt x="49444" y="874082"/>
                </a:cubicBezTo>
                <a:lnTo>
                  <a:pt x="67888" y="908062"/>
                </a:lnTo>
              </a:path>
            </a:pathLst>
          </a:custGeom>
          <a:noFill/>
          <a:ln>
            <a:solidFill>
              <a:schemeClr val="accent1">
                <a:alpha val="7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259" name="任意多边形: 形状 42"/>
          <p:cNvSpPr/>
          <p:nvPr/>
        </p:nvSpPr>
        <p:spPr>
          <a:xfrm rot="6722400">
            <a:off x="6823800" y="3636720"/>
            <a:ext cx="1309680" cy="1363680"/>
          </a:xfrm>
          <a:custGeom>
            <a:avLst/>
            <a:gdLst>
              <a:gd name="textAreaLeft" fmla="*/ 0 w 1309680"/>
              <a:gd name="textAreaRight" fmla="*/ 1311120 w 1309680"/>
              <a:gd name="textAreaTop" fmla="*/ 0 h 1363680"/>
              <a:gd name="textAreaBottom" fmla="*/ 1365120 h 1363680"/>
              <a:gd name="GluePoint1X" fmla="*/ 1276869 w 1368309"/>
              <a:gd name="GluePoint1Y" fmla="*/ 101883 h 1365195"/>
              <a:gd name="GluePoint2X" fmla="*/ 947191 w 1368309"/>
              <a:gd name="GluePoint2Y" fmla="*/ 28457 h 1365195"/>
              <a:gd name="GluePoint3X" fmla="*/ 575716 w 1368309"/>
              <a:gd name="GluePoint3Y" fmla="*/ 126088 h 1365195"/>
              <a:gd name="GluePoint4X" fmla="*/ 232816 w 1368309"/>
              <a:gd name="GluePoint4Y" fmla="*/ 380882 h 1365195"/>
              <a:gd name="GluePoint5X" fmla="*/ 30410 w 1368309"/>
              <a:gd name="GluePoint5Y" fmla="*/ 826176 h 1365195"/>
              <a:gd name="GluePoint6X" fmla="*/ 108991 w 1368309"/>
              <a:gd name="GluePoint6Y" fmla="*/ 1297663 h 136519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Lst>
            <a:rect l="textAreaLeft" t="textAreaTop" r="textAreaRight" b="textAreaBottom"/>
            <a:pathLst>
              <a:path w="1311055" h="1365195">
                <a:moveTo>
                  <a:pt x="102721" y="1365195"/>
                </a:moveTo>
                <a:lnTo>
                  <a:pt x="73832" y="1305225"/>
                </a:lnTo>
                <a:cubicBezTo>
                  <a:pt x="26290" y="1192822"/>
                  <a:pt x="0" y="1069242"/>
                  <a:pt x="0" y="939521"/>
                </a:cubicBezTo>
                <a:cubicBezTo>
                  <a:pt x="0" y="420638"/>
                  <a:pt x="420638" y="0"/>
                  <a:pt x="939521" y="0"/>
                </a:cubicBezTo>
                <a:cubicBezTo>
                  <a:pt x="1069242" y="0"/>
                  <a:pt x="1192822" y="26290"/>
                  <a:pt x="1305225" y="73832"/>
                </a:cubicBezTo>
                <a:lnTo>
                  <a:pt x="1311055" y="76640"/>
                </a:lnTo>
              </a:path>
            </a:pathLst>
          </a:custGeom>
          <a:noFill/>
          <a:ln>
            <a:solidFill>
              <a:schemeClr val="accent1">
                <a:alpha val="7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260" name="任意多边形: 形状 43"/>
          <p:cNvSpPr/>
          <p:nvPr/>
        </p:nvSpPr>
        <p:spPr>
          <a:xfrm rot="6722400">
            <a:off x="6854760" y="3731400"/>
            <a:ext cx="1171440" cy="1215720"/>
          </a:xfrm>
          <a:custGeom>
            <a:avLst/>
            <a:gdLst>
              <a:gd name="textAreaLeft" fmla="*/ 0 w 1171440"/>
              <a:gd name="textAreaRight" fmla="*/ 1172880 w 1171440"/>
              <a:gd name="textAreaTop" fmla="*/ 0 h 1215720"/>
              <a:gd name="textAreaBottom" fmla="*/ 1217160 h 1215720"/>
              <a:gd name="GluePoint1X" fmla="*/ 323902 w 1240058"/>
              <a:gd name="GluePoint1Y" fmla="*/ 196321 h 1273978"/>
              <a:gd name="GluePoint2X" fmla="*/ 685852 w 1240058"/>
              <a:gd name="GluePoint2Y" fmla="*/ 20109 h 1273978"/>
              <a:gd name="GluePoint3X" fmla="*/ 877245 w 1240058"/>
              <a:gd name="GluePoint3Y" fmla="*/ 17 h 1273978"/>
              <a:gd name="GluePoint4X" fmla="*/ 1059708 w 1240058"/>
              <a:gd name="GluePoint4Y" fmla="*/ 12965 h 1273978"/>
              <a:gd name="GluePoint5X" fmla="*/ 1226842 w 1240058"/>
              <a:gd name="GluePoint5Y" fmla="*/ 58060 h 1273978"/>
              <a:gd name="GluePoint6X" fmla="*/ 1240058 w 1240058"/>
              <a:gd name="GluePoint6Y" fmla="*/ 62984 h 1273978"/>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Lst>
            <a:rect l="textAreaLeft" t="textAreaTop" r="textAreaRight" b="textAreaBottom"/>
            <a:pathLst>
              <a:path w="1172967" h="1216931">
                <a:moveTo>
                  <a:pt x="1172967" y="71295"/>
                </a:moveTo>
                <a:lnTo>
                  <a:pt x="1162798" y="65776"/>
                </a:lnTo>
                <a:cubicBezTo>
                  <a:pt x="1062661" y="23421"/>
                  <a:pt x="952565" y="0"/>
                  <a:pt x="837000" y="0"/>
                </a:cubicBezTo>
                <a:cubicBezTo>
                  <a:pt x="374738" y="0"/>
                  <a:pt x="0" y="374738"/>
                  <a:pt x="0" y="837000"/>
                </a:cubicBezTo>
                <a:cubicBezTo>
                  <a:pt x="0" y="952566"/>
                  <a:pt x="23421" y="1062661"/>
                  <a:pt x="65776" y="1162798"/>
                </a:cubicBezTo>
                <a:lnTo>
                  <a:pt x="95158" y="1216931"/>
                </a:lnTo>
              </a:path>
            </a:pathLst>
          </a:custGeom>
          <a:noFill/>
          <a:ln>
            <a:solidFill>
              <a:schemeClr val="accent1">
                <a:alpha val="7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261" name="任意多边形: 形状 44"/>
          <p:cNvSpPr/>
          <p:nvPr/>
        </p:nvSpPr>
        <p:spPr>
          <a:xfrm rot="6722400">
            <a:off x="6778080" y="3457440"/>
            <a:ext cx="1575360" cy="1640520"/>
          </a:xfrm>
          <a:custGeom>
            <a:avLst/>
            <a:gdLst>
              <a:gd name="textAreaLeft" fmla="*/ 0 w 1575360"/>
              <a:gd name="textAreaRight" fmla="*/ 1576800 w 1575360"/>
              <a:gd name="textAreaTop" fmla="*/ 0 h 1640520"/>
              <a:gd name="textAreaBottom" fmla="*/ 1641960 h 1640520"/>
              <a:gd name="GluePoint1X" fmla="*/ 1350967 w 1576525"/>
              <a:gd name="GluePoint1Y" fmla="*/ 62188 h 1642284"/>
              <a:gd name="GluePoint2X" fmla="*/ 960442 w 1576525"/>
              <a:gd name="GluePoint2Y" fmla="*/ 45519 h 1642284"/>
              <a:gd name="GluePoint3X" fmla="*/ 619923 w 1576525"/>
              <a:gd name="GluePoint3Y" fmla="*/ 169344 h 1642284"/>
              <a:gd name="GluePoint4X" fmla="*/ 253210 w 1576525"/>
              <a:gd name="GluePoint4Y" fmla="*/ 495575 h 1642284"/>
              <a:gd name="GluePoint5X" fmla="*/ 46042 w 1576525"/>
              <a:gd name="GluePoint5Y" fmla="*/ 1000400 h 1642284"/>
              <a:gd name="GluePoint6X" fmla="*/ 107954 w 1576525"/>
              <a:gd name="GluePoint6Y" fmla="*/ 1479032 h 164228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Lst>
            <a:rect l="textAreaLeft" t="textAreaTop" r="textAreaRight" b="textAreaBottom"/>
            <a:pathLst>
              <a:path w="1576525" h="1642284">
                <a:moveTo>
                  <a:pt x="116018" y="1642284"/>
                </a:moveTo>
                <a:lnTo>
                  <a:pt x="89823" y="1587907"/>
                </a:lnTo>
                <a:cubicBezTo>
                  <a:pt x="31984" y="1451161"/>
                  <a:pt x="0" y="1300815"/>
                  <a:pt x="0" y="1143000"/>
                </a:cubicBezTo>
                <a:cubicBezTo>
                  <a:pt x="0" y="511739"/>
                  <a:pt x="511739" y="0"/>
                  <a:pt x="1143000" y="0"/>
                </a:cubicBezTo>
                <a:cubicBezTo>
                  <a:pt x="1261361" y="0"/>
                  <a:pt x="1375521" y="17991"/>
                  <a:pt x="1482893" y="51387"/>
                </a:cubicBezTo>
                <a:lnTo>
                  <a:pt x="1576525" y="85657"/>
                </a:lnTo>
              </a:path>
            </a:pathLst>
          </a:custGeom>
          <a:noFill/>
          <a:ln>
            <a:solidFill>
              <a:schemeClr val="accent1">
                <a:alpha val="7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262" name="任意多边形: 形状 45"/>
          <p:cNvSpPr/>
          <p:nvPr/>
        </p:nvSpPr>
        <p:spPr>
          <a:xfrm rot="6722400">
            <a:off x="6797520" y="3547440"/>
            <a:ext cx="1446480" cy="1504080"/>
          </a:xfrm>
          <a:custGeom>
            <a:avLst/>
            <a:gdLst>
              <a:gd name="textAreaLeft" fmla="*/ 0 w 1446480"/>
              <a:gd name="textAreaRight" fmla="*/ 1447920 w 1446480"/>
              <a:gd name="textAreaTop" fmla="*/ 0 h 1504080"/>
              <a:gd name="textAreaBottom" fmla="*/ 1505520 h 1504080"/>
              <a:gd name="GluePoint1X" fmla="*/ 1460352 w 1551792"/>
              <a:gd name="GluePoint1Y" fmla="*/ 58170 h 1551602"/>
              <a:gd name="GluePoint2X" fmla="*/ 1490440 w 1551792"/>
              <a:gd name="GluePoint2Y" fmla="*/ 73155 h 1551602"/>
              <a:gd name="GluePoint3X" fmla="*/ 1483677 w 1551792"/>
              <a:gd name="GluePoint3Y" fmla="*/ 99456 h 1551602"/>
              <a:gd name="GluePoint4X" fmla="*/ 1478442 w 1551792"/>
              <a:gd name="GluePoint4Y" fmla="*/ 113758 h 1551602"/>
              <a:gd name="GluePoint5X" fmla="*/ 1477107 w 1551792"/>
              <a:gd name="GluePoint5Y" fmla="*/ 113115 h 1551602"/>
              <a:gd name="GluePoint6X" fmla="*/ 1071840 w 1551792"/>
              <a:gd name="GluePoint6Y" fmla="*/ 31295 h 1551602"/>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Lst>
            <a:rect l="textAreaLeft" t="textAreaTop" r="textAreaRight" b="textAreaBottom"/>
            <a:pathLst>
              <a:path w="1447763" h="1505306">
                <a:moveTo>
                  <a:pt x="1447763" y="82463"/>
                </a:moveTo>
                <a:lnTo>
                  <a:pt x="1446428" y="81820"/>
                </a:lnTo>
                <a:cubicBezTo>
                  <a:pt x="1321865" y="29134"/>
                  <a:pt x="1184915" y="0"/>
                  <a:pt x="1041161" y="0"/>
                </a:cubicBezTo>
                <a:cubicBezTo>
                  <a:pt x="466144" y="0"/>
                  <a:pt x="0" y="466144"/>
                  <a:pt x="0" y="1041161"/>
                </a:cubicBezTo>
                <a:cubicBezTo>
                  <a:pt x="0" y="1184915"/>
                  <a:pt x="29134" y="1321865"/>
                  <a:pt x="81820" y="1446428"/>
                </a:cubicBezTo>
                <a:lnTo>
                  <a:pt x="110183" y="1505306"/>
                </a:lnTo>
              </a:path>
            </a:pathLst>
          </a:custGeom>
          <a:noFill/>
          <a:ln>
            <a:solidFill>
              <a:schemeClr val="accent1">
                <a:alpha val="7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263" name="任意多边形: 形状 10"/>
          <p:cNvSpPr/>
          <p:nvPr/>
        </p:nvSpPr>
        <p:spPr>
          <a:xfrm rot="6722400">
            <a:off x="7137720" y="4329000"/>
            <a:ext cx="203040" cy="212400"/>
          </a:xfrm>
          <a:custGeom>
            <a:avLst/>
            <a:gdLst>
              <a:gd name="textAreaLeft" fmla="*/ 0 w 203040"/>
              <a:gd name="textAreaRight" fmla="*/ 204480 w 203040"/>
              <a:gd name="textAreaTop" fmla="*/ 0 h 212400"/>
              <a:gd name="textAreaBottom" fmla="*/ 213840 h 212400"/>
              <a:gd name="GluePoint1X" fmla="*/ 56522 w 204370"/>
              <a:gd name="GluePoint1Y" fmla="*/ 163020 h 254460"/>
              <a:gd name="GluePoint2X" fmla="*/ 706 w 204370"/>
              <a:gd name="GluePoint2Y" fmla="*/ 213748 h 254460"/>
              <a:gd name="GluePoint3X" fmla="*/ 0 w 204370"/>
              <a:gd name="GluePoint3Y" fmla="*/ 206735 h 254460"/>
              <a:gd name="GluePoint4X" fmla="*/ 165282 w 204370"/>
              <a:gd name="GluePoint4Y" fmla="*/ 3941 h 254460"/>
              <a:gd name="GluePoint5X" fmla="*/ 204370 w 204370"/>
              <a:gd name="GluePoint5Y" fmla="*/ 0 h 254460"/>
            </a:gdLst>
            <a:ahLst/>
            <a:cxnLst>
              <a:cxn ang="0">
                <a:pos x="GluePoint1X" y="GluePoint1Y"/>
              </a:cxn>
              <a:cxn ang="0">
                <a:pos x="GluePoint2X" y="GluePoint2Y"/>
              </a:cxn>
              <a:cxn ang="0">
                <a:pos x="GluePoint3X" y="GluePoint3Y"/>
              </a:cxn>
              <a:cxn ang="0">
                <a:pos x="GluePoint4X" y="GluePoint4Y"/>
              </a:cxn>
              <a:cxn ang="0">
                <a:pos x="GluePoint5X" y="GluePoint5Y"/>
              </a:cxn>
            </a:cxnLst>
            <a:rect l="textAreaLeft" t="textAreaTop" r="textAreaRight" b="textAreaBottom"/>
            <a:pathLst>
              <a:path w="204370" h="213748">
                <a:moveTo>
                  <a:pt x="706" y="213748"/>
                </a:moveTo>
                <a:cubicBezTo>
                  <a:pt x="471" y="211410"/>
                  <a:pt x="235" y="209073"/>
                  <a:pt x="0" y="206735"/>
                </a:cubicBezTo>
                <a:cubicBezTo>
                  <a:pt x="0" y="106703"/>
                  <a:pt x="70956" y="23243"/>
                  <a:pt x="165282" y="3941"/>
                </a:cubicBezTo>
                <a:lnTo>
                  <a:pt x="204370" y="0"/>
                </a:lnTo>
                <a:lnTo>
                  <a:pt x="202904" y="1961"/>
                </a:lnTo>
              </a:path>
            </a:pathLst>
          </a:custGeom>
          <a:noFill/>
          <a:ln>
            <a:solidFill>
              <a:schemeClr val="accent1">
                <a:alpha val="7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264" name="椭圆 46"/>
          <p:cNvSpPr/>
          <p:nvPr/>
        </p:nvSpPr>
        <p:spPr>
          <a:xfrm>
            <a:off x="6840360" y="1164600"/>
            <a:ext cx="1626840" cy="1626840"/>
          </a:xfrm>
          <a:prstGeom prst="ellipse">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lang="en-US" sz="1800" b="0" u="none" strike="noStrike">
              <a:solidFill>
                <a:schemeClr val="lt1"/>
              </a:solidFill>
              <a:effectLst/>
              <a:uFillTx/>
              <a:latin typeface="Arial"/>
              <a:ea typeface="微软雅黑"/>
            </a:endParaRP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两栏内容">
    <p:bg>
      <p:bgPr>
        <a:solidFill>
          <a:srgbClr val="fbf4ea"/>
        </a:solidFill>
      </p:bgPr>
    </p:bg>
    <p:spTree>
      <p:nvGrpSpPr>
        <p:cNvPr id="1" name=""/>
        <p:cNvGrpSpPr/>
        <p:nvPr/>
      </p:nvGrpSpPr>
      <p:grpSpPr>
        <a:xfrm>
          <a:off x="0" y="0"/>
          <a:ext cx="0" cy="0"/>
          <a:chOff x="0" y="0"/>
          <a:chExt cx="0" cy="0"/>
        </a:xfrm>
      </p:grpSpPr>
      <p:sp>
        <p:nvSpPr>
          <p:cNvPr id="265" name="任意多边形: 形状 80"/>
          <p:cNvSpPr/>
          <p:nvPr/>
        </p:nvSpPr>
        <p:spPr>
          <a:xfrm flipH="1" rot="10506000">
            <a:off x="10570680" y="-60480"/>
            <a:ext cx="1543680" cy="1835280"/>
          </a:xfrm>
          <a:custGeom>
            <a:avLst/>
            <a:gdLst>
              <a:gd name="textAreaLeft" fmla="*/ -720 w 1543680"/>
              <a:gd name="textAreaRight" fmla="*/ 1544400 w 1543680"/>
              <a:gd name="textAreaTop" fmla="*/ 0 h 1835280"/>
              <a:gd name="textAreaBottom" fmla="*/ 1836720 h 1835280"/>
              <a:gd name="GluePoint1X" fmla="*/ 2792134 w 2792134"/>
              <a:gd name="GluePoint1Y" fmla="*/ 114232 h 1836002"/>
              <a:gd name="GluePoint2X" fmla="*/ 2783173 w 2792134"/>
              <a:gd name="GluePoint2Y" fmla="*/ 9795 h 1836002"/>
              <a:gd name="GluePoint3X" fmla="*/ 2792134 w 2792134"/>
              <a:gd name="GluePoint3Y" fmla="*/ 114232 h 1836002"/>
              <a:gd name="GluePoint4X" fmla="*/ 0 w 2792134"/>
              <a:gd name="GluePoint4Y" fmla="*/ 1836002 h 1836002"/>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1544734" h="1836002">
                <a:moveTo>
                  <a:pt x="1544734" y="0"/>
                </a:moveTo>
                <a:lnTo>
                  <a:pt x="1397073" y="39891"/>
                </a:lnTo>
                <a:cubicBezTo>
                  <a:pt x="706781" y="292672"/>
                  <a:pt x="182520" y="889930"/>
                  <a:pt x="32427" y="1623501"/>
                </a:cubicBezTo>
                <a:lnTo>
                  <a:pt x="0" y="1836002"/>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266" name="任意多边形: 形状 4"/>
          <p:cNvSpPr/>
          <p:nvPr/>
        </p:nvSpPr>
        <p:spPr>
          <a:xfrm flipH="1" rot="10506000">
            <a:off x="7315560" y="3581280"/>
            <a:ext cx="1772280" cy="1882440"/>
          </a:xfrm>
          <a:custGeom>
            <a:avLst/>
            <a:gdLst>
              <a:gd name="textAreaLeft" fmla="*/ 720 w 1772280"/>
              <a:gd name="textAreaRight" fmla="*/ 1774440 w 1772280"/>
              <a:gd name="textAreaTop" fmla="*/ 0 h 1882440"/>
              <a:gd name="textAreaBottom" fmla="*/ 1883160 h 1882440"/>
              <a:gd name="GluePoint1X" fmla="*/ 1042541 w 1207728"/>
              <a:gd name="GluePoint1Y" fmla="*/ 79574 h 1283476"/>
              <a:gd name="GluePoint2X" fmla="*/ 1207728 w 1207728"/>
              <a:gd name="GluePoint2Y" fmla="*/ 0 h 1283476"/>
              <a:gd name="GluePoint3X" fmla="*/ 1136917 w 1207728"/>
              <a:gd name="GluePoint3Y" fmla="*/ 50355 h 1283476"/>
              <a:gd name="GluePoint4X" fmla="*/ 79165 w 1207728"/>
              <a:gd name="GluePoint4Y" fmla="*/ 1159992 h 1283476"/>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1207728" h="1283476">
                <a:moveTo>
                  <a:pt x="1207728" y="0"/>
                </a:moveTo>
                <a:lnTo>
                  <a:pt x="1136917" y="50355"/>
                </a:lnTo>
                <a:cubicBezTo>
                  <a:pt x="725367" y="358134"/>
                  <a:pt x="367298" y="733498"/>
                  <a:pt x="79165" y="1159992"/>
                </a:cubicBezTo>
                <a:lnTo>
                  <a:pt x="0" y="1283476"/>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267" name="任意多边形: 形状 5"/>
          <p:cNvSpPr/>
          <p:nvPr/>
        </p:nvSpPr>
        <p:spPr>
          <a:xfrm flipH="1" rot="10506000">
            <a:off x="7380720" y="710640"/>
            <a:ext cx="4323600" cy="4608000"/>
          </a:xfrm>
          <a:custGeom>
            <a:avLst/>
            <a:gdLst>
              <a:gd name="textAreaLeft" fmla="*/ -720 w 4323600"/>
              <a:gd name="textAreaRight" fmla="*/ 4324320 w 4323600"/>
              <a:gd name="textAreaTop" fmla="*/ 0 h 4608000"/>
              <a:gd name="textAreaBottom" fmla="*/ 4609440 h 4608000"/>
              <a:gd name="GluePoint1X" fmla="*/ 328916 w 3017844"/>
              <a:gd name="GluePoint1Y" fmla="*/ 2179446 h 3183247"/>
              <a:gd name="GluePoint2X" fmla="*/ 30466 w 3017844"/>
              <a:gd name="GluePoint2Y" fmla="*/ 3170046 h 3183247"/>
              <a:gd name="GluePoint3X" fmla="*/ 27504 w 3017844"/>
              <a:gd name="GluePoint3Y" fmla="*/ 3183247 h 3183247"/>
              <a:gd name="GluePoint4X" fmla="*/ 0 w 3017844"/>
              <a:gd name="GluePoint4Y" fmla="*/ 3138693 h 3183247"/>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2945236" h="3138693">
                <a:moveTo>
                  <a:pt x="0" y="3138693"/>
                </a:moveTo>
                <a:lnTo>
                  <a:pt x="1500" y="3126894"/>
                </a:lnTo>
                <a:cubicBezTo>
                  <a:pt x="231547" y="1621315"/>
                  <a:pt x="1347493" y="407251"/>
                  <a:pt x="2800676" y="33364"/>
                </a:cubicBezTo>
                <a:lnTo>
                  <a:pt x="2945236" y="0"/>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268" name="任意多边形: 形状 6"/>
          <p:cNvSpPr/>
          <p:nvPr/>
        </p:nvSpPr>
        <p:spPr>
          <a:xfrm flipH="1" rot="10506000">
            <a:off x="7542000" y="397440"/>
            <a:ext cx="4448160" cy="4739040"/>
          </a:xfrm>
          <a:custGeom>
            <a:avLst/>
            <a:gdLst>
              <a:gd name="textAreaLeft" fmla="*/ -720 w 4448160"/>
              <a:gd name="textAreaRight" fmla="*/ 4448880 w 4448160"/>
              <a:gd name="textAreaTop" fmla="*/ 0 h 4739040"/>
              <a:gd name="textAreaBottom" fmla="*/ 4740120 h 4739040"/>
              <a:gd name="GluePoint1X" fmla="*/ 2962086 w 3092451"/>
              <a:gd name="GluePoint1Y" fmla="*/ 9776 h 3270607"/>
              <a:gd name="GluePoint2X" fmla="*/ 3012498 w 3092451"/>
              <a:gd name="GluePoint2Y" fmla="*/ 0 h 3270607"/>
              <a:gd name="GluePoint3X" fmla="*/ 3092451 w 3092451"/>
              <a:gd name="GluePoint3Y" fmla="*/ 42327 h 3270607"/>
              <a:gd name="GluePoint4X" fmla="*/ 2952423 w 3092451"/>
              <a:gd name="GluePoint4Y" fmla="*/ 67333 h 3270607"/>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3030313" h="3228280">
                <a:moveTo>
                  <a:pt x="3030313" y="0"/>
                </a:moveTo>
                <a:lnTo>
                  <a:pt x="2890285" y="25006"/>
                </a:lnTo>
                <a:cubicBezTo>
                  <a:pt x="1348940" y="340411"/>
                  <a:pt x="162205" y="1629308"/>
                  <a:pt x="536" y="3221241"/>
                </a:cubicBezTo>
                <a:cubicBezTo>
                  <a:pt x="357" y="3223587"/>
                  <a:pt x="179" y="3225934"/>
                  <a:pt x="0" y="3228280"/>
                </a:cubicBez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269" name="任意多边形: 形状 127"/>
          <p:cNvSpPr/>
          <p:nvPr/>
        </p:nvSpPr>
        <p:spPr>
          <a:xfrm flipH="1" rot="10506000">
            <a:off x="8095320" y="-164880"/>
            <a:ext cx="3903840" cy="4644360"/>
          </a:xfrm>
          <a:custGeom>
            <a:avLst/>
            <a:gdLst>
              <a:gd name="textAreaLeft" fmla="*/ -720 w 3903840"/>
              <a:gd name="textAreaRight" fmla="*/ 3904560 w 3903840"/>
              <a:gd name="textAreaTop" fmla="*/ 0 h 4644360"/>
              <a:gd name="textAreaBottom" fmla="*/ 4645800 h 4644360"/>
              <a:gd name="GluePoint1X" fmla="*/ 3954163 w 4045603"/>
              <a:gd name="GluePoint1Y" fmla="*/ 567055 h 4646186"/>
              <a:gd name="GluePoint2X" fmla="*/ 3905507 w 4045603"/>
              <a:gd name="GluePoint2Y" fmla="*/ 0 h 4646186"/>
              <a:gd name="GluePoint3X" fmla="*/ 3567107 w 4045603"/>
              <a:gd name="GluePoint3Y" fmla="*/ 67546 h 4646186"/>
              <a:gd name="GluePoint4X" fmla="*/ 0 w 4045603"/>
              <a:gd name="GluePoint4Y" fmla="*/ 4644643 h 4646186"/>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3905507" h="4646186">
                <a:moveTo>
                  <a:pt x="3905507" y="0"/>
                </a:moveTo>
                <a:lnTo>
                  <a:pt x="3567107" y="67546"/>
                </a:lnTo>
                <a:cubicBezTo>
                  <a:pt x="1517708" y="581295"/>
                  <a:pt x="0" y="2435707"/>
                  <a:pt x="0" y="4644643"/>
                </a:cubicBezTo>
                <a:cubicBezTo>
                  <a:pt x="13" y="4645157"/>
                  <a:pt x="26" y="4645672"/>
                  <a:pt x="39" y="4646186"/>
                </a:cubicBez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270" name="任意多边形: 形状 124"/>
          <p:cNvSpPr/>
          <p:nvPr/>
        </p:nvSpPr>
        <p:spPr>
          <a:xfrm flipH="1" rot="10506000">
            <a:off x="8283240" y="-159120"/>
            <a:ext cx="3724200" cy="4434120"/>
          </a:xfrm>
          <a:custGeom>
            <a:avLst/>
            <a:gdLst>
              <a:gd name="textAreaLeft" fmla="*/ 720 w 3724200"/>
              <a:gd name="textAreaRight" fmla="*/ 3726360 w 3724200"/>
              <a:gd name="textAreaTop" fmla="*/ 0 h 4434120"/>
              <a:gd name="textAreaBottom" fmla="*/ 4435560 h 4434120"/>
              <a:gd name="GluePoint1X" fmla="*/ 3787180 w 3878620"/>
              <a:gd name="GluePoint1Y" fmla="*/ 715349 h 4435247"/>
              <a:gd name="GluePoint2X" fmla="*/ 3725799 w 3878620"/>
              <a:gd name="GluePoint2Y" fmla="*/ 0 h 4435247"/>
              <a:gd name="GluePoint3X" fmla="*/ 3665439 w 3878620"/>
              <a:gd name="GluePoint3Y" fmla="*/ 8632 h 4435247"/>
              <a:gd name="GluePoint4X" fmla="*/ 22575 w 3878620"/>
              <a:gd name="GluePoint4Y" fmla="*/ 3988117 h 4435247"/>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3725799" h="4435247">
                <a:moveTo>
                  <a:pt x="3725799" y="0"/>
                </a:moveTo>
                <a:lnTo>
                  <a:pt x="3665439" y="8632"/>
                </a:lnTo>
                <a:cubicBezTo>
                  <a:pt x="1725033" y="380466"/>
                  <a:pt x="225214" y="1992527"/>
                  <a:pt x="22575" y="3988117"/>
                </a:cubicBezTo>
                <a:lnTo>
                  <a:pt x="0" y="4435247"/>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271" name="任意多边形: 形状 9"/>
          <p:cNvSpPr/>
          <p:nvPr/>
        </p:nvSpPr>
        <p:spPr>
          <a:xfrm flipH="1" rot="10506000">
            <a:off x="7066440" y="2034000"/>
            <a:ext cx="3428280" cy="3656880"/>
          </a:xfrm>
          <a:custGeom>
            <a:avLst/>
            <a:gdLst>
              <a:gd name="textAreaLeft" fmla="*/ 720 w 3428280"/>
              <a:gd name="textAreaRight" fmla="*/ 3430440 w 3428280"/>
              <a:gd name="textAreaTop" fmla="*/ 0 h 3656880"/>
              <a:gd name="textAreaBottom" fmla="*/ 3657600 h 3656880"/>
              <a:gd name="GluePoint1X" fmla="*/ 2114901 w 2335534"/>
              <a:gd name="GluePoint1Y" fmla="*/ 14872 h 2491287"/>
              <a:gd name="GluePoint2X" fmla="*/ 2335534 w 2335534"/>
              <a:gd name="GluePoint2Y" fmla="*/ 0 h 2491287"/>
              <a:gd name="GluePoint3X" fmla="*/ 2166244 w 2335534"/>
              <a:gd name="GluePoint3Y" fmla="*/ 76534 h 2491287"/>
              <a:gd name="GluePoint4X" fmla="*/ 14436 w 2335534"/>
              <a:gd name="GluePoint4Y" fmla="*/ 2448623 h 2491287"/>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2335534" h="2491287">
                <a:moveTo>
                  <a:pt x="2335534" y="0"/>
                </a:moveTo>
                <a:lnTo>
                  <a:pt x="2166244" y="76534"/>
                </a:lnTo>
                <a:cubicBezTo>
                  <a:pt x="1174276" y="554513"/>
                  <a:pt x="396178" y="1406038"/>
                  <a:pt x="14436" y="2448623"/>
                </a:cubicBezTo>
                <a:lnTo>
                  <a:pt x="0" y="2491287"/>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272" name="任意多边形: 形状 16"/>
          <p:cNvSpPr/>
          <p:nvPr/>
        </p:nvSpPr>
        <p:spPr>
          <a:xfrm flipH="1" rot="10506000">
            <a:off x="7094880" y="2736720"/>
            <a:ext cx="2743200" cy="2936880"/>
          </a:xfrm>
          <a:custGeom>
            <a:avLst/>
            <a:gdLst>
              <a:gd name="textAreaLeft" fmla="*/ -720 w 2743200"/>
              <a:gd name="textAreaRight" fmla="*/ 2743920 w 2743200"/>
              <a:gd name="textAreaTop" fmla="*/ 0 h 2936880"/>
              <a:gd name="textAreaBottom" fmla="*/ 2938320 h 2936880"/>
              <a:gd name="GluePoint1X" fmla="*/ 720197 w 2006436"/>
              <a:gd name="GluePoint1Y" fmla="*/ 1027963 h 2148811"/>
              <a:gd name="GluePoint2X" fmla="*/ 14075 w 2006436"/>
              <a:gd name="GluePoint2Y" fmla="*/ 2123638 h 2148811"/>
              <a:gd name="GluePoint3X" fmla="*/ 0 w 2006436"/>
              <a:gd name="GluePoint3Y" fmla="*/ 2148811 h 2148811"/>
              <a:gd name="GluePoint4X" fmla="*/ 70 w 2006436"/>
              <a:gd name="GluePoint4Y" fmla="*/ 2009948 h 2148811"/>
              <a:gd name="GluePoint5X" fmla="*/ 1638 w 2006436"/>
              <a:gd name="GluePoint5Y" fmla="*/ 1999672 h 2148811"/>
            </a:gdLst>
            <a:ahLst/>
            <a:cxnLst>
              <a:cxn ang="0">
                <a:pos x="GluePoint1X" y="GluePoint1Y"/>
              </a:cxn>
              <a:cxn ang="0">
                <a:pos x="GluePoint2X" y="GluePoint2Y"/>
              </a:cxn>
              <a:cxn ang="0">
                <a:pos x="GluePoint3X" y="GluePoint3Y"/>
              </a:cxn>
              <a:cxn ang="0">
                <a:pos x="GluePoint4X" y="GluePoint4Y"/>
              </a:cxn>
              <a:cxn ang="0">
                <a:pos x="GluePoint5X" y="GluePoint5Y"/>
              </a:cxn>
            </a:cxnLst>
            <a:rect l="textAreaLeft" t="textAreaTop" r="textAreaRight" b="textAreaBottom"/>
            <a:pathLst>
              <a:path w="1869053" h="2000692">
                <a:moveTo>
                  <a:pt x="0" y="2000692"/>
                </a:moveTo>
                <a:lnTo>
                  <a:pt x="1568" y="1990416"/>
                </a:lnTo>
                <a:lnTo>
                  <a:pt x="15892" y="1958733"/>
                </a:lnTo>
                <a:cubicBezTo>
                  <a:pt x="389303" y="1183777"/>
                  <a:pt x="981584" y="534133"/>
                  <a:pt x="1712542" y="89993"/>
                </a:cubicBezTo>
                <a:lnTo>
                  <a:pt x="1869053" y="0"/>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273" name="任意多边形: 形状 17"/>
          <p:cNvSpPr/>
          <p:nvPr/>
        </p:nvSpPr>
        <p:spPr>
          <a:xfrm flipH="1" rot="10506000">
            <a:off x="7128360" y="1531800"/>
            <a:ext cx="3835080" cy="4082400"/>
          </a:xfrm>
          <a:custGeom>
            <a:avLst/>
            <a:gdLst>
              <a:gd name="textAreaLeft" fmla="*/ 720 w 3835080"/>
              <a:gd name="textAreaRight" fmla="*/ 3837240 w 3835080"/>
              <a:gd name="textAreaTop" fmla="*/ 0 h 4082400"/>
              <a:gd name="textAreaBottom" fmla="*/ 4083480 h 4082400"/>
              <a:gd name="GluePoint1X" fmla="*/ 2151789 w 2692052"/>
              <a:gd name="GluePoint1Y" fmla="*/ 261907 h 2832246"/>
              <a:gd name="GluePoint2X" fmla="*/ 1478689 w 2692052"/>
              <a:gd name="GluePoint2Y" fmla="*/ 661957 h 2832246"/>
              <a:gd name="GluePoint3X" fmla="*/ 964339 w 2692052"/>
              <a:gd name="GluePoint3Y" fmla="*/ 1150907 h 2832246"/>
              <a:gd name="GluePoint4X" fmla="*/ 564289 w 2692052"/>
              <a:gd name="GluePoint4Y" fmla="*/ 1633507 h 2832246"/>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2612863" h="2781134">
                <a:moveTo>
                  <a:pt x="0" y="2781134"/>
                </a:moveTo>
                <a:lnTo>
                  <a:pt x="35434" y="2656357"/>
                </a:lnTo>
                <a:cubicBezTo>
                  <a:pt x="414818" y="1436598"/>
                  <a:pt x="1348392" y="461005"/>
                  <a:pt x="2541633" y="24101"/>
                </a:cubicBezTo>
                <a:lnTo>
                  <a:pt x="2612863" y="0"/>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274" name="任意多边形: 形状 18"/>
          <p:cNvSpPr/>
          <p:nvPr/>
        </p:nvSpPr>
        <p:spPr>
          <a:xfrm flipH="1" rot="10506000">
            <a:off x="7241400" y="1079640"/>
            <a:ext cx="4133160" cy="4399200"/>
          </a:xfrm>
          <a:custGeom>
            <a:avLst/>
            <a:gdLst>
              <a:gd name="textAreaLeft" fmla="*/ 720 w 4133160"/>
              <a:gd name="textAreaRight" fmla="*/ 4135320 w 4133160"/>
              <a:gd name="textAreaTop" fmla="*/ 0 h 4399200"/>
              <a:gd name="textAreaBottom" fmla="*/ 4400640 h 4399200"/>
              <a:gd name="GluePoint1X" fmla="*/ 2644879 w 2852093"/>
              <a:gd name="GluePoint1Y" fmla="*/ 27487 h 3028139"/>
              <a:gd name="GluePoint2X" fmla="*/ 2740621 w 2852093"/>
              <a:gd name="GluePoint2Y" fmla="*/ 0 h 3028139"/>
              <a:gd name="GluePoint3X" fmla="*/ 2814697 w 2852093"/>
              <a:gd name="GluePoint3Y" fmla="*/ 17806 h 3028139"/>
              <a:gd name="GluePoint4X" fmla="*/ 2852093 w 2852093"/>
              <a:gd name="GluePoint4Y" fmla="*/ 31493 h 3028139"/>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2815694" h="2996646">
                <a:moveTo>
                  <a:pt x="2815694" y="0"/>
                </a:moveTo>
                <a:lnTo>
                  <a:pt x="2686366" y="36725"/>
                </a:lnTo>
                <a:cubicBezTo>
                  <a:pt x="1390883" y="439662"/>
                  <a:pt x="382022" y="1493150"/>
                  <a:pt x="41909" y="2815064"/>
                </a:cubicBezTo>
                <a:lnTo>
                  <a:pt x="0" y="2996646"/>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275" name="任意多边形: 形状 133"/>
          <p:cNvSpPr/>
          <p:nvPr/>
        </p:nvSpPr>
        <p:spPr>
          <a:xfrm flipH="1" rot="10506000">
            <a:off x="7709040" y="142920"/>
            <a:ext cx="4286520" cy="4781520"/>
          </a:xfrm>
          <a:custGeom>
            <a:avLst/>
            <a:gdLst>
              <a:gd name="textAreaLeft" fmla="*/ 720 w 4286520"/>
              <a:gd name="textAreaRight" fmla="*/ 4288680 w 4286520"/>
              <a:gd name="textAreaTop" fmla="*/ 0 h 4781520"/>
              <a:gd name="textAreaBottom" fmla="*/ 4782960 h 4781520"/>
              <a:gd name="GluePoint1X" fmla="*/ 4304865 w 4396305"/>
              <a:gd name="GluePoint1Y" fmla="*/ 195751 h 4782905"/>
              <a:gd name="GluePoint2X" fmla="*/ 4288068 w 4396305"/>
              <a:gd name="GluePoint2Y" fmla="*/ 0 h 4782905"/>
              <a:gd name="GluePoint3X" fmla="*/ 3928555 w 4396305"/>
              <a:gd name="GluePoint3Y" fmla="*/ 70602 h 4782905"/>
              <a:gd name="GluePoint4X" fmla="*/ 17839 w 4396305"/>
              <a:gd name="GluePoint4Y" fmla="*/ 4548292 h 4782905"/>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4288068" h="4782905">
                <a:moveTo>
                  <a:pt x="4288068" y="0"/>
                </a:moveTo>
                <a:lnTo>
                  <a:pt x="3928555" y="70602"/>
                </a:lnTo>
                <a:cubicBezTo>
                  <a:pt x="1835095" y="574619"/>
                  <a:pt x="240192" y="2358551"/>
                  <a:pt x="17839" y="4548292"/>
                </a:cubicBezTo>
                <a:lnTo>
                  <a:pt x="0" y="4782905"/>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276" name="任意多边形: 形状 130"/>
          <p:cNvSpPr/>
          <p:nvPr/>
        </p:nvSpPr>
        <p:spPr>
          <a:xfrm flipH="1" rot="10506000">
            <a:off x="7884720" y="-79920"/>
            <a:ext cx="4107600" cy="4792680"/>
          </a:xfrm>
          <a:custGeom>
            <a:avLst/>
            <a:gdLst>
              <a:gd name="textAreaLeft" fmla="*/ -720 w 4107600"/>
              <a:gd name="textAreaRight" fmla="*/ 4108320 w 4107600"/>
              <a:gd name="textAreaTop" fmla="*/ 0 h 4792680"/>
              <a:gd name="textAreaBottom" fmla="*/ 4794120 h 4792680"/>
              <a:gd name="GluePoint1X" fmla="*/ 4141638 w 4233078"/>
              <a:gd name="GluePoint1Y" fmla="*/ 380598 h 4794215"/>
              <a:gd name="GluePoint2X" fmla="*/ 4108980 w 4233078"/>
              <a:gd name="GluePoint2Y" fmla="*/ 0 h 4794215"/>
              <a:gd name="GluePoint3X" fmla="*/ 3989868 w 4233078"/>
              <a:gd name="GluePoint3Y" fmla="*/ 17610 h 4794215"/>
              <a:gd name="GluePoint4X" fmla="*/ 4531 w 4233078"/>
              <a:gd name="GluePoint4Y" fmla="*/ 4615010 h 4794215"/>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4108980" h="4794215">
                <a:moveTo>
                  <a:pt x="4108980" y="0"/>
                </a:moveTo>
                <a:lnTo>
                  <a:pt x="3989868" y="17610"/>
                </a:lnTo>
                <a:cubicBezTo>
                  <a:pt x="1795783" y="445192"/>
                  <a:pt x="120627" y="2324411"/>
                  <a:pt x="4531" y="4615010"/>
                </a:cubicBezTo>
                <a:cubicBezTo>
                  <a:pt x="3020" y="4674745"/>
                  <a:pt x="1511" y="4734480"/>
                  <a:pt x="0" y="4794215"/>
                </a:cubicBez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277" name="任意多边形: 形状 121"/>
          <p:cNvSpPr/>
          <p:nvPr/>
        </p:nvSpPr>
        <p:spPr>
          <a:xfrm flipH="1" rot="10506000">
            <a:off x="8479440" y="-151200"/>
            <a:ext cx="3537360" cy="4214160"/>
          </a:xfrm>
          <a:custGeom>
            <a:avLst/>
            <a:gdLst>
              <a:gd name="textAreaLeft" fmla="*/ -720 w 3537360"/>
              <a:gd name="textAreaRight" fmla="*/ 3538080 w 3537360"/>
              <a:gd name="textAreaTop" fmla="*/ 0 h 4214160"/>
              <a:gd name="textAreaBottom" fmla="*/ 4215600 h 4214160"/>
              <a:gd name="GluePoint1X" fmla="*/ 3612025 w 3703465"/>
              <a:gd name="GluePoint1Y" fmla="*/ 853309 h 4214790"/>
              <a:gd name="GluePoint2X" fmla="*/ 3538807 w 3703465"/>
              <a:gd name="GluePoint2Y" fmla="*/ 0 h 4214790"/>
              <a:gd name="GluePoint3X" fmla="*/ 3499564 w 3703465"/>
              <a:gd name="GluePoint3Y" fmla="*/ 5613 h 4214790"/>
              <a:gd name="GluePoint4X" fmla="*/ 20639 w 3703465"/>
              <a:gd name="GluePoint4Y" fmla="*/ 3806010 h 4214790"/>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3538807" h="4214790">
                <a:moveTo>
                  <a:pt x="3538807" y="0"/>
                </a:moveTo>
                <a:lnTo>
                  <a:pt x="3499564" y="5613"/>
                </a:lnTo>
                <a:cubicBezTo>
                  <a:pt x="1646482" y="360713"/>
                  <a:pt x="214158" y="1900228"/>
                  <a:pt x="20639" y="3806010"/>
                </a:cubicBezTo>
                <a:lnTo>
                  <a:pt x="0" y="4214790"/>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278" name="任意多边形: 形状 118"/>
          <p:cNvSpPr/>
          <p:nvPr/>
        </p:nvSpPr>
        <p:spPr>
          <a:xfrm flipH="1" rot="10506000">
            <a:off x="8676360" y="-141840"/>
            <a:ext cx="3349440" cy="3992040"/>
          </a:xfrm>
          <a:custGeom>
            <a:avLst/>
            <a:gdLst>
              <a:gd name="textAreaLeft" fmla="*/ -720 w 3349440"/>
              <a:gd name="textAreaRight" fmla="*/ 3350160 w 3349440"/>
              <a:gd name="textAreaTop" fmla="*/ 0 h 3992040"/>
              <a:gd name="textAreaBottom" fmla="*/ 3993480 h 3992040"/>
              <a:gd name="GluePoint1X" fmla="*/ 3435065 w 3526505"/>
              <a:gd name="GluePoint1Y" fmla="*/ 979859 h 3993354"/>
              <a:gd name="GluePoint2X" fmla="*/ 3350988 w 3526505"/>
              <a:gd name="GluePoint2Y" fmla="*/ 0 h 3993354"/>
              <a:gd name="GluePoint3X" fmla="*/ 3332955 w 3526505"/>
              <a:gd name="GluePoint3Y" fmla="*/ 2579 h 3993354"/>
              <a:gd name="GluePoint4X" fmla="*/ 18694 w 3526505"/>
              <a:gd name="GluePoint4Y" fmla="*/ 3623095 h 3993354"/>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3350988" h="3993354">
                <a:moveTo>
                  <a:pt x="3350988" y="0"/>
                </a:moveTo>
                <a:lnTo>
                  <a:pt x="3332955" y="2579"/>
                </a:lnTo>
                <a:cubicBezTo>
                  <a:pt x="1567581" y="340872"/>
                  <a:pt x="203053" y="1807517"/>
                  <a:pt x="18694" y="3623095"/>
                </a:cubicBezTo>
                <a:lnTo>
                  <a:pt x="0" y="3993354"/>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279" name="任意多边形: 形状 115"/>
          <p:cNvSpPr/>
          <p:nvPr/>
        </p:nvSpPr>
        <p:spPr>
          <a:xfrm flipH="1" rot="10506000">
            <a:off x="8872200" y="-132480"/>
            <a:ext cx="3163320" cy="3771360"/>
          </a:xfrm>
          <a:custGeom>
            <a:avLst/>
            <a:gdLst>
              <a:gd name="textAreaLeft" fmla="*/ 720 w 3163320"/>
              <a:gd name="textAreaRight" fmla="*/ 3165480 w 3163320"/>
              <a:gd name="textAreaTop" fmla="*/ 0 h 3771360"/>
              <a:gd name="textAreaBottom" fmla="*/ 3771720 h 3771360"/>
              <a:gd name="GluePoint1X" fmla="*/ 3257626 w 3349066"/>
              <a:gd name="GluePoint1Y" fmla="*/ 1081231 h 3773592"/>
              <a:gd name="GluePoint2X" fmla="*/ 3164851 w 3349066"/>
              <a:gd name="GluePoint2Y" fmla="*/ 0 h 3773592"/>
              <a:gd name="GluePoint3X" fmla="*/ 2814251 w 3349066"/>
              <a:gd name="GluePoint3Y" fmla="*/ 84359 h 3773592"/>
              <a:gd name="GluePoint4X" fmla="*/ 16767 w 3349066"/>
              <a:gd name="GluePoint4Y" fmla="*/ 3441508 h 3773592"/>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3164851" h="3773592">
                <a:moveTo>
                  <a:pt x="3164851" y="0"/>
                </a:moveTo>
                <a:lnTo>
                  <a:pt x="2814251" y="84359"/>
                </a:lnTo>
                <a:cubicBezTo>
                  <a:pt x="1309770" y="521817"/>
                  <a:pt x="179528" y="1838638"/>
                  <a:pt x="16767" y="3441508"/>
                </a:cubicBezTo>
                <a:lnTo>
                  <a:pt x="0" y="3773592"/>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280" name="任意多边形: 形状 112"/>
          <p:cNvSpPr/>
          <p:nvPr/>
        </p:nvSpPr>
        <p:spPr>
          <a:xfrm flipH="1" rot="10506000">
            <a:off x="9049680" y="-125640"/>
            <a:ext cx="2993760" cy="3569400"/>
          </a:xfrm>
          <a:custGeom>
            <a:avLst/>
            <a:gdLst>
              <a:gd name="textAreaLeft" fmla="*/ -720 w 2993760"/>
              <a:gd name="textAreaRight" fmla="*/ 2994480 w 2993760"/>
              <a:gd name="textAreaTop" fmla="*/ 0 h 3569400"/>
              <a:gd name="textAreaBottom" fmla="*/ 3570840 h 3569400"/>
              <a:gd name="GluePoint1X" fmla="*/ 3095132 w 3186572"/>
              <a:gd name="GluePoint1Y" fmla="*/ 1166743 h 3571337"/>
              <a:gd name="GluePoint2X" fmla="*/ 2995020 w 3186572"/>
              <a:gd name="GluePoint2Y" fmla="*/ 0 h 3571337"/>
              <a:gd name="GluePoint3X" fmla="*/ 2680178 w 3186572"/>
              <a:gd name="GluePoint3Y" fmla="*/ 75755 h 3571337"/>
              <a:gd name="GluePoint4X" fmla="*/ 15007 w 3186572"/>
              <a:gd name="GluePoint4Y" fmla="*/ 3274119 h 3571337"/>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2995020" h="3571337">
                <a:moveTo>
                  <a:pt x="2995020" y="0"/>
                </a:moveTo>
                <a:lnTo>
                  <a:pt x="2680178" y="75755"/>
                </a:lnTo>
                <a:cubicBezTo>
                  <a:pt x="1246854" y="492521"/>
                  <a:pt x="170070" y="1747060"/>
                  <a:pt x="15007" y="3274119"/>
                </a:cubicBezTo>
                <a:lnTo>
                  <a:pt x="0" y="3571337"/>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281" name="任意多边形: 形状 109"/>
          <p:cNvSpPr/>
          <p:nvPr/>
        </p:nvSpPr>
        <p:spPr>
          <a:xfrm flipH="1" rot="10506000">
            <a:off x="9254520" y="-117360"/>
            <a:ext cx="2799720" cy="3339000"/>
          </a:xfrm>
          <a:custGeom>
            <a:avLst/>
            <a:gdLst>
              <a:gd name="textAreaLeft" fmla="*/ 720 w 2799720"/>
              <a:gd name="textAreaRight" fmla="*/ 2801880 w 2799720"/>
              <a:gd name="textAreaTop" fmla="*/ 0 h 3339000"/>
              <a:gd name="textAreaBottom" fmla="*/ 3340440 h 3339000"/>
              <a:gd name="GluePoint1X" fmla="*/ 2907576 w 2999016"/>
              <a:gd name="GluePoint1Y" fmla="*/ 1242950 h 3340194"/>
              <a:gd name="GluePoint2X" fmla="*/ 2800924 w 2999016"/>
              <a:gd name="GluePoint2Y" fmla="*/ 0 h 3340194"/>
              <a:gd name="GluePoint3X" fmla="*/ 2526951 w 2999016"/>
              <a:gd name="GluePoint3Y" fmla="*/ 65921 h 3340194"/>
              <a:gd name="GluePoint4X" fmla="*/ 12994 w 2999016"/>
              <a:gd name="GluePoint4Y" fmla="*/ 3082818 h 3340194"/>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2800924" h="3340194">
                <a:moveTo>
                  <a:pt x="2800924" y="0"/>
                </a:moveTo>
                <a:lnTo>
                  <a:pt x="2526951" y="65921"/>
                </a:lnTo>
                <a:cubicBezTo>
                  <a:pt x="1174950" y="459042"/>
                  <a:pt x="159259" y="1642401"/>
                  <a:pt x="12994" y="3082818"/>
                </a:cubicBezTo>
                <a:lnTo>
                  <a:pt x="0" y="3340194"/>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282" name="任意多边形: 形状 106"/>
          <p:cNvSpPr/>
          <p:nvPr/>
        </p:nvSpPr>
        <p:spPr>
          <a:xfrm flipH="1" rot="10506000">
            <a:off x="9437400" y="-108000"/>
            <a:ext cx="2624760" cy="3130920"/>
          </a:xfrm>
          <a:custGeom>
            <a:avLst/>
            <a:gdLst>
              <a:gd name="textAreaLeft" fmla="*/ 720 w 2624760"/>
              <a:gd name="textAreaRight" fmla="*/ 2626920 w 2624760"/>
              <a:gd name="textAreaTop" fmla="*/ 0 h 3130920"/>
              <a:gd name="textAreaBottom" fmla="*/ 3132360 h 3130920"/>
              <a:gd name="GluePoint1X" fmla="*/ 2737327 w 2828767"/>
              <a:gd name="GluePoint1Y" fmla="*/ 1294665 h 3132161"/>
              <a:gd name="GluePoint2X" fmla="*/ 2626238 w 2828767"/>
              <a:gd name="GluePoint2Y" fmla="*/ 0 h 3132161"/>
              <a:gd name="GluePoint3X" fmla="*/ 2389046 w 2828767"/>
              <a:gd name="GluePoint3Y" fmla="*/ 57071 h 3132161"/>
              <a:gd name="GluePoint4X" fmla="*/ 11184 w 2828767"/>
              <a:gd name="GluePoint4Y" fmla="*/ 2910647 h 3132161"/>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2626238" h="3132161">
                <a:moveTo>
                  <a:pt x="2626238" y="0"/>
                </a:moveTo>
                <a:lnTo>
                  <a:pt x="2389046" y="57071"/>
                </a:lnTo>
                <a:cubicBezTo>
                  <a:pt x="1110238" y="428910"/>
                  <a:pt x="149531" y="1548208"/>
                  <a:pt x="11184" y="2910647"/>
                </a:cubicBezTo>
                <a:lnTo>
                  <a:pt x="0" y="3132161"/>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283" name="任意多边形: 形状 100"/>
          <p:cNvSpPr/>
          <p:nvPr/>
        </p:nvSpPr>
        <p:spPr>
          <a:xfrm flipH="1" rot="10506000">
            <a:off x="9608760" y="-102600"/>
            <a:ext cx="2462400" cy="2937960"/>
          </a:xfrm>
          <a:custGeom>
            <a:avLst/>
            <a:gdLst>
              <a:gd name="textAreaLeft" fmla="*/ -720 w 2462400"/>
              <a:gd name="textAreaRight" fmla="*/ 2463120 w 2462400"/>
              <a:gd name="textAreaTop" fmla="*/ 0 h 2937960"/>
              <a:gd name="textAreaBottom" fmla="*/ 2939400 h 2937960"/>
              <a:gd name="GluePoint1X" fmla="*/ 3712449 w 3831197"/>
              <a:gd name="GluePoint1Y" fmla="*/ 152245 h 2962385"/>
              <a:gd name="GluePoint2X" fmla="*/ 3831197 w 3831197"/>
              <a:gd name="GluePoint2Y" fmla="*/ 25916 h 2962385"/>
              <a:gd name="GluePoint3X" fmla="*/ 3699385 w 3831197"/>
              <a:gd name="GluePoint3Y" fmla="*/ 0 h 2962385"/>
              <a:gd name="GluePoint4X" fmla="*/ 3712449 w 3831197"/>
              <a:gd name="GluePoint4Y" fmla="*/ 152245 h 2962385"/>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2463816" h="2938740">
                <a:moveTo>
                  <a:pt x="2463816" y="0"/>
                </a:moveTo>
                <a:lnTo>
                  <a:pt x="2260826" y="48842"/>
                </a:lnTo>
                <a:cubicBezTo>
                  <a:pt x="1050068" y="400893"/>
                  <a:pt x="140486" y="1460628"/>
                  <a:pt x="9502" y="2750565"/>
                </a:cubicBezTo>
                <a:lnTo>
                  <a:pt x="0" y="2938740"/>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284" name="任意多边形: 形状 103"/>
          <p:cNvSpPr/>
          <p:nvPr/>
        </p:nvSpPr>
        <p:spPr>
          <a:xfrm flipH="1" rot="10506000">
            <a:off x="9788400" y="-93600"/>
            <a:ext cx="2291040" cy="2733480"/>
          </a:xfrm>
          <a:custGeom>
            <a:avLst/>
            <a:gdLst>
              <a:gd name="textAreaLeft" fmla="*/ -720 w 2291040"/>
              <a:gd name="textAreaRight" fmla="*/ 2291760 w 2291040"/>
              <a:gd name="textAreaTop" fmla="*/ 0 h 2733480"/>
              <a:gd name="textAreaBottom" fmla="*/ 2734920 h 2733480"/>
              <a:gd name="GluePoint1X" fmla="*/ 3543454 w 3550854"/>
              <a:gd name="GluePoint1Y" fmla="*/ 174590 h 2755357"/>
              <a:gd name="GluePoint2X" fmla="*/ 3550854 w 3550854"/>
              <a:gd name="GluePoint2Y" fmla="*/ 3416 h 2755357"/>
              <a:gd name="GluePoint3X" fmla="*/ 3528473 w 3550854"/>
              <a:gd name="GluePoint3Y" fmla="*/ 0 h 2755357"/>
              <a:gd name="GluePoint4X" fmla="*/ 3543454 w 3550854"/>
              <a:gd name="GluePoint4Y" fmla="*/ 174590 h 2755357"/>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2292632" h="2734880">
                <a:moveTo>
                  <a:pt x="2292632" y="0"/>
                </a:moveTo>
                <a:lnTo>
                  <a:pt x="2125687" y="40169"/>
                </a:lnTo>
                <a:cubicBezTo>
                  <a:pt x="986652" y="371366"/>
                  <a:pt x="130951" y="1368324"/>
                  <a:pt x="7726" y="2581848"/>
                </a:cubicBezTo>
                <a:lnTo>
                  <a:pt x="0" y="2734880"/>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285" name="任意多边形: 形状 94"/>
          <p:cNvSpPr/>
          <p:nvPr/>
        </p:nvSpPr>
        <p:spPr>
          <a:xfrm flipH="1" rot="10506000">
            <a:off x="9949320" y="-86040"/>
            <a:ext cx="2137320" cy="2549880"/>
          </a:xfrm>
          <a:custGeom>
            <a:avLst/>
            <a:gdLst>
              <a:gd name="textAreaLeft" fmla="*/ 720 w 2137320"/>
              <a:gd name="textAreaRight" fmla="*/ 2139480 w 2137320"/>
              <a:gd name="textAreaTop" fmla="*/ 0 h 2549880"/>
              <a:gd name="textAreaBottom" fmla="*/ 2551320 h 2549880"/>
              <a:gd name="GluePoint1X" fmla="*/ 3390617 w 3390617"/>
              <a:gd name="GluePoint1Y" fmla="*/ 183198 h 2566238"/>
              <a:gd name="GluePoint2X" fmla="*/ 3374898 w 3390617"/>
              <a:gd name="GluePoint2Y" fmla="*/ 0 h 2566238"/>
              <a:gd name="GluePoint3X" fmla="*/ 3390617 w 3390617"/>
              <a:gd name="GluePoint3Y" fmla="*/ 183198 h 2566238"/>
              <a:gd name="GluePoint4X" fmla="*/ 0 w 3390617"/>
              <a:gd name="GluePoint4Y" fmla="*/ 2566238 h 2566238"/>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2138572" h="2551414">
                <a:moveTo>
                  <a:pt x="2138572" y="0"/>
                </a:moveTo>
                <a:lnTo>
                  <a:pt x="2004062" y="32364"/>
                </a:lnTo>
                <a:cubicBezTo>
                  <a:pt x="929578" y="344792"/>
                  <a:pt x="122371" y="1285252"/>
                  <a:pt x="6130" y="2430004"/>
                </a:cubicBezTo>
                <a:lnTo>
                  <a:pt x="0" y="2551414"/>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286" name="任意多边形: 形状 97"/>
          <p:cNvSpPr/>
          <p:nvPr/>
        </p:nvSpPr>
        <p:spPr>
          <a:xfrm flipH="1" rot="10506000">
            <a:off x="10101240" y="-80280"/>
            <a:ext cx="1993680" cy="2379240"/>
          </a:xfrm>
          <a:custGeom>
            <a:avLst/>
            <a:gdLst>
              <a:gd name="textAreaLeft" fmla="*/ -720 w 1993680"/>
              <a:gd name="textAreaRight" fmla="*/ 1994400 w 1993680"/>
              <a:gd name="textAreaTop" fmla="*/ 0 h 2379240"/>
              <a:gd name="textAreaBottom" fmla="*/ 2380680 h 2379240"/>
              <a:gd name="GluePoint1X" fmla="*/ 3247441 w 3247441"/>
              <a:gd name="GluePoint1Y" fmla="*/ 176150 h 2388211"/>
              <a:gd name="GluePoint2X" fmla="*/ 3232327 w 3247441"/>
              <a:gd name="GluePoint2Y" fmla="*/ 0 h 2388211"/>
              <a:gd name="GluePoint3X" fmla="*/ 3247441 w 3247441"/>
              <a:gd name="GluePoint3Y" fmla="*/ 176150 h 2388211"/>
              <a:gd name="GluePoint4X" fmla="*/ 0 w 3247441"/>
              <a:gd name="GluePoint4Y" fmla="*/ 2388211 h 2388211"/>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1995359" h="2380863">
                <a:moveTo>
                  <a:pt x="1995359" y="0"/>
                </a:moveTo>
                <a:lnTo>
                  <a:pt x="1891005" y="25109"/>
                </a:lnTo>
                <a:cubicBezTo>
                  <a:pt x="876524" y="320088"/>
                  <a:pt x="114395" y="1208028"/>
                  <a:pt x="4645" y="2288853"/>
                </a:cubicBezTo>
                <a:lnTo>
                  <a:pt x="0" y="2380863"/>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287" name="任意多边形: 形状 91"/>
          <p:cNvSpPr/>
          <p:nvPr/>
        </p:nvSpPr>
        <p:spPr>
          <a:xfrm flipH="1" rot="10506000">
            <a:off x="10251720" y="-73080"/>
            <a:ext cx="1848240" cy="2205000"/>
          </a:xfrm>
          <a:custGeom>
            <a:avLst/>
            <a:gdLst>
              <a:gd name="textAreaLeft" fmla="*/ -720 w 1848240"/>
              <a:gd name="textAreaRight" fmla="*/ 1848960 w 1848240"/>
              <a:gd name="textAreaTop" fmla="*/ 0 h 2205000"/>
              <a:gd name="textAreaBottom" fmla="*/ 2205360 h 2205000"/>
              <a:gd name="GluePoint1X" fmla="*/ 3101494 w 3221135"/>
              <a:gd name="GluePoint1Y" fmla="*/ 163645 h 2207585"/>
              <a:gd name="GluePoint2X" fmla="*/ 3221135 w 3221135"/>
              <a:gd name="GluePoint2Y" fmla="*/ 36184 h 2207585"/>
              <a:gd name="GluePoint3X" fmla="*/ 3087752 w 3221135"/>
              <a:gd name="GluePoint3Y" fmla="*/ 3494 h 2207585"/>
              <a:gd name="GluePoint4X" fmla="*/ 3101494 w 3221135"/>
              <a:gd name="GluePoint4Y" fmla="*/ 163645 h 2207585"/>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1849854" h="2207585">
                <a:moveTo>
                  <a:pt x="1849854" y="0"/>
                </a:moveTo>
                <a:lnTo>
                  <a:pt x="1776137" y="17738"/>
                </a:lnTo>
                <a:cubicBezTo>
                  <a:pt x="822621" y="294991"/>
                  <a:pt x="106291" y="1129571"/>
                  <a:pt x="3137" y="2145444"/>
                </a:cubicBezTo>
                <a:lnTo>
                  <a:pt x="0" y="2207585"/>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288" name="任意多边形: 形状 83"/>
          <p:cNvSpPr/>
          <p:nvPr/>
        </p:nvSpPr>
        <p:spPr>
          <a:xfrm flipH="1" rot="10506000">
            <a:off x="10416600" y="-65520"/>
            <a:ext cx="1691640" cy="2009520"/>
          </a:xfrm>
          <a:custGeom>
            <a:avLst/>
            <a:gdLst>
              <a:gd name="textAreaLeft" fmla="*/ 720 w 1691640"/>
              <a:gd name="textAreaRight" fmla="*/ 1693800 w 1691640"/>
              <a:gd name="textAreaTop" fmla="*/ 0 h 2009520"/>
              <a:gd name="textAreaBottom" fmla="*/ 2010600 h 2009520"/>
              <a:gd name="GluePoint1X" fmla="*/ 2942292 w 2983139"/>
              <a:gd name="GluePoint1Y" fmla="*/ 138056 h 2011644"/>
              <a:gd name="GluePoint2X" fmla="*/ 2983139 w 2983139"/>
              <a:gd name="GluePoint2Y" fmla="*/ 13891 h 2011644"/>
              <a:gd name="GluePoint3X" fmla="*/ 2930598 w 2983139"/>
              <a:gd name="GluePoint3Y" fmla="*/ 1780 h 2011644"/>
              <a:gd name="GluePoint4X" fmla="*/ 2942292 w 2983139"/>
              <a:gd name="GluePoint4Y" fmla="*/ 138056 h 2011644"/>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1692848" h="2011644">
                <a:moveTo>
                  <a:pt x="1692848" y="0"/>
                </a:moveTo>
                <a:lnTo>
                  <a:pt x="1450924" y="70211"/>
                </a:lnTo>
                <a:cubicBezTo>
                  <a:pt x="665008" y="380153"/>
                  <a:pt x="90124" y="1109131"/>
                  <a:pt x="1503" y="1981879"/>
                </a:cubicBezTo>
                <a:lnTo>
                  <a:pt x="0" y="2011644"/>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289" name="任意多边形: 形状 74"/>
          <p:cNvSpPr/>
          <p:nvPr/>
        </p:nvSpPr>
        <p:spPr>
          <a:xfrm flipH="1" rot="10506000">
            <a:off x="10728720" y="-54360"/>
            <a:ext cx="1395000" cy="1660320"/>
          </a:xfrm>
          <a:custGeom>
            <a:avLst/>
            <a:gdLst>
              <a:gd name="textAreaLeft" fmla="*/ 720 w 1395000"/>
              <a:gd name="textAreaRight" fmla="*/ 1397160 w 1395000"/>
              <a:gd name="textAreaTop" fmla="*/ 0 h 1660320"/>
              <a:gd name="textAreaBottom" fmla="*/ 1661760 h 1660320"/>
              <a:gd name="GluePoint1X" fmla="*/ 1396099 w 2676094"/>
              <a:gd name="GluePoint1Y" fmla="*/ 0 h 1662070"/>
              <a:gd name="GluePoint2X" fmla="*/ 1289233 w 2676094"/>
              <a:gd name="GluePoint2Y" fmla="*/ 28870 h 1662070"/>
              <a:gd name="GluePoint3X" fmla="*/ 25423 w 2676094"/>
              <a:gd name="GluePoint3Y" fmla="*/ 1495464 h 1662070"/>
              <a:gd name="GluePoint4X" fmla="*/ 0 w 2676094"/>
              <a:gd name="GluePoint4Y" fmla="*/ 1662070 h 1662070"/>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1396099" h="1662070">
                <a:moveTo>
                  <a:pt x="1396099" y="0"/>
                </a:moveTo>
                <a:lnTo>
                  <a:pt x="1289233" y="28870"/>
                </a:lnTo>
                <a:cubicBezTo>
                  <a:pt x="649948" y="262972"/>
                  <a:pt x="164425" y="816097"/>
                  <a:pt x="25423" y="1495464"/>
                </a:cubicBezTo>
                <a:lnTo>
                  <a:pt x="0" y="1662070"/>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290" name="任意多边形: 形状 77"/>
          <p:cNvSpPr/>
          <p:nvPr/>
        </p:nvSpPr>
        <p:spPr>
          <a:xfrm flipH="1" rot="10506000">
            <a:off x="10877040" y="-46440"/>
            <a:ext cx="1250640" cy="1492560"/>
          </a:xfrm>
          <a:custGeom>
            <a:avLst/>
            <a:gdLst>
              <a:gd name="textAreaLeft" fmla="*/ -720 w 1250640"/>
              <a:gd name="textAreaRight" fmla="*/ 1251360 w 1250640"/>
              <a:gd name="textAreaTop" fmla="*/ 0 h 1492560"/>
              <a:gd name="textAreaBottom" fmla="*/ 1494000 h 1492560"/>
              <a:gd name="GluePoint1X" fmla="*/ 1359023 w 1450463"/>
              <a:gd name="GluePoint1Y" fmla="*/ 1242430 h 1493935"/>
              <a:gd name="GluePoint2X" fmla="*/ 1252415 w 1450463"/>
              <a:gd name="GluePoint2Y" fmla="*/ 0 h 1493935"/>
              <a:gd name="GluePoint3X" fmla="*/ 1184988 w 1450463"/>
              <a:gd name="GluePoint3Y" fmla="*/ 18216 h 1493935"/>
              <a:gd name="GluePoint4X" fmla="*/ 18654 w 1450463"/>
              <a:gd name="GluePoint4Y" fmla="*/ 1371695 h 1493935"/>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1252415" h="1493935">
                <a:moveTo>
                  <a:pt x="1252415" y="0"/>
                </a:moveTo>
                <a:lnTo>
                  <a:pt x="1184988" y="18216"/>
                </a:lnTo>
                <a:cubicBezTo>
                  <a:pt x="595010" y="234262"/>
                  <a:pt x="146936" y="744726"/>
                  <a:pt x="18654" y="1371695"/>
                </a:cubicBezTo>
                <a:lnTo>
                  <a:pt x="0" y="1493935"/>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291" name="任意多边形: 形状 47"/>
          <p:cNvSpPr/>
          <p:nvPr/>
        </p:nvSpPr>
        <p:spPr>
          <a:xfrm flipH="1" rot="10506000">
            <a:off x="11979720" y="1080"/>
            <a:ext cx="200520" cy="240120"/>
          </a:xfrm>
          <a:custGeom>
            <a:avLst/>
            <a:gdLst>
              <a:gd name="textAreaLeft" fmla="*/ 720 w 200520"/>
              <a:gd name="textAreaRight" fmla="*/ 202680 w 200520"/>
              <a:gd name="textAreaTop" fmla="*/ 0 h 240120"/>
              <a:gd name="textAreaBottom" fmla="*/ 240480 h 240120"/>
              <a:gd name="GluePoint1X" fmla="*/ 221266 w 312706"/>
              <a:gd name="GluePoint1Y" fmla="*/ 223634 h 315074"/>
              <a:gd name="GluePoint2X" fmla="*/ 202077 w 312706"/>
              <a:gd name="GluePoint2Y" fmla="*/ 0 h 315074"/>
              <a:gd name="GluePoint3X" fmla="*/ 159333 w 312706"/>
              <a:gd name="GluePoint3Y" fmla="*/ 30379 h 315074"/>
              <a:gd name="GluePoint4X" fmla="*/ 41048 w 312706"/>
              <a:gd name="GluePoint4Y" fmla="*/ 166986 h 315074"/>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202077" h="242620">
                <a:moveTo>
                  <a:pt x="202077" y="0"/>
                </a:moveTo>
                <a:lnTo>
                  <a:pt x="159333" y="30379"/>
                </a:lnTo>
                <a:cubicBezTo>
                  <a:pt x="114688" y="70961"/>
                  <a:pt x="74931" y="116826"/>
                  <a:pt x="41048" y="166986"/>
                </a:cubicBezTo>
                <a:lnTo>
                  <a:pt x="0" y="242620"/>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292" name="任意多边形: 形状 53"/>
          <p:cNvSpPr/>
          <p:nvPr/>
        </p:nvSpPr>
        <p:spPr>
          <a:xfrm flipH="1" rot="10506000">
            <a:off x="11631600" y="-15480"/>
            <a:ext cx="533880" cy="645480"/>
          </a:xfrm>
          <a:custGeom>
            <a:avLst/>
            <a:gdLst>
              <a:gd name="textAreaLeft" fmla="*/ 720 w 533880"/>
              <a:gd name="textAreaRight" fmla="*/ 536040 w 533880"/>
              <a:gd name="textAreaTop" fmla="*/ 0 h 645480"/>
              <a:gd name="textAreaBottom" fmla="*/ 646920 h 645480"/>
              <a:gd name="GluePoint1X" fmla="*/ 586582 w 678022"/>
              <a:gd name="GluePoint1Y" fmla="*/ 596584 h 688024"/>
              <a:gd name="GluePoint2X" fmla="*/ 535392 w 678022"/>
              <a:gd name="GluePoint2Y" fmla="*/ 0 h 688024"/>
              <a:gd name="GluePoint3X" fmla="*/ 425863 w 678022"/>
              <a:gd name="GluePoint3Y" fmla="*/ 62963 h 688024"/>
              <a:gd name="GluePoint4X" fmla="*/ 33247 w 678022"/>
              <a:gd name="GluePoint4Y" fmla="*/ 539799 h 688024"/>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535392" h="646916">
                <a:moveTo>
                  <a:pt x="535392" y="0"/>
                </a:moveTo>
                <a:lnTo>
                  <a:pt x="425863" y="62963"/>
                </a:lnTo>
                <a:cubicBezTo>
                  <a:pt x="252910" y="179822"/>
                  <a:pt x="115502" y="345305"/>
                  <a:pt x="33247" y="539799"/>
                </a:cubicBezTo>
                <a:lnTo>
                  <a:pt x="0" y="646916"/>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293" name="任意多边形: 形状 50"/>
          <p:cNvSpPr/>
          <p:nvPr/>
        </p:nvSpPr>
        <p:spPr>
          <a:xfrm flipH="1" rot="10506000">
            <a:off x="11794320" y="-7560"/>
            <a:ext cx="377640" cy="455760"/>
          </a:xfrm>
          <a:custGeom>
            <a:avLst/>
            <a:gdLst>
              <a:gd name="textAreaLeft" fmla="*/ 720 w 377640"/>
              <a:gd name="textAreaRight" fmla="*/ 379800 w 377640"/>
              <a:gd name="textAreaTop" fmla="*/ 0 h 455760"/>
              <a:gd name="textAreaBottom" fmla="*/ 457200 h 455760"/>
              <a:gd name="GluePoint1X" fmla="*/ 415479 w 506919"/>
              <a:gd name="GluePoint1Y" fmla="*/ 421348 h 512788"/>
              <a:gd name="GluePoint2X" fmla="*/ 379325 w 506919"/>
              <a:gd name="GluePoint2Y" fmla="*/ 0 h 512788"/>
              <a:gd name="GluePoint3X" fmla="*/ 344103 w 506919"/>
              <a:gd name="GluePoint3Y" fmla="*/ 20248 h 512788"/>
              <a:gd name="GluePoint4X" fmla="*/ 9381 w 506919"/>
              <a:gd name="GluePoint4Y" fmla="*/ 426772 h 512788"/>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379325" h="456998">
                <a:moveTo>
                  <a:pt x="379325" y="0"/>
                </a:moveTo>
                <a:lnTo>
                  <a:pt x="344103" y="20248"/>
                </a:lnTo>
                <a:cubicBezTo>
                  <a:pt x="196654" y="119875"/>
                  <a:pt x="79507" y="260957"/>
                  <a:pt x="9381" y="426772"/>
                </a:cubicBezTo>
                <a:lnTo>
                  <a:pt x="0" y="456998"/>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294" name="任意多边形: 形状 65"/>
          <p:cNvSpPr/>
          <p:nvPr/>
        </p:nvSpPr>
        <p:spPr>
          <a:xfrm flipH="1" rot="10506000">
            <a:off x="11327760" y="-27360"/>
            <a:ext cx="824040" cy="984240"/>
          </a:xfrm>
          <a:custGeom>
            <a:avLst/>
            <a:gdLst>
              <a:gd name="textAreaLeft" fmla="*/ 720 w 824040"/>
              <a:gd name="textAreaRight" fmla="*/ 826200 w 824040"/>
              <a:gd name="textAreaTop" fmla="*/ 0 h 984240"/>
              <a:gd name="textAreaBottom" fmla="*/ 985680 h 984240"/>
              <a:gd name="GluePoint1X" fmla="*/ 903428 w 994868"/>
              <a:gd name="GluePoint1Y" fmla="*/ 908160 h 999600"/>
              <a:gd name="GluePoint2X" fmla="*/ 825503 w 994868"/>
              <a:gd name="GluePoint2Y" fmla="*/ 0 h 999600"/>
              <a:gd name="GluePoint3X" fmla="*/ 750494 w 994868"/>
              <a:gd name="GluePoint3Y" fmla="*/ 29558 h 999600"/>
              <a:gd name="GluePoint4X" fmla="*/ 77440 w 994868"/>
              <a:gd name="GluePoint4Y" fmla="*/ 736181 h 999600"/>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825503" h="985679">
                <a:moveTo>
                  <a:pt x="825503" y="0"/>
                </a:moveTo>
                <a:lnTo>
                  <a:pt x="750494" y="29558"/>
                </a:lnTo>
                <a:cubicBezTo>
                  <a:pt x="448938" y="174881"/>
                  <a:pt x="208333" y="426677"/>
                  <a:pt x="77440" y="736181"/>
                </a:cubicBezTo>
                <a:lnTo>
                  <a:pt x="0" y="985679"/>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295" name="任意多边形: 形状 59"/>
          <p:cNvSpPr/>
          <p:nvPr/>
        </p:nvSpPr>
        <p:spPr>
          <a:xfrm flipH="1" rot="10506000">
            <a:off x="11481120" y="-20520"/>
            <a:ext cx="676080" cy="813960"/>
          </a:xfrm>
          <a:custGeom>
            <a:avLst/>
            <a:gdLst>
              <a:gd name="textAreaLeft" fmla="*/ -720 w 676080"/>
              <a:gd name="textAreaRight" fmla="*/ 676800 w 676080"/>
              <a:gd name="textAreaTop" fmla="*/ 0 h 813960"/>
              <a:gd name="textAreaBottom" fmla="*/ 815040 h 813960"/>
              <a:gd name="GluePoint1X" fmla="*/ 742235 w 833675"/>
              <a:gd name="GluePoint1Y" fmla="*/ 752012 h 843452"/>
              <a:gd name="GluePoint2X" fmla="*/ 677710 w 833675"/>
              <a:gd name="GluePoint2Y" fmla="*/ 0 h 843452"/>
              <a:gd name="GluePoint3X" fmla="*/ 654567 w 833675"/>
              <a:gd name="GluePoint3Y" fmla="*/ 9120 h 843452"/>
              <a:gd name="GluePoint4X" fmla="*/ 54956 w 833675"/>
              <a:gd name="GluePoint4Y" fmla="*/ 638637 h 843452"/>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677710" h="815699">
                <a:moveTo>
                  <a:pt x="677710" y="0"/>
                </a:moveTo>
                <a:lnTo>
                  <a:pt x="654567" y="9120"/>
                </a:lnTo>
                <a:cubicBezTo>
                  <a:pt x="385916" y="138585"/>
                  <a:pt x="171567" y="362905"/>
                  <a:pt x="54956" y="638637"/>
                </a:cubicBezTo>
                <a:lnTo>
                  <a:pt x="0" y="815699"/>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296" name="任意多边形: 形状 68"/>
          <p:cNvSpPr/>
          <p:nvPr/>
        </p:nvSpPr>
        <p:spPr>
          <a:xfrm flipH="1" rot="10506000">
            <a:off x="11038320" y="-39600"/>
            <a:ext cx="1100880" cy="1321200"/>
          </a:xfrm>
          <a:custGeom>
            <a:avLst/>
            <a:gdLst>
              <a:gd name="textAreaLeft" fmla="*/ -720 w 1100880"/>
              <a:gd name="textAreaRight" fmla="*/ 1101600 w 1100880"/>
              <a:gd name="textAreaTop" fmla="*/ 0 h 1321200"/>
              <a:gd name="textAreaBottom" fmla="*/ 1322640 h 1321200"/>
              <a:gd name="GluePoint1X" fmla="*/ 1204103 w 1295543"/>
              <a:gd name="GluePoint1Y" fmla="*/ 1187291 h 1322555"/>
              <a:gd name="GluePoint2X" fmla="*/ 1102227 w 1295543"/>
              <a:gd name="GluePoint2Y" fmla="*/ 0 h 1322555"/>
              <a:gd name="GluePoint3X" fmla="*/ 1074916 w 1295543"/>
              <a:gd name="GluePoint3Y" fmla="*/ 7378 h 1322555"/>
              <a:gd name="GluePoint4X" fmla="*/ 7737 w 1295543"/>
              <a:gd name="GluePoint4Y" fmla="*/ 1245792 h 1322555"/>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1102227" h="1322555">
                <a:moveTo>
                  <a:pt x="1102227" y="0"/>
                </a:moveTo>
                <a:lnTo>
                  <a:pt x="1074916" y="7378"/>
                </a:lnTo>
                <a:cubicBezTo>
                  <a:pt x="535095" y="205058"/>
                  <a:pt x="125113" y="672125"/>
                  <a:pt x="7737" y="1245792"/>
                </a:cubicBezTo>
                <a:lnTo>
                  <a:pt x="0" y="1322555"/>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297" name="任意多边形: 形状 71"/>
          <p:cNvSpPr/>
          <p:nvPr/>
        </p:nvSpPr>
        <p:spPr>
          <a:xfrm flipH="1" rot="10506000">
            <a:off x="11179800" y="-34560"/>
            <a:ext cx="963000" cy="1155240"/>
          </a:xfrm>
          <a:custGeom>
            <a:avLst/>
            <a:gdLst>
              <a:gd name="textAreaLeft" fmla="*/ 720 w 963000"/>
              <a:gd name="textAreaRight" fmla="*/ 965160 w 963000"/>
              <a:gd name="textAreaTop" fmla="*/ 0 h 1155240"/>
              <a:gd name="textAreaBottom" fmla="*/ 1156680 h 1155240"/>
              <a:gd name="GluePoint1X" fmla="*/ 1055982 w 1147422"/>
              <a:gd name="GluePoint1Y" fmla="*/ 1066021 h 1157461"/>
              <a:gd name="GluePoint2X" fmla="*/ 964511 w 1147422"/>
              <a:gd name="GluePoint2Y" fmla="*/ 0 h 1157461"/>
              <a:gd name="GluePoint3X" fmla="*/ 740170 w 1147422"/>
              <a:gd name="GluePoint3Y" fmla="*/ 104674 h 1157461"/>
              <a:gd name="GluePoint4X" fmla="*/ 3394 w 1147422"/>
              <a:gd name="GluePoint4Y" fmla="*/ 1122952 h 1157461"/>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964511" h="1156630">
                <a:moveTo>
                  <a:pt x="964511" y="0"/>
                </a:moveTo>
                <a:lnTo>
                  <a:pt x="740170" y="104674"/>
                </a:lnTo>
                <a:cubicBezTo>
                  <a:pt x="366685" y="319460"/>
                  <a:pt x="92491" y="687490"/>
                  <a:pt x="3394" y="1122952"/>
                </a:cubicBezTo>
                <a:lnTo>
                  <a:pt x="0" y="1156630"/>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298" name="KSO_TEMPLATE" hidden="1"/>
          <p:cNvSpPr/>
          <p:nvPr/>
        </p:nvSpPr>
        <p:spPr>
          <a:xfrm>
            <a:off x="0" y="0"/>
            <a:ext cx="360" cy="360"/>
          </a:xfrm>
          <a:prstGeom prst="rect">
            <a:avLst/>
          </a:prstGeom>
          <a:solidFill>
            <a:schemeClr val="accent1"/>
          </a:solidFill>
          <a:ln>
            <a:solidFill>
              <a:srgbClr val="ad822f"/>
            </a:solidFill>
          </a:ln>
        </p:spPr>
        <p:style>
          <a:lnRef idx="2">
            <a:schemeClr val="accent1">
              <a:shade val="50000"/>
            </a:schemeClr>
          </a:lnRef>
          <a:fillRef idx="1">
            <a:schemeClr val="accent1"/>
          </a:fillRef>
          <a:effectRef idx="0">
            <a:schemeClr val="accent1"/>
          </a:effectRef>
          <a:fontRef idx="minor"/>
        </p:style>
        <p:txBody>
          <a:bodyPr lIns="90000" rIns="90000" tIns="-44280" bIns="-44280" anchor="ctr">
            <a:noAutofit/>
          </a:bodyPr>
          <a:p>
            <a:pPr algn="ctr" defTabSz="914400">
              <a:lnSpc>
                <a:spcPct val="100000"/>
              </a:lnSpc>
            </a:pPr>
            <a:endParaRPr lang="en-US" sz="1800" b="0" u="none" strike="noStrike">
              <a:solidFill>
                <a:schemeClr val="lt1"/>
              </a:solidFill>
              <a:effectLst/>
              <a:uFillTx/>
              <a:latin typeface="Arial"/>
              <a:ea typeface="微软雅黑"/>
            </a:endParaRPr>
          </a:p>
        </p:txBody>
      </p:sp>
      <p:sp>
        <p:nvSpPr>
          <p:cNvPr id="299" name="PlaceHolder 1"/>
          <p:cNvSpPr>
            <a:spLocks noGrp="1"/>
          </p:cNvSpPr>
          <p:nvPr>
            <p:ph type="title"/>
          </p:nvPr>
        </p:nvSpPr>
        <p:spPr>
          <a:xfrm>
            <a:off x="695880" y="360000"/>
            <a:ext cx="10798560" cy="718560"/>
          </a:xfrm>
          <a:prstGeom prst="rect">
            <a:avLst/>
          </a:prstGeom>
          <a:noFill/>
          <a:ln w="0">
            <a:noFill/>
          </a:ln>
        </p:spPr>
        <p:txBody>
          <a:bodyPr lIns="0" rIns="0" tIns="0" bIns="0" anchor="b">
            <a:normAutofit/>
          </a:bodyPr>
          <a:p>
            <a:pPr indent="0" defTabSz="914400">
              <a:lnSpc>
                <a:spcPct val="100000"/>
              </a:lnSpc>
              <a:buNone/>
              <a:tabLst>
                <a:tab algn="l" pos="0"/>
              </a:tabLst>
            </a:pPr>
            <a:r>
              <a:rPr lang="zh-CN" sz="3200" b="1" u="none" strike="noStrike">
                <a:solidFill>
                  <a:schemeClr val="dk1">
                    <a:lumMod val="75000"/>
                    <a:lumOff val="25000"/>
                  </a:schemeClr>
                </a:solidFill>
                <a:effectLst/>
                <a:uFillTx/>
                <a:latin typeface="Arial"/>
                <a:ea typeface="微软雅黑"/>
              </a:rPr>
              <a:t>单击此处编辑母版标题样式</a:t>
            </a:r>
            <a:endParaRPr lang="en-US" sz="3200" b="0" u="none" strike="noStrike">
              <a:solidFill>
                <a:srgbClr val="000000"/>
              </a:solidFill>
              <a:effectLst/>
              <a:uFillTx/>
              <a:latin typeface="Arial"/>
            </a:endParaRPr>
          </a:p>
        </p:txBody>
      </p:sp>
      <p:sp>
        <p:nvSpPr>
          <p:cNvPr id="300" name="PlaceHolder 2"/>
          <p:cNvSpPr>
            <a:spLocks noGrp="1"/>
          </p:cNvSpPr>
          <p:nvPr>
            <p:ph type="body"/>
          </p:nvPr>
        </p:nvSpPr>
        <p:spPr>
          <a:xfrm>
            <a:off x="695880" y="1301760"/>
            <a:ext cx="5322240" cy="4874400"/>
          </a:xfrm>
          <a:prstGeom prst="rect">
            <a:avLst/>
          </a:prstGeom>
          <a:noFill/>
          <a:ln w="0">
            <a:noFill/>
          </a:ln>
        </p:spPr>
        <p:txBody>
          <a:bodyPr lIns="0" rIns="0" tIns="0" bIns="0" anchor="t">
            <a:normAutofit/>
          </a:bodyPr>
          <a:p>
            <a:pPr marL="228600" indent="-228600" defTabSz="914400">
              <a:lnSpc>
                <a:spcPct val="130000"/>
              </a:lnSpc>
              <a:spcBef>
                <a:spcPts val="1001"/>
              </a:spcBef>
              <a:buClr>
                <a:srgbClr val="000000"/>
              </a:buClr>
              <a:buFont typeface="Arial"/>
              <a:buChar char="•"/>
            </a:pPr>
            <a:r>
              <a:rPr lang="zh-CN" sz="2400" b="0" u="none" strike="noStrike">
                <a:solidFill>
                  <a:schemeClr val="dk1"/>
                </a:solidFill>
                <a:effectLst/>
                <a:uFillTx/>
                <a:latin typeface="Arial"/>
                <a:ea typeface="微软雅黑"/>
              </a:rPr>
              <a:t>单击此处编辑母版文本样式</a:t>
            </a:r>
            <a:endParaRPr lang="en-US" sz="2400" b="0" u="none" strike="noStrike">
              <a:solidFill>
                <a:srgbClr val="000000"/>
              </a:solidFill>
              <a:effectLst/>
              <a:uFillTx/>
              <a:latin typeface="Arial"/>
            </a:endParaRPr>
          </a:p>
          <a:p>
            <a:pPr marL="538560" lvl="1" indent="-206280" defTabSz="914400">
              <a:lnSpc>
                <a:spcPct val="130000"/>
              </a:lnSpc>
              <a:buClr>
                <a:srgbClr val="595959"/>
              </a:buClr>
              <a:buFont typeface="Arial"/>
              <a:buChar char="•"/>
            </a:pPr>
            <a:r>
              <a:rPr lang="zh-CN" sz="2000" b="0" u="none" strike="noStrike">
                <a:solidFill>
                  <a:schemeClr val="dk1">
                    <a:lumMod val="65000"/>
                    <a:lumOff val="35000"/>
                  </a:schemeClr>
                </a:solidFill>
                <a:effectLst/>
                <a:uFillTx/>
                <a:latin typeface="Arial"/>
                <a:ea typeface="微软雅黑"/>
              </a:rPr>
              <a:t>第二级</a:t>
            </a:r>
            <a:endParaRPr lang="en-US" sz="2000" b="0" u="none" strike="noStrike">
              <a:solidFill>
                <a:srgbClr val="000000"/>
              </a:solidFill>
              <a:effectLst/>
              <a:uFillTx/>
              <a:latin typeface="Arial"/>
            </a:endParaRPr>
          </a:p>
          <a:p>
            <a:pPr marL="798840" lvl="2" indent="-162000" defTabSz="914400">
              <a:lnSpc>
                <a:spcPct val="130000"/>
              </a:lnSpc>
              <a:buClr>
                <a:srgbClr val="595959"/>
              </a:buClr>
              <a:buFont typeface="Arial"/>
              <a:buChar char="•"/>
            </a:pPr>
            <a:r>
              <a:rPr lang="zh-CN" sz="1800" b="0" u="none" strike="noStrike">
                <a:solidFill>
                  <a:schemeClr val="dk1">
                    <a:lumMod val="65000"/>
                    <a:lumOff val="35000"/>
                  </a:schemeClr>
                </a:solidFill>
                <a:effectLst/>
                <a:uFillTx/>
                <a:latin typeface="Arial"/>
                <a:ea typeface="微软雅黑"/>
              </a:rPr>
              <a:t>第三级</a:t>
            </a:r>
            <a:endParaRPr lang="en-US" sz="1800" b="0" u="none" strike="noStrike">
              <a:solidFill>
                <a:srgbClr val="000000"/>
              </a:solidFill>
              <a:effectLst/>
              <a:uFillTx/>
              <a:latin typeface="Arial"/>
            </a:endParaRPr>
          </a:p>
          <a:p>
            <a:pPr marL="1030680" lvl="3" indent="-149400" defTabSz="914400">
              <a:lnSpc>
                <a:spcPct val="130000"/>
              </a:lnSpc>
              <a:buClr>
                <a:srgbClr val="595959"/>
              </a:buClr>
              <a:buFont typeface="Arial"/>
              <a:buChar char="•"/>
            </a:pPr>
            <a:r>
              <a:rPr lang="zh-CN" sz="1600" b="0" u="none" strike="noStrike">
                <a:solidFill>
                  <a:schemeClr val="dk1">
                    <a:lumMod val="65000"/>
                    <a:lumOff val="35000"/>
                  </a:schemeClr>
                </a:solidFill>
                <a:effectLst/>
                <a:uFillTx/>
                <a:latin typeface="Arial"/>
                <a:ea typeface="微软雅黑"/>
              </a:rPr>
              <a:t>第四级</a:t>
            </a:r>
            <a:endParaRPr lang="en-US" sz="1600" b="0" u="none" strike="noStrike">
              <a:solidFill>
                <a:srgbClr val="000000"/>
              </a:solidFill>
              <a:effectLst/>
              <a:uFillTx/>
              <a:latin typeface="Arial"/>
            </a:endParaRPr>
          </a:p>
          <a:p>
            <a:pPr marL="1235160" lvl="4" indent="-127080" defTabSz="914400">
              <a:lnSpc>
                <a:spcPct val="130000"/>
              </a:lnSpc>
              <a:buClr>
                <a:srgbClr val="595959"/>
              </a:buClr>
              <a:buFont typeface="Arial"/>
              <a:buChar char="•"/>
            </a:pPr>
            <a:r>
              <a:rPr lang="zh-CN" sz="1400" b="0" u="none" strike="noStrike">
                <a:solidFill>
                  <a:schemeClr val="dk1">
                    <a:lumMod val="65000"/>
                    <a:lumOff val="35000"/>
                  </a:schemeClr>
                </a:solidFill>
                <a:effectLst/>
                <a:uFillTx/>
                <a:latin typeface="Arial"/>
                <a:ea typeface="微软雅黑"/>
              </a:rPr>
              <a:t>第五级</a:t>
            </a:r>
            <a:endParaRPr lang="en-US" sz="1400" b="0" u="none" strike="noStrike">
              <a:solidFill>
                <a:srgbClr val="000000"/>
              </a:solidFill>
              <a:effectLst/>
              <a:uFillTx/>
              <a:latin typeface="Arial"/>
            </a:endParaRPr>
          </a:p>
        </p:txBody>
      </p:sp>
      <p:sp>
        <p:nvSpPr>
          <p:cNvPr id="301" name="PlaceHolder 3"/>
          <p:cNvSpPr>
            <a:spLocks noGrp="1"/>
          </p:cNvSpPr>
          <p:nvPr>
            <p:ph type="body"/>
          </p:nvPr>
        </p:nvSpPr>
        <p:spPr>
          <a:xfrm>
            <a:off x="6172200" y="1301760"/>
            <a:ext cx="5322240" cy="4874400"/>
          </a:xfrm>
          <a:prstGeom prst="rect">
            <a:avLst/>
          </a:prstGeom>
          <a:noFill/>
          <a:ln w="0">
            <a:noFill/>
          </a:ln>
        </p:spPr>
        <p:txBody>
          <a:bodyPr lIns="0" rIns="0" tIns="0" bIns="0" anchor="t">
            <a:normAutofit/>
          </a:bodyPr>
          <a:p>
            <a:pPr marL="228600" indent="-228600" defTabSz="914400">
              <a:lnSpc>
                <a:spcPct val="130000"/>
              </a:lnSpc>
              <a:spcBef>
                <a:spcPts val="1001"/>
              </a:spcBef>
              <a:buClr>
                <a:srgbClr val="000000"/>
              </a:buClr>
              <a:buFont typeface="Arial"/>
              <a:buChar char="•"/>
            </a:pPr>
            <a:r>
              <a:rPr lang="zh-CN" sz="2400" b="0" u="none" strike="noStrike">
                <a:solidFill>
                  <a:schemeClr val="dk1"/>
                </a:solidFill>
                <a:effectLst/>
                <a:uFillTx/>
                <a:latin typeface="Arial"/>
                <a:ea typeface="微软雅黑"/>
              </a:rPr>
              <a:t>单击此处编辑母版文本样式</a:t>
            </a:r>
            <a:endParaRPr lang="en-US" sz="2400" b="0" u="none" strike="noStrike">
              <a:solidFill>
                <a:srgbClr val="000000"/>
              </a:solidFill>
              <a:effectLst/>
              <a:uFillTx/>
              <a:latin typeface="Arial"/>
            </a:endParaRPr>
          </a:p>
          <a:p>
            <a:pPr marL="538560" lvl="1" indent="-206280" defTabSz="914400">
              <a:lnSpc>
                <a:spcPct val="130000"/>
              </a:lnSpc>
              <a:buClr>
                <a:srgbClr val="595959"/>
              </a:buClr>
              <a:buFont typeface="Arial"/>
              <a:buChar char="•"/>
            </a:pPr>
            <a:r>
              <a:rPr lang="zh-CN" sz="2000" b="0" u="none" strike="noStrike">
                <a:solidFill>
                  <a:schemeClr val="dk1">
                    <a:lumMod val="65000"/>
                    <a:lumOff val="35000"/>
                  </a:schemeClr>
                </a:solidFill>
                <a:effectLst/>
                <a:uFillTx/>
                <a:latin typeface="Arial"/>
                <a:ea typeface="微软雅黑"/>
              </a:rPr>
              <a:t>第二级</a:t>
            </a:r>
            <a:endParaRPr lang="en-US" sz="2000" b="0" u="none" strike="noStrike">
              <a:solidFill>
                <a:srgbClr val="000000"/>
              </a:solidFill>
              <a:effectLst/>
              <a:uFillTx/>
              <a:latin typeface="Arial"/>
            </a:endParaRPr>
          </a:p>
          <a:p>
            <a:pPr marL="798840" lvl="2" indent="-162000" defTabSz="914400">
              <a:lnSpc>
                <a:spcPct val="130000"/>
              </a:lnSpc>
              <a:buClr>
                <a:srgbClr val="595959"/>
              </a:buClr>
              <a:buFont typeface="Arial"/>
              <a:buChar char="•"/>
            </a:pPr>
            <a:r>
              <a:rPr lang="zh-CN" sz="1800" b="0" u="none" strike="noStrike">
                <a:solidFill>
                  <a:schemeClr val="dk1">
                    <a:lumMod val="65000"/>
                    <a:lumOff val="35000"/>
                  </a:schemeClr>
                </a:solidFill>
                <a:effectLst/>
                <a:uFillTx/>
                <a:latin typeface="Arial"/>
                <a:ea typeface="微软雅黑"/>
              </a:rPr>
              <a:t>第三级</a:t>
            </a:r>
            <a:endParaRPr lang="en-US" sz="1800" b="0" u="none" strike="noStrike">
              <a:solidFill>
                <a:srgbClr val="000000"/>
              </a:solidFill>
              <a:effectLst/>
              <a:uFillTx/>
              <a:latin typeface="Arial"/>
            </a:endParaRPr>
          </a:p>
          <a:p>
            <a:pPr marL="1030680" lvl="3" indent="-149400" defTabSz="914400">
              <a:lnSpc>
                <a:spcPct val="130000"/>
              </a:lnSpc>
              <a:buClr>
                <a:srgbClr val="595959"/>
              </a:buClr>
              <a:buFont typeface="Arial"/>
              <a:buChar char="•"/>
            </a:pPr>
            <a:r>
              <a:rPr lang="zh-CN" sz="1600" b="0" u="none" strike="noStrike">
                <a:solidFill>
                  <a:schemeClr val="dk1">
                    <a:lumMod val="65000"/>
                    <a:lumOff val="35000"/>
                  </a:schemeClr>
                </a:solidFill>
                <a:effectLst/>
                <a:uFillTx/>
                <a:latin typeface="Arial"/>
                <a:ea typeface="微软雅黑"/>
              </a:rPr>
              <a:t>第四级</a:t>
            </a:r>
            <a:endParaRPr lang="en-US" sz="1600" b="0" u="none" strike="noStrike">
              <a:solidFill>
                <a:srgbClr val="000000"/>
              </a:solidFill>
              <a:effectLst/>
              <a:uFillTx/>
              <a:latin typeface="Arial"/>
            </a:endParaRPr>
          </a:p>
          <a:p>
            <a:pPr marL="1235160" lvl="4" indent="-127080" defTabSz="914400">
              <a:lnSpc>
                <a:spcPct val="130000"/>
              </a:lnSpc>
              <a:buClr>
                <a:srgbClr val="595959"/>
              </a:buClr>
              <a:buFont typeface="Arial"/>
              <a:buChar char="•"/>
            </a:pPr>
            <a:r>
              <a:rPr lang="zh-CN" sz="1400" b="0" u="none" strike="noStrike">
                <a:solidFill>
                  <a:schemeClr val="dk1">
                    <a:lumMod val="65000"/>
                    <a:lumOff val="35000"/>
                  </a:schemeClr>
                </a:solidFill>
                <a:effectLst/>
                <a:uFillTx/>
                <a:latin typeface="Arial"/>
                <a:ea typeface="微软雅黑"/>
              </a:rPr>
              <a:t>第五级</a:t>
            </a:r>
            <a:endParaRPr lang="en-US" sz="1400" b="0" u="none" strike="noStrike">
              <a:solidFill>
                <a:srgbClr val="000000"/>
              </a:solidFill>
              <a:effectLst/>
              <a:uFillTx/>
              <a:latin typeface="Arial"/>
            </a:endParaRPr>
          </a:p>
        </p:txBody>
      </p:sp>
      <p:sp>
        <p:nvSpPr>
          <p:cNvPr id="302" name="PlaceHolder 4"/>
          <p:cNvSpPr>
            <a:spLocks noGrp="1"/>
          </p:cNvSpPr>
          <p:nvPr>
            <p:ph type="dt" idx="13"/>
          </p:nvPr>
        </p:nvSpPr>
        <p:spPr>
          <a:xfrm>
            <a:off x="695880" y="6356520"/>
            <a:ext cx="2741760" cy="363600"/>
          </a:xfrm>
          <a:prstGeom prst="rect">
            <a:avLst/>
          </a:prstGeom>
          <a:noFill/>
          <a:ln w="0">
            <a:noFill/>
          </a:ln>
        </p:spPr>
        <p:txBody>
          <a:bodyPr lIns="91440" rIns="91440" tIns="45720" bIns="45720" anchor="ctr">
            <a:normAutofit/>
          </a:bodyPr>
          <a:lstStyle>
            <a:lvl1pPr indent="0">
              <a:lnSpc>
                <a:spcPct val="100000"/>
              </a:lnSpc>
              <a:buNone/>
              <a:tabLst>
                <a:tab algn="l" pos="0"/>
              </a:tabLst>
              <a:defRPr lang="en-US" sz="1400" b="0" u="none" strike="noStrike">
                <a:solidFill>
                  <a:srgbClr val="000000"/>
                </a:solidFill>
                <a:effectLst/>
                <a:uFillTx/>
                <a:latin typeface="Times New Roman"/>
              </a:defRPr>
            </a:lvl1pPr>
          </a:lstStyle>
          <a:p>
            <a:pPr indent="0">
              <a:lnSpc>
                <a:spcPct val="100000"/>
              </a:lnSpc>
              <a:buNone/>
              <a:tabLst>
                <a:tab algn="l" pos="0"/>
              </a:tabLst>
            </a:pPr>
            <a:r>
              <a:rPr lang="en-US" sz="1400" b="0" u="none" strike="noStrike">
                <a:solidFill>
                  <a:srgbClr val="000000"/>
                </a:solidFill>
                <a:effectLst/>
                <a:uFillTx/>
                <a:latin typeface="Times New Roman"/>
              </a:rPr>
              <a:t>&lt;date/time&gt;</a:t>
            </a:r>
            <a:endParaRPr lang="en-US" sz="1400" b="0" u="none" strike="noStrike">
              <a:solidFill>
                <a:srgbClr val="000000"/>
              </a:solidFill>
              <a:effectLst/>
              <a:uFillTx/>
              <a:latin typeface="Times New Roman"/>
            </a:endParaRPr>
          </a:p>
        </p:txBody>
      </p:sp>
      <p:sp>
        <p:nvSpPr>
          <p:cNvPr id="303" name="PlaceHolder 5"/>
          <p:cNvSpPr>
            <a:spLocks noGrp="1"/>
          </p:cNvSpPr>
          <p:nvPr>
            <p:ph type="ftr" idx="14"/>
          </p:nvPr>
        </p:nvSpPr>
        <p:spPr>
          <a:xfrm>
            <a:off x="4038480" y="6356520"/>
            <a:ext cx="4113360" cy="36360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n-US" sz="1400" b="0" u="none" strike="noStrike">
                <a:solidFill>
                  <a:srgbClr val="000000"/>
                </a:solidFill>
                <a:effectLst/>
                <a:uFillTx/>
                <a:latin typeface="Times New Roman"/>
              </a:defRPr>
            </a:lvl1pPr>
          </a:lstStyle>
          <a:p>
            <a:pPr indent="0" algn="ctr">
              <a:lnSpc>
                <a:spcPct val="100000"/>
              </a:lnSpc>
              <a:buNone/>
              <a:tabLst>
                <a:tab algn="l" pos="0"/>
              </a:tabLst>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304" name="PlaceHolder 6"/>
          <p:cNvSpPr>
            <a:spLocks noGrp="1"/>
          </p:cNvSpPr>
          <p:nvPr>
            <p:ph type="sldNum" idx="15"/>
          </p:nvPr>
        </p:nvSpPr>
        <p:spPr>
          <a:xfrm>
            <a:off x="8754120" y="6356520"/>
            <a:ext cx="2741760" cy="363600"/>
          </a:xfrm>
          <a:prstGeom prst="rect">
            <a:avLst/>
          </a:prstGeom>
          <a:noFill/>
          <a:ln w="0">
            <a:noFill/>
          </a:ln>
        </p:spPr>
        <p:txBody>
          <a:bodyPr lIns="91440" rIns="91440" tIns="45720" bIns="45720" anchor="ctr">
            <a:normAutofit fontScale="70000" lnSpcReduction="19999"/>
          </a:bodyPr>
          <a:p>
            <a:pPr indent="0">
              <a:buNone/>
            </a:pPr>
            <a:endParaRPr lang="en-US" sz="1800" b="0" u="none" strike="noStrike">
              <a:solidFill>
                <a:srgbClr val="000000"/>
              </a:solidFill>
              <a:effectLst/>
              <a:uFillTx/>
              <a:latin typeface="Times New Roman"/>
            </a:endParaRP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比较">
    <p:bg>
      <p:bgPr>
        <a:solidFill>
          <a:srgbClr val="fbf4ea"/>
        </a:solidFill>
      </p:bgPr>
    </p:bg>
    <p:spTree>
      <p:nvGrpSpPr>
        <p:cNvPr id="1" name=""/>
        <p:cNvGrpSpPr/>
        <p:nvPr/>
      </p:nvGrpSpPr>
      <p:grpSpPr>
        <a:xfrm>
          <a:off x="0" y="0"/>
          <a:ext cx="0" cy="0"/>
          <a:chOff x="0" y="0"/>
          <a:chExt cx="0" cy="0"/>
        </a:xfrm>
      </p:grpSpPr>
      <p:sp>
        <p:nvSpPr>
          <p:cNvPr id="305" name="任意多边形: 形状 80"/>
          <p:cNvSpPr/>
          <p:nvPr/>
        </p:nvSpPr>
        <p:spPr>
          <a:xfrm flipH="1" rot="10506000">
            <a:off x="10570680" y="-60480"/>
            <a:ext cx="1543680" cy="1835280"/>
          </a:xfrm>
          <a:custGeom>
            <a:avLst/>
            <a:gdLst>
              <a:gd name="textAreaLeft" fmla="*/ -720 w 1543680"/>
              <a:gd name="textAreaRight" fmla="*/ 1544400 w 1543680"/>
              <a:gd name="textAreaTop" fmla="*/ 0 h 1835280"/>
              <a:gd name="textAreaBottom" fmla="*/ 1836720 h 1835280"/>
              <a:gd name="GluePoint1X" fmla="*/ 2792134 w 2792134"/>
              <a:gd name="GluePoint1Y" fmla="*/ 114232 h 1836002"/>
              <a:gd name="GluePoint2X" fmla="*/ 2783173 w 2792134"/>
              <a:gd name="GluePoint2Y" fmla="*/ 9795 h 1836002"/>
              <a:gd name="GluePoint3X" fmla="*/ 2792134 w 2792134"/>
              <a:gd name="GluePoint3Y" fmla="*/ 114232 h 1836002"/>
              <a:gd name="GluePoint4X" fmla="*/ 0 w 2792134"/>
              <a:gd name="GluePoint4Y" fmla="*/ 1836002 h 1836002"/>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1544734" h="1836002">
                <a:moveTo>
                  <a:pt x="1544734" y="0"/>
                </a:moveTo>
                <a:lnTo>
                  <a:pt x="1397073" y="39891"/>
                </a:lnTo>
                <a:cubicBezTo>
                  <a:pt x="706781" y="292672"/>
                  <a:pt x="182520" y="889930"/>
                  <a:pt x="32427" y="1623501"/>
                </a:cubicBezTo>
                <a:lnTo>
                  <a:pt x="0" y="1836002"/>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306" name="任意多边形: 形状 4"/>
          <p:cNvSpPr/>
          <p:nvPr/>
        </p:nvSpPr>
        <p:spPr>
          <a:xfrm flipH="1" rot="10506000">
            <a:off x="7315560" y="3581280"/>
            <a:ext cx="1772280" cy="1882440"/>
          </a:xfrm>
          <a:custGeom>
            <a:avLst/>
            <a:gdLst>
              <a:gd name="textAreaLeft" fmla="*/ 720 w 1772280"/>
              <a:gd name="textAreaRight" fmla="*/ 1774440 w 1772280"/>
              <a:gd name="textAreaTop" fmla="*/ 0 h 1882440"/>
              <a:gd name="textAreaBottom" fmla="*/ 1883160 h 1882440"/>
              <a:gd name="GluePoint1X" fmla="*/ 1042541 w 1207728"/>
              <a:gd name="GluePoint1Y" fmla="*/ 79574 h 1283476"/>
              <a:gd name="GluePoint2X" fmla="*/ 1207728 w 1207728"/>
              <a:gd name="GluePoint2Y" fmla="*/ 0 h 1283476"/>
              <a:gd name="GluePoint3X" fmla="*/ 1136917 w 1207728"/>
              <a:gd name="GluePoint3Y" fmla="*/ 50355 h 1283476"/>
              <a:gd name="GluePoint4X" fmla="*/ 79165 w 1207728"/>
              <a:gd name="GluePoint4Y" fmla="*/ 1159992 h 1283476"/>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1207728" h="1283476">
                <a:moveTo>
                  <a:pt x="1207728" y="0"/>
                </a:moveTo>
                <a:lnTo>
                  <a:pt x="1136917" y="50355"/>
                </a:lnTo>
                <a:cubicBezTo>
                  <a:pt x="725367" y="358134"/>
                  <a:pt x="367298" y="733498"/>
                  <a:pt x="79165" y="1159992"/>
                </a:cubicBezTo>
                <a:lnTo>
                  <a:pt x="0" y="1283476"/>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307" name="任意多边形: 形状 5"/>
          <p:cNvSpPr/>
          <p:nvPr/>
        </p:nvSpPr>
        <p:spPr>
          <a:xfrm flipH="1" rot="10506000">
            <a:off x="7380720" y="710640"/>
            <a:ext cx="4323600" cy="4608000"/>
          </a:xfrm>
          <a:custGeom>
            <a:avLst/>
            <a:gdLst>
              <a:gd name="textAreaLeft" fmla="*/ -720 w 4323600"/>
              <a:gd name="textAreaRight" fmla="*/ 4324320 w 4323600"/>
              <a:gd name="textAreaTop" fmla="*/ 0 h 4608000"/>
              <a:gd name="textAreaBottom" fmla="*/ 4609440 h 4608000"/>
              <a:gd name="GluePoint1X" fmla="*/ 328916 w 3017844"/>
              <a:gd name="GluePoint1Y" fmla="*/ 2179446 h 3183247"/>
              <a:gd name="GluePoint2X" fmla="*/ 30466 w 3017844"/>
              <a:gd name="GluePoint2Y" fmla="*/ 3170046 h 3183247"/>
              <a:gd name="GluePoint3X" fmla="*/ 27504 w 3017844"/>
              <a:gd name="GluePoint3Y" fmla="*/ 3183247 h 3183247"/>
              <a:gd name="GluePoint4X" fmla="*/ 0 w 3017844"/>
              <a:gd name="GluePoint4Y" fmla="*/ 3138693 h 3183247"/>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2945236" h="3138693">
                <a:moveTo>
                  <a:pt x="0" y="3138693"/>
                </a:moveTo>
                <a:lnTo>
                  <a:pt x="1500" y="3126894"/>
                </a:lnTo>
                <a:cubicBezTo>
                  <a:pt x="231547" y="1621315"/>
                  <a:pt x="1347493" y="407251"/>
                  <a:pt x="2800676" y="33364"/>
                </a:cubicBezTo>
                <a:lnTo>
                  <a:pt x="2945236" y="0"/>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308" name="任意多边形: 形状 6"/>
          <p:cNvSpPr/>
          <p:nvPr/>
        </p:nvSpPr>
        <p:spPr>
          <a:xfrm flipH="1" rot="10506000">
            <a:off x="7542000" y="397440"/>
            <a:ext cx="4448160" cy="4739040"/>
          </a:xfrm>
          <a:custGeom>
            <a:avLst/>
            <a:gdLst>
              <a:gd name="textAreaLeft" fmla="*/ -720 w 4448160"/>
              <a:gd name="textAreaRight" fmla="*/ 4448880 w 4448160"/>
              <a:gd name="textAreaTop" fmla="*/ 0 h 4739040"/>
              <a:gd name="textAreaBottom" fmla="*/ 4740120 h 4739040"/>
              <a:gd name="GluePoint1X" fmla="*/ 2962086 w 3092451"/>
              <a:gd name="GluePoint1Y" fmla="*/ 9776 h 3270607"/>
              <a:gd name="GluePoint2X" fmla="*/ 3012498 w 3092451"/>
              <a:gd name="GluePoint2Y" fmla="*/ 0 h 3270607"/>
              <a:gd name="GluePoint3X" fmla="*/ 3092451 w 3092451"/>
              <a:gd name="GluePoint3Y" fmla="*/ 42327 h 3270607"/>
              <a:gd name="GluePoint4X" fmla="*/ 2952423 w 3092451"/>
              <a:gd name="GluePoint4Y" fmla="*/ 67333 h 3270607"/>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3030313" h="3228280">
                <a:moveTo>
                  <a:pt x="3030313" y="0"/>
                </a:moveTo>
                <a:lnTo>
                  <a:pt x="2890285" y="25006"/>
                </a:lnTo>
                <a:cubicBezTo>
                  <a:pt x="1348940" y="340411"/>
                  <a:pt x="162205" y="1629308"/>
                  <a:pt x="536" y="3221241"/>
                </a:cubicBezTo>
                <a:cubicBezTo>
                  <a:pt x="357" y="3223587"/>
                  <a:pt x="179" y="3225934"/>
                  <a:pt x="0" y="3228280"/>
                </a:cubicBez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309" name="任意多边形: 形状 127"/>
          <p:cNvSpPr/>
          <p:nvPr/>
        </p:nvSpPr>
        <p:spPr>
          <a:xfrm flipH="1" rot="10506000">
            <a:off x="8095320" y="-164880"/>
            <a:ext cx="3903840" cy="4644360"/>
          </a:xfrm>
          <a:custGeom>
            <a:avLst/>
            <a:gdLst>
              <a:gd name="textAreaLeft" fmla="*/ -720 w 3903840"/>
              <a:gd name="textAreaRight" fmla="*/ 3904560 w 3903840"/>
              <a:gd name="textAreaTop" fmla="*/ 0 h 4644360"/>
              <a:gd name="textAreaBottom" fmla="*/ 4645800 h 4644360"/>
              <a:gd name="GluePoint1X" fmla="*/ 3954163 w 4045603"/>
              <a:gd name="GluePoint1Y" fmla="*/ 567055 h 4646186"/>
              <a:gd name="GluePoint2X" fmla="*/ 3905507 w 4045603"/>
              <a:gd name="GluePoint2Y" fmla="*/ 0 h 4646186"/>
              <a:gd name="GluePoint3X" fmla="*/ 3567107 w 4045603"/>
              <a:gd name="GluePoint3Y" fmla="*/ 67546 h 4646186"/>
              <a:gd name="GluePoint4X" fmla="*/ 0 w 4045603"/>
              <a:gd name="GluePoint4Y" fmla="*/ 4644643 h 4646186"/>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3905507" h="4646186">
                <a:moveTo>
                  <a:pt x="3905507" y="0"/>
                </a:moveTo>
                <a:lnTo>
                  <a:pt x="3567107" y="67546"/>
                </a:lnTo>
                <a:cubicBezTo>
                  <a:pt x="1517708" y="581295"/>
                  <a:pt x="0" y="2435707"/>
                  <a:pt x="0" y="4644643"/>
                </a:cubicBezTo>
                <a:cubicBezTo>
                  <a:pt x="13" y="4645157"/>
                  <a:pt x="26" y="4645672"/>
                  <a:pt x="39" y="4646186"/>
                </a:cubicBez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310" name="任意多边形: 形状 124"/>
          <p:cNvSpPr/>
          <p:nvPr/>
        </p:nvSpPr>
        <p:spPr>
          <a:xfrm flipH="1" rot="10506000">
            <a:off x="8283240" y="-159120"/>
            <a:ext cx="3724200" cy="4434120"/>
          </a:xfrm>
          <a:custGeom>
            <a:avLst/>
            <a:gdLst>
              <a:gd name="textAreaLeft" fmla="*/ 720 w 3724200"/>
              <a:gd name="textAreaRight" fmla="*/ 3726360 w 3724200"/>
              <a:gd name="textAreaTop" fmla="*/ 0 h 4434120"/>
              <a:gd name="textAreaBottom" fmla="*/ 4435560 h 4434120"/>
              <a:gd name="GluePoint1X" fmla="*/ 3787180 w 3878620"/>
              <a:gd name="GluePoint1Y" fmla="*/ 715349 h 4435247"/>
              <a:gd name="GluePoint2X" fmla="*/ 3725799 w 3878620"/>
              <a:gd name="GluePoint2Y" fmla="*/ 0 h 4435247"/>
              <a:gd name="GluePoint3X" fmla="*/ 3665439 w 3878620"/>
              <a:gd name="GluePoint3Y" fmla="*/ 8632 h 4435247"/>
              <a:gd name="GluePoint4X" fmla="*/ 22575 w 3878620"/>
              <a:gd name="GluePoint4Y" fmla="*/ 3988117 h 4435247"/>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3725799" h="4435247">
                <a:moveTo>
                  <a:pt x="3725799" y="0"/>
                </a:moveTo>
                <a:lnTo>
                  <a:pt x="3665439" y="8632"/>
                </a:lnTo>
                <a:cubicBezTo>
                  <a:pt x="1725033" y="380466"/>
                  <a:pt x="225214" y="1992527"/>
                  <a:pt x="22575" y="3988117"/>
                </a:cubicBezTo>
                <a:lnTo>
                  <a:pt x="0" y="4435247"/>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311" name="任意多边形: 形状 9"/>
          <p:cNvSpPr/>
          <p:nvPr/>
        </p:nvSpPr>
        <p:spPr>
          <a:xfrm flipH="1" rot="10506000">
            <a:off x="7066440" y="2034000"/>
            <a:ext cx="3428280" cy="3656880"/>
          </a:xfrm>
          <a:custGeom>
            <a:avLst/>
            <a:gdLst>
              <a:gd name="textAreaLeft" fmla="*/ 720 w 3428280"/>
              <a:gd name="textAreaRight" fmla="*/ 3430440 w 3428280"/>
              <a:gd name="textAreaTop" fmla="*/ 0 h 3656880"/>
              <a:gd name="textAreaBottom" fmla="*/ 3657600 h 3656880"/>
              <a:gd name="GluePoint1X" fmla="*/ 2114901 w 2335534"/>
              <a:gd name="GluePoint1Y" fmla="*/ 14872 h 2491287"/>
              <a:gd name="GluePoint2X" fmla="*/ 2335534 w 2335534"/>
              <a:gd name="GluePoint2Y" fmla="*/ 0 h 2491287"/>
              <a:gd name="GluePoint3X" fmla="*/ 2166244 w 2335534"/>
              <a:gd name="GluePoint3Y" fmla="*/ 76534 h 2491287"/>
              <a:gd name="GluePoint4X" fmla="*/ 14436 w 2335534"/>
              <a:gd name="GluePoint4Y" fmla="*/ 2448623 h 2491287"/>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2335534" h="2491287">
                <a:moveTo>
                  <a:pt x="2335534" y="0"/>
                </a:moveTo>
                <a:lnTo>
                  <a:pt x="2166244" y="76534"/>
                </a:lnTo>
                <a:cubicBezTo>
                  <a:pt x="1174276" y="554513"/>
                  <a:pt x="396178" y="1406038"/>
                  <a:pt x="14436" y="2448623"/>
                </a:cubicBezTo>
                <a:lnTo>
                  <a:pt x="0" y="2491287"/>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312" name="任意多边形: 形状 16"/>
          <p:cNvSpPr/>
          <p:nvPr/>
        </p:nvSpPr>
        <p:spPr>
          <a:xfrm flipH="1" rot="10506000">
            <a:off x="7094880" y="2736720"/>
            <a:ext cx="2743200" cy="2936880"/>
          </a:xfrm>
          <a:custGeom>
            <a:avLst/>
            <a:gdLst>
              <a:gd name="textAreaLeft" fmla="*/ -720 w 2743200"/>
              <a:gd name="textAreaRight" fmla="*/ 2743920 w 2743200"/>
              <a:gd name="textAreaTop" fmla="*/ 0 h 2936880"/>
              <a:gd name="textAreaBottom" fmla="*/ 2938320 h 2936880"/>
              <a:gd name="GluePoint1X" fmla="*/ 720197 w 2006436"/>
              <a:gd name="GluePoint1Y" fmla="*/ 1027963 h 2148811"/>
              <a:gd name="GluePoint2X" fmla="*/ 14075 w 2006436"/>
              <a:gd name="GluePoint2Y" fmla="*/ 2123638 h 2148811"/>
              <a:gd name="GluePoint3X" fmla="*/ 0 w 2006436"/>
              <a:gd name="GluePoint3Y" fmla="*/ 2148811 h 2148811"/>
              <a:gd name="GluePoint4X" fmla="*/ 70 w 2006436"/>
              <a:gd name="GluePoint4Y" fmla="*/ 2009948 h 2148811"/>
              <a:gd name="GluePoint5X" fmla="*/ 1638 w 2006436"/>
              <a:gd name="GluePoint5Y" fmla="*/ 1999672 h 2148811"/>
            </a:gdLst>
            <a:ahLst/>
            <a:cxnLst>
              <a:cxn ang="0">
                <a:pos x="GluePoint1X" y="GluePoint1Y"/>
              </a:cxn>
              <a:cxn ang="0">
                <a:pos x="GluePoint2X" y="GluePoint2Y"/>
              </a:cxn>
              <a:cxn ang="0">
                <a:pos x="GluePoint3X" y="GluePoint3Y"/>
              </a:cxn>
              <a:cxn ang="0">
                <a:pos x="GluePoint4X" y="GluePoint4Y"/>
              </a:cxn>
              <a:cxn ang="0">
                <a:pos x="GluePoint5X" y="GluePoint5Y"/>
              </a:cxn>
            </a:cxnLst>
            <a:rect l="textAreaLeft" t="textAreaTop" r="textAreaRight" b="textAreaBottom"/>
            <a:pathLst>
              <a:path w="1869053" h="2000692">
                <a:moveTo>
                  <a:pt x="0" y="2000692"/>
                </a:moveTo>
                <a:lnTo>
                  <a:pt x="1568" y="1990416"/>
                </a:lnTo>
                <a:lnTo>
                  <a:pt x="15892" y="1958733"/>
                </a:lnTo>
                <a:cubicBezTo>
                  <a:pt x="389303" y="1183777"/>
                  <a:pt x="981584" y="534133"/>
                  <a:pt x="1712542" y="89993"/>
                </a:cubicBezTo>
                <a:lnTo>
                  <a:pt x="1869053" y="0"/>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313" name="任意多边形: 形状 17"/>
          <p:cNvSpPr/>
          <p:nvPr/>
        </p:nvSpPr>
        <p:spPr>
          <a:xfrm flipH="1" rot="10506000">
            <a:off x="7128360" y="1531800"/>
            <a:ext cx="3835080" cy="4082400"/>
          </a:xfrm>
          <a:custGeom>
            <a:avLst/>
            <a:gdLst>
              <a:gd name="textAreaLeft" fmla="*/ 720 w 3835080"/>
              <a:gd name="textAreaRight" fmla="*/ 3837240 w 3835080"/>
              <a:gd name="textAreaTop" fmla="*/ 0 h 4082400"/>
              <a:gd name="textAreaBottom" fmla="*/ 4083480 h 4082400"/>
              <a:gd name="GluePoint1X" fmla="*/ 2151789 w 2692052"/>
              <a:gd name="GluePoint1Y" fmla="*/ 261907 h 2832246"/>
              <a:gd name="GluePoint2X" fmla="*/ 1478689 w 2692052"/>
              <a:gd name="GluePoint2Y" fmla="*/ 661957 h 2832246"/>
              <a:gd name="GluePoint3X" fmla="*/ 964339 w 2692052"/>
              <a:gd name="GluePoint3Y" fmla="*/ 1150907 h 2832246"/>
              <a:gd name="GluePoint4X" fmla="*/ 564289 w 2692052"/>
              <a:gd name="GluePoint4Y" fmla="*/ 1633507 h 2832246"/>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2612863" h="2781134">
                <a:moveTo>
                  <a:pt x="0" y="2781134"/>
                </a:moveTo>
                <a:lnTo>
                  <a:pt x="35434" y="2656357"/>
                </a:lnTo>
                <a:cubicBezTo>
                  <a:pt x="414818" y="1436598"/>
                  <a:pt x="1348392" y="461005"/>
                  <a:pt x="2541633" y="24101"/>
                </a:cubicBezTo>
                <a:lnTo>
                  <a:pt x="2612863" y="0"/>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314" name="任意多边形: 形状 18"/>
          <p:cNvSpPr/>
          <p:nvPr/>
        </p:nvSpPr>
        <p:spPr>
          <a:xfrm flipH="1" rot="10506000">
            <a:off x="7241400" y="1079640"/>
            <a:ext cx="4133160" cy="4399200"/>
          </a:xfrm>
          <a:custGeom>
            <a:avLst/>
            <a:gdLst>
              <a:gd name="textAreaLeft" fmla="*/ 720 w 4133160"/>
              <a:gd name="textAreaRight" fmla="*/ 4135320 w 4133160"/>
              <a:gd name="textAreaTop" fmla="*/ 0 h 4399200"/>
              <a:gd name="textAreaBottom" fmla="*/ 4400640 h 4399200"/>
              <a:gd name="GluePoint1X" fmla="*/ 2644879 w 2852093"/>
              <a:gd name="GluePoint1Y" fmla="*/ 27487 h 3028139"/>
              <a:gd name="GluePoint2X" fmla="*/ 2740621 w 2852093"/>
              <a:gd name="GluePoint2Y" fmla="*/ 0 h 3028139"/>
              <a:gd name="GluePoint3X" fmla="*/ 2814697 w 2852093"/>
              <a:gd name="GluePoint3Y" fmla="*/ 17806 h 3028139"/>
              <a:gd name="GluePoint4X" fmla="*/ 2852093 w 2852093"/>
              <a:gd name="GluePoint4Y" fmla="*/ 31493 h 3028139"/>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2815694" h="2996646">
                <a:moveTo>
                  <a:pt x="2815694" y="0"/>
                </a:moveTo>
                <a:lnTo>
                  <a:pt x="2686366" y="36725"/>
                </a:lnTo>
                <a:cubicBezTo>
                  <a:pt x="1390883" y="439662"/>
                  <a:pt x="382022" y="1493150"/>
                  <a:pt x="41909" y="2815064"/>
                </a:cubicBezTo>
                <a:lnTo>
                  <a:pt x="0" y="2996646"/>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315" name="任意多边形: 形状 133"/>
          <p:cNvSpPr/>
          <p:nvPr/>
        </p:nvSpPr>
        <p:spPr>
          <a:xfrm flipH="1" rot="10506000">
            <a:off x="7709040" y="142920"/>
            <a:ext cx="4286520" cy="4781520"/>
          </a:xfrm>
          <a:custGeom>
            <a:avLst/>
            <a:gdLst>
              <a:gd name="textAreaLeft" fmla="*/ 720 w 4286520"/>
              <a:gd name="textAreaRight" fmla="*/ 4288680 w 4286520"/>
              <a:gd name="textAreaTop" fmla="*/ 0 h 4781520"/>
              <a:gd name="textAreaBottom" fmla="*/ 4782960 h 4781520"/>
              <a:gd name="GluePoint1X" fmla="*/ 4304865 w 4396305"/>
              <a:gd name="GluePoint1Y" fmla="*/ 195751 h 4782905"/>
              <a:gd name="GluePoint2X" fmla="*/ 4288068 w 4396305"/>
              <a:gd name="GluePoint2Y" fmla="*/ 0 h 4782905"/>
              <a:gd name="GluePoint3X" fmla="*/ 3928555 w 4396305"/>
              <a:gd name="GluePoint3Y" fmla="*/ 70602 h 4782905"/>
              <a:gd name="GluePoint4X" fmla="*/ 17839 w 4396305"/>
              <a:gd name="GluePoint4Y" fmla="*/ 4548292 h 4782905"/>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4288068" h="4782905">
                <a:moveTo>
                  <a:pt x="4288068" y="0"/>
                </a:moveTo>
                <a:lnTo>
                  <a:pt x="3928555" y="70602"/>
                </a:lnTo>
                <a:cubicBezTo>
                  <a:pt x="1835095" y="574619"/>
                  <a:pt x="240192" y="2358551"/>
                  <a:pt x="17839" y="4548292"/>
                </a:cubicBezTo>
                <a:lnTo>
                  <a:pt x="0" y="4782905"/>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316" name="任意多边形: 形状 130"/>
          <p:cNvSpPr/>
          <p:nvPr/>
        </p:nvSpPr>
        <p:spPr>
          <a:xfrm flipH="1" rot="10506000">
            <a:off x="7884720" y="-79920"/>
            <a:ext cx="4107600" cy="4792680"/>
          </a:xfrm>
          <a:custGeom>
            <a:avLst/>
            <a:gdLst>
              <a:gd name="textAreaLeft" fmla="*/ -720 w 4107600"/>
              <a:gd name="textAreaRight" fmla="*/ 4108320 w 4107600"/>
              <a:gd name="textAreaTop" fmla="*/ 0 h 4792680"/>
              <a:gd name="textAreaBottom" fmla="*/ 4794120 h 4792680"/>
              <a:gd name="GluePoint1X" fmla="*/ 4141638 w 4233078"/>
              <a:gd name="GluePoint1Y" fmla="*/ 380598 h 4794215"/>
              <a:gd name="GluePoint2X" fmla="*/ 4108980 w 4233078"/>
              <a:gd name="GluePoint2Y" fmla="*/ 0 h 4794215"/>
              <a:gd name="GluePoint3X" fmla="*/ 3989868 w 4233078"/>
              <a:gd name="GluePoint3Y" fmla="*/ 17610 h 4794215"/>
              <a:gd name="GluePoint4X" fmla="*/ 4531 w 4233078"/>
              <a:gd name="GluePoint4Y" fmla="*/ 4615010 h 4794215"/>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4108980" h="4794215">
                <a:moveTo>
                  <a:pt x="4108980" y="0"/>
                </a:moveTo>
                <a:lnTo>
                  <a:pt x="3989868" y="17610"/>
                </a:lnTo>
                <a:cubicBezTo>
                  <a:pt x="1795783" y="445192"/>
                  <a:pt x="120627" y="2324411"/>
                  <a:pt x="4531" y="4615010"/>
                </a:cubicBezTo>
                <a:cubicBezTo>
                  <a:pt x="3020" y="4674745"/>
                  <a:pt x="1511" y="4734480"/>
                  <a:pt x="0" y="4794215"/>
                </a:cubicBez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317" name="任意多边形: 形状 121"/>
          <p:cNvSpPr/>
          <p:nvPr/>
        </p:nvSpPr>
        <p:spPr>
          <a:xfrm flipH="1" rot="10506000">
            <a:off x="8479440" y="-151200"/>
            <a:ext cx="3537360" cy="4214160"/>
          </a:xfrm>
          <a:custGeom>
            <a:avLst/>
            <a:gdLst>
              <a:gd name="textAreaLeft" fmla="*/ -720 w 3537360"/>
              <a:gd name="textAreaRight" fmla="*/ 3538080 w 3537360"/>
              <a:gd name="textAreaTop" fmla="*/ 0 h 4214160"/>
              <a:gd name="textAreaBottom" fmla="*/ 4215600 h 4214160"/>
              <a:gd name="GluePoint1X" fmla="*/ 3612025 w 3703465"/>
              <a:gd name="GluePoint1Y" fmla="*/ 853309 h 4214790"/>
              <a:gd name="GluePoint2X" fmla="*/ 3538807 w 3703465"/>
              <a:gd name="GluePoint2Y" fmla="*/ 0 h 4214790"/>
              <a:gd name="GluePoint3X" fmla="*/ 3499564 w 3703465"/>
              <a:gd name="GluePoint3Y" fmla="*/ 5613 h 4214790"/>
              <a:gd name="GluePoint4X" fmla="*/ 20639 w 3703465"/>
              <a:gd name="GluePoint4Y" fmla="*/ 3806010 h 4214790"/>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3538807" h="4214790">
                <a:moveTo>
                  <a:pt x="3538807" y="0"/>
                </a:moveTo>
                <a:lnTo>
                  <a:pt x="3499564" y="5613"/>
                </a:lnTo>
                <a:cubicBezTo>
                  <a:pt x="1646482" y="360713"/>
                  <a:pt x="214158" y="1900228"/>
                  <a:pt x="20639" y="3806010"/>
                </a:cubicBezTo>
                <a:lnTo>
                  <a:pt x="0" y="4214790"/>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318" name="任意多边形: 形状 118"/>
          <p:cNvSpPr/>
          <p:nvPr/>
        </p:nvSpPr>
        <p:spPr>
          <a:xfrm flipH="1" rot="10506000">
            <a:off x="8676360" y="-141840"/>
            <a:ext cx="3349440" cy="3992040"/>
          </a:xfrm>
          <a:custGeom>
            <a:avLst/>
            <a:gdLst>
              <a:gd name="textAreaLeft" fmla="*/ -720 w 3349440"/>
              <a:gd name="textAreaRight" fmla="*/ 3350160 w 3349440"/>
              <a:gd name="textAreaTop" fmla="*/ 0 h 3992040"/>
              <a:gd name="textAreaBottom" fmla="*/ 3993480 h 3992040"/>
              <a:gd name="GluePoint1X" fmla="*/ 3435065 w 3526505"/>
              <a:gd name="GluePoint1Y" fmla="*/ 979859 h 3993354"/>
              <a:gd name="GluePoint2X" fmla="*/ 3350988 w 3526505"/>
              <a:gd name="GluePoint2Y" fmla="*/ 0 h 3993354"/>
              <a:gd name="GluePoint3X" fmla="*/ 3332955 w 3526505"/>
              <a:gd name="GluePoint3Y" fmla="*/ 2579 h 3993354"/>
              <a:gd name="GluePoint4X" fmla="*/ 18694 w 3526505"/>
              <a:gd name="GluePoint4Y" fmla="*/ 3623095 h 3993354"/>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3350988" h="3993354">
                <a:moveTo>
                  <a:pt x="3350988" y="0"/>
                </a:moveTo>
                <a:lnTo>
                  <a:pt x="3332955" y="2579"/>
                </a:lnTo>
                <a:cubicBezTo>
                  <a:pt x="1567581" y="340872"/>
                  <a:pt x="203053" y="1807517"/>
                  <a:pt x="18694" y="3623095"/>
                </a:cubicBezTo>
                <a:lnTo>
                  <a:pt x="0" y="3993354"/>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319" name="任意多边形: 形状 115"/>
          <p:cNvSpPr/>
          <p:nvPr/>
        </p:nvSpPr>
        <p:spPr>
          <a:xfrm flipH="1" rot="10506000">
            <a:off x="8872200" y="-132480"/>
            <a:ext cx="3163320" cy="3771360"/>
          </a:xfrm>
          <a:custGeom>
            <a:avLst/>
            <a:gdLst>
              <a:gd name="textAreaLeft" fmla="*/ 720 w 3163320"/>
              <a:gd name="textAreaRight" fmla="*/ 3165480 w 3163320"/>
              <a:gd name="textAreaTop" fmla="*/ 0 h 3771360"/>
              <a:gd name="textAreaBottom" fmla="*/ 3771720 h 3771360"/>
              <a:gd name="GluePoint1X" fmla="*/ 3257626 w 3349066"/>
              <a:gd name="GluePoint1Y" fmla="*/ 1081231 h 3773592"/>
              <a:gd name="GluePoint2X" fmla="*/ 3164851 w 3349066"/>
              <a:gd name="GluePoint2Y" fmla="*/ 0 h 3773592"/>
              <a:gd name="GluePoint3X" fmla="*/ 2814251 w 3349066"/>
              <a:gd name="GluePoint3Y" fmla="*/ 84359 h 3773592"/>
              <a:gd name="GluePoint4X" fmla="*/ 16767 w 3349066"/>
              <a:gd name="GluePoint4Y" fmla="*/ 3441508 h 3773592"/>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3164851" h="3773592">
                <a:moveTo>
                  <a:pt x="3164851" y="0"/>
                </a:moveTo>
                <a:lnTo>
                  <a:pt x="2814251" y="84359"/>
                </a:lnTo>
                <a:cubicBezTo>
                  <a:pt x="1309770" y="521817"/>
                  <a:pt x="179528" y="1838638"/>
                  <a:pt x="16767" y="3441508"/>
                </a:cubicBezTo>
                <a:lnTo>
                  <a:pt x="0" y="3773592"/>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320" name="任意多边形: 形状 112"/>
          <p:cNvSpPr/>
          <p:nvPr/>
        </p:nvSpPr>
        <p:spPr>
          <a:xfrm flipH="1" rot="10506000">
            <a:off x="9049680" y="-125640"/>
            <a:ext cx="2993760" cy="3569400"/>
          </a:xfrm>
          <a:custGeom>
            <a:avLst/>
            <a:gdLst>
              <a:gd name="textAreaLeft" fmla="*/ -720 w 2993760"/>
              <a:gd name="textAreaRight" fmla="*/ 2994480 w 2993760"/>
              <a:gd name="textAreaTop" fmla="*/ 0 h 3569400"/>
              <a:gd name="textAreaBottom" fmla="*/ 3570840 h 3569400"/>
              <a:gd name="GluePoint1X" fmla="*/ 3095132 w 3186572"/>
              <a:gd name="GluePoint1Y" fmla="*/ 1166743 h 3571337"/>
              <a:gd name="GluePoint2X" fmla="*/ 2995020 w 3186572"/>
              <a:gd name="GluePoint2Y" fmla="*/ 0 h 3571337"/>
              <a:gd name="GluePoint3X" fmla="*/ 2680178 w 3186572"/>
              <a:gd name="GluePoint3Y" fmla="*/ 75755 h 3571337"/>
              <a:gd name="GluePoint4X" fmla="*/ 15007 w 3186572"/>
              <a:gd name="GluePoint4Y" fmla="*/ 3274119 h 3571337"/>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2995020" h="3571337">
                <a:moveTo>
                  <a:pt x="2995020" y="0"/>
                </a:moveTo>
                <a:lnTo>
                  <a:pt x="2680178" y="75755"/>
                </a:lnTo>
                <a:cubicBezTo>
                  <a:pt x="1246854" y="492521"/>
                  <a:pt x="170070" y="1747060"/>
                  <a:pt x="15007" y="3274119"/>
                </a:cubicBezTo>
                <a:lnTo>
                  <a:pt x="0" y="3571337"/>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321" name="任意多边形: 形状 109"/>
          <p:cNvSpPr/>
          <p:nvPr/>
        </p:nvSpPr>
        <p:spPr>
          <a:xfrm flipH="1" rot="10506000">
            <a:off x="9254520" y="-117360"/>
            <a:ext cx="2799720" cy="3339000"/>
          </a:xfrm>
          <a:custGeom>
            <a:avLst/>
            <a:gdLst>
              <a:gd name="textAreaLeft" fmla="*/ 720 w 2799720"/>
              <a:gd name="textAreaRight" fmla="*/ 2801880 w 2799720"/>
              <a:gd name="textAreaTop" fmla="*/ 0 h 3339000"/>
              <a:gd name="textAreaBottom" fmla="*/ 3340440 h 3339000"/>
              <a:gd name="GluePoint1X" fmla="*/ 2907576 w 2999016"/>
              <a:gd name="GluePoint1Y" fmla="*/ 1242950 h 3340194"/>
              <a:gd name="GluePoint2X" fmla="*/ 2800924 w 2999016"/>
              <a:gd name="GluePoint2Y" fmla="*/ 0 h 3340194"/>
              <a:gd name="GluePoint3X" fmla="*/ 2526951 w 2999016"/>
              <a:gd name="GluePoint3Y" fmla="*/ 65921 h 3340194"/>
              <a:gd name="GluePoint4X" fmla="*/ 12994 w 2999016"/>
              <a:gd name="GluePoint4Y" fmla="*/ 3082818 h 3340194"/>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2800924" h="3340194">
                <a:moveTo>
                  <a:pt x="2800924" y="0"/>
                </a:moveTo>
                <a:lnTo>
                  <a:pt x="2526951" y="65921"/>
                </a:lnTo>
                <a:cubicBezTo>
                  <a:pt x="1174950" y="459042"/>
                  <a:pt x="159259" y="1642401"/>
                  <a:pt x="12994" y="3082818"/>
                </a:cubicBezTo>
                <a:lnTo>
                  <a:pt x="0" y="3340194"/>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322" name="任意多边形: 形状 106"/>
          <p:cNvSpPr/>
          <p:nvPr/>
        </p:nvSpPr>
        <p:spPr>
          <a:xfrm flipH="1" rot="10506000">
            <a:off x="9437400" y="-108000"/>
            <a:ext cx="2624760" cy="3130920"/>
          </a:xfrm>
          <a:custGeom>
            <a:avLst/>
            <a:gdLst>
              <a:gd name="textAreaLeft" fmla="*/ 720 w 2624760"/>
              <a:gd name="textAreaRight" fmla="*/ 2626920 w 2624760"/>
              <a:gd name="textAreaTop" fmla="*/ 0 h 3130920"/>
              <a:gd name="textAreaBottom" fmla="*/ 3132360 h 3130920"/>
              <a:gd name="GluePoint1X" fmla="*/ 2737327 w 2828767"/>
              <a:gd name="GluePoint1Y" fmla="*/ 1294665 h 3132161"/>
              <a:gd name="GluePoint2X" fmla="*/ 2626238 w 2828767"/>
              <a:gd name="GluePoint2Y" fmla="*/ 0 h 3132161"/>
              <a:gd name="GluePoint3X" fmla="*/ 2389046 w 2828767"/>
              <a:gd name="GluePoint3Y" fmla="*/ 57071 h 3132161"/>
              <a:gd name="GluePoint4X" fmla="*/ 11184 w 2828767"/>
              <a:gd name="GluePoint4Y" fmla="*/ 2910647 h 3132161"/>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2626238" h="3132161">
                <a:moveTo>
                  <a:pt x="2626238" y="0"/>
                </a:moveTo>
                <a:lnTo>
                  <a:pt x="2389046" y="57071"/>
                </a:lnTo>
                <a:cubicBezTo>
                  <a:pt x="1110238" y="428910"/>
                  <a:pt x="149531" y="1548208"/>
                  <a:pt x="11184" y="2910647"/>
                </a:cubicBezTo>
                <a:lnTo>
                  <a:pt x="0" y="3132161"/>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323" name="任意多边形: 形状 100"/>
          <p:cNvSpPr/>
          <p:nvPr/>
        </p:nvSpPr>
        <p:spPr>
          <a:xfrm flipH="1" rot="10506000">
            <a:off x="9608760" y="-102600"/>
            <a:ext cx="2462400" cy="2937960"/>
          </a:xfrm>
          <a:custGeom>
            <a:avLst/>
            <a:gdLst>
              <a:gd name="textAreaLeft" fmla="*/ -720 w 2462400"/>
              <a:gd name="textAreaRight" fmla="*/ 2463120 w 2462400"/>
              <a:gd name="textAreaTop" fmla="*/ 0 h 2937960"/>
              <a:gd name="textAreaBottom" fmla="*/ 2939400 h 2937960"/>
              <a:gd name="GluePoint1X" fmla="*/ 3712449 w 3831197"/>
              <a:gd name="GluePoint1Y" fmla="*/ 152245 h 2962385"/>
              <a:gd name="GluePoint2X" fmla="*/ 3831197 w 3831197"/>
              <a:gd name="GluePoint2Y" fmla="*/ 25916 h 2962385"/>
              <a:gd name="GluePoint3X" fmla="*/ 3699385 w 3831197"/>
              <a:gd name="GluePoint3Y" fmla="*/ 0 h 2962385"/>
              <a:gd name="GluePoint4X" fmla="*/ 3712449 w 3831197"/>
              <a:gd name="GluePoint4Y" fmla="*/ 152245 h 2962385"/>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2463816" h="2938740">
                <a:moveTo>
                  <a:pt x="2463816" y="0"/>
                </a:moveTo>
                <a:lnTo>
                  <a:pt x="2260826" y="48842"/>
                </a:lnTo>
                <a:cubicBezTo>
                  <a:pt x="1050068" y="400893"/>
                  <a:pt x="140486" y="1460628"/>
                  <a:pt x="9502" y="2750565"/>
                </a:cubicBezTo>
                <a:lnTo>
                  <a:pt x="0" y="2938740"/>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324" name="任意多边形: 形状 103"/>
          <p:cNvSpPr/>
          <p:nvPr/>
        </p:nvSpPr>
        <p:spPr>
          <a:xfrm flipH="1" rot="10506000">
            <a:off x="9788400" y="-93600"/>
            <a:ext cx="2291040" cy="2733480"/>
          </a:xfrm>
          <a:custGeom>
            <a:avLst/>
            <a:gdLst>
              <a:gd name="textAreaLeft" fmla="*/ -720 w 2291040"/>
              <a:gd name="textAreaRight" fmla="*/ 2291760 w 2291040"/>
              <a:gd name="textAreaTop" fmla="*/ 0 h 2733480"/>
              <a:gd name="textAreaBottom" fmla="*/ 2734920 h 2733480"/>
              <a:gd name="GluePoint1X" fmla="*/ 3543454 w 3550854"/>
              <a:gd name="GluePoint1Y" fmla="*/ 174590 h 2755357"/>
              <a:gd name="GluePoint2X" fmla="*/ 3550854 w 3550854"/>
              <a:gd name="GluePoint2Y" fmla="*/ 3416 h 2755357"/>
              <a:gd name="GluePoint3X" fmla="*/ 3528473 w 3550854"/>
              <a:gd name="GluePoint3Y" fmla="*/ 0 h 2755357"/>
              <a:gd name="GluePoint4X" fmla="*/ 3543454 w 3550854"/>
              <a:gd name="GluePoint4Y" fmla="*/ 174590 h 2755357"/>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2292632" h="2734880">
                <a:moveTo>
                  <a:pt x="2292632" y="0"/>
                </a:moveTo>
                <a:lnTo>
                  <a:pt x="2125687" y="40169"/>
                </a:lnTo>
                <a:cubicBezTo>
                  <a:pt x="986652" y="371366"/>
                  <a:pt x="130951" y="1368324"/>
                  <a:pt x="7726" y="2581848"/>
                </a:cubicBezTo>
                <a:lnTo>
                  <a:pt x="0" y="2734880"/>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325" name="任意多边形: 形状 94"/>
          <p:cNvSpPr/>
          <p:nvPr/>
        </p:nvSpPr>
        <p:spPr>
          <a:xfrm flipH="1" rot="10506000">
            <a:off x="9949320" y="-86040"/>
            <a:ext cx="2137320" cy="2549880"/>
          </a:xfrm>
          <a:custGeom>
            <a:avLst/>
            <a:gdLst>
              <a:gd name="textAreaLeft" fmla="*/ 720 w 2137320"/>
              <a:gd name="textAreaRight" fmla="*/ 2139480 w 2137320"/>
              <a:gd name="textAreaTop" fmla="*/ 0 h 2549880"/>
              <a:gd name="textAreaBottom" fmla="*/ 2551320 h 2549880"/>
              <a:gd name="GluePoint1X" fmla="*/ 3390617 w 3390617"/>
              <a:gd name="GluePoint1Y" fmla="*/ 183198 h 2566238"/>
              <a:gd name="GluePoint2X" fmla="*/ 3374898 w 3390617"/>
              <a:gd name="GluePoint2Y" fmla="*/ 0 h 2566238"/>
              <a:gd name="GluePoint3X" fmla="*/ 3390617 w 3390617"/>
              <a:gd name="GluePoint3Y" fmla="*/ 183198 h 2566238"/>
              <a:gd name="GluePoint4X" fmla="*/ 0 w 3390617"/>
              <a:gd name="GluePoint4Y" fmla="*/ 2566238 h 2566238"/>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2138572" h="2551414">
                <a:moveTo>
                  <a:pt x="2138572" y="0"/>
                </a:moveTo>
                <a:lnTo>
                  <a:pt x="2004062" y="32364"/>
                </a:lnTo>
                <a:cubicBezTo>
                  <a:pt x="929578" y="344792"/>
                  <a:pt x="122371" y="1285252"/>
                  <a:pt x="6130" y="2430004"/>
                </a:cubicBezTo>
                <a:lnTo>
                  <a:pt x="0" y="2551414"/>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326" name="任意多边形: 形状 97"/>
          <p:cNvSpPr/>
          <p:nvPr/>
        </p:nvSpPr>
        <p:spPr>
          <a:xfrm flipH="1" rot="10506000">
            <a:off x="10101240" y="-80280"/>
            <a:ext cx="1993680" cy="2379240"/>
          </a:xfrm>
          <a:custGeom>
            <a:avLst/>
            <a:gdLst>
              <a:gd name="textAreaLeft" fmla="*/ -720 w 1993680"/>
              <a:gd name="textAreaRight" fmla="*/ 1994400 w 1993680"/>
              <a:gd name="textAreaTop" fmla="*/ 0 h 2379240"/>
              <a:gd name="textAreaBottom" fmla="*/ 2380680 h 2379240"/>
              <a:gd name="GluePoint1X" fmla="*/ 3247441 w 3247441"/>
              <a:gd name="GluePoint1Y" fmla="*/ 176150 h 2388211"/>
              <a:gd name="GluePoint2X" fmla="*/ 3232327 w 3247441"/>
              <a:gd name="GluePoint2Y" fmla="*/ 0 h 2388211"/>
              <a:gd name="GluePoint3X" fmla="*/ 3247441 w 3247441"/>
              <a:gd name="GluePoint3Y" fmla="*/ 176150 h 2388211"/>
              <a:gd name="GluePoint4X" fmla="*/ 0 w 3247441"/>
              <a:gd name="GluePoint4Y" fmla="*/ 2388211 h 2388211"/>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1995359" h="2380863">
                <a:moveTo>
                  <a:pt x="1995359" y="0"/>
                </a:moveTo>
                <a:lnTo>
                  <a:pt x="1891005" y="25109"/>
                </a:lnTo>
                <a:cubicBezTo>
                  <a:pt x="876524" y="320088"/>
                  <a:pt x="114395" y="1208028"/>
                  <a:pt x="4645" y="2288853"/>
                </a:cubicBezTo>
                <a:lnTo>
                  <a:pt x="0" y="2380863"/>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327" name="任意多边形: 形状 91"/>
          <p:cNvSpPr/>
          <p:nvPr/>
        </p:nvSpPr>
        <p:spPr>
          <a:xfrm flipH="1" rot="10506000">
            <a:off x="10251720" y="-73080"/>
            <a:ext cx="1848240" cy="2205000"/>
          </a:xfrm>
          <a:custGeom>
            <a:avLst/>
            <a:gdLst>
              <a:gd name="textAreaLeft" fmla="*/ -720 w 1848240"/>
              <a:gd name="textAreaRight" fmla="*/ 1848960 w 1848240"/>
              <a:gd name="textAreaTop" fmla="*/ 0 h 2205000"/>
              <a:gd name="textAreaBottom" fmla="*/ 2205360 h 2205000"/>
              <a:gd name="GluePoint1X" fmla="*/ 3101494 w 3221135"/>
              <a:gd name="GluePoint1Y" fmla="*/ 163645 h 2207585"/>
              <a:gd name="GluePoint2X" fmla="*/ 3221135 w 3221135"/>
              <a:gd name="GluePoint2Y" fmla="*/ 36184 h 2207585"/>
              <a:gd name="GluePoint3X" fmla="*/ 3087752 w 3221135"/>
              <a:gd name="GluePoint3Y" fmla="*/ 3494 h 2207585"/>
              <a:gd name="GluePoint4X" fmla="*/ 3101494 w 3221135"/>
              <a:gd name="GluePoint4Y" fmla="*/ 163645 h 2207585"/>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1849854" h="2207585">
                <a:moveTo>
                  <a:pt x="1849854" y="0"/>
                </a:moveTo>
                <a:lnTo>
                  <a:pt x="1776137" y="17738"/>
                </a:lnTo>
                <a:cubicBezTo>
                  <a:pt x="822621" y="294991"/>
                  <a:pt x="106291" y="1129571"/>
                  <a:pt x="3137" y="2145444"/>
                </a:cubicBezTo>
                <a:lnTo>
                  <a:pt x="0" y="2207585"/>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328" name="任意多边形: 形状 83"/>
          <p:cNvSpPr/>
          <p:nvPr/>
        </p:nvSpPr>
        <p:spPr>
          <a:xfrm flipH="1" rot="10506000">
            <a:off x="10416600" y="-65520"/>
            <a:ext cx="1691640" cy="2009520"/>
          </a:xfrm>
          <a:custGeom>
            <a:avLst/>
            <a:gdLst>
              <a:gd name="textAreaLeft" fmla="*/ 720 w 1691640"/>
              <a:gd name="textAreaRight" fmla="*/ 1693800 w 1691640"/>
              <a:gd name="textAreaTop" fmla="*/ 0 h 2009520"/>
              <a:gd name="textAreaBottom" fmla="*/ 2010600 h 2009520"/>
              <a:gd name="GluePoint1X" fmla="*/ 2942292 w 2983139"/>
              <a:gd name="GluePoint1Y" fmla="*/ 138056 h 2011644"/>
              <a:gd name="GluePoint2X" fmla="*/ 2983139 w 2983139"/>
              <a:gd name="GluePoint2Y" fmla="*/ 13891 h 2011644"/>
              <a:gd name="GluePoint3X" fmla="*/ 2930598 w 2983139"/>
              <a:gd name="GluePoint3Y" fmla="*/ 1780 h 2011644"/>
              <a:gd name="GluePoint4X" fmla="*/ 2942292 w 2983139"/>
              <a:gd name="GluePoint4Y" fmla="*/ 138056 h 2011644"/>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1692848" h="2011644">
                <a:moveTo>
                  <a:pt x="1692848" y="0"/>
                </a:moveTo>
                <a:lnTo>
                  <a:pt x="1450924" y="70211"/>
                </a:lnTo>
                <a:cubicBezTo>
                  <a:pt x="665008" y="380153"/>
                  <a:pt x="90124" y="1109131"/>
                  <a:pt x="1503" y="1981879"/>
                </a:cubicBezTo>
                <a:lnTo>
                  <a:pt x="0" y="2011644"/>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329" name="任意多边形: 形状 74"/>
          <p:cNvSpPr/>
          <p:nvPr/>
        </p:nvSpPr>
        <p:spPr>
          <a:xfrm flipH="1" rot="10506000">
            <a:off x="10728720" y="-54360"/>
            <a:ext cx="1395000" cy="1660320"/>
          </a:xfrm>
          <a:custGeom>
            <a:avLst/>
            <a:gdLst>
              <a:gd name="textAreaLeft" fmla="*/ 720 w 1395000"/>
              <a:gd name="textAreaRight" fmla="*/ 1397160 w 1395000"/>
              <a:gd name="textAreaTop" fmla="*/ 0 h 1660320"/>
              <a:gd name="textAreaBottom" fmla="*/ 1661760 h 1660320"/>
              <a:gd name="GluePoint1X" fmla="*/ 1396099 w 2676094"/>
              <a:gd name="GluePoint1Y" fmla="*/ 0 h 1662070"/>
              <a:gd name="GluePoint2X" fmla="*/ 1289233 w 2676094"/>
              <a:gd name="GluePoint2Y" fmla="*/ 28870 h 1662070"/>
              <a:gd name="GluePoint3X" fmla="*/ 25423 w 2676094"/>
              <a:gd name="GluePoint3Y" fmla="*/ 1495464 h 1662070"/>
              <a:gd name="GluePoint4X" fmla="*/ 0 w 2676094"/>
              <a:gd name="GluePoint4Y" fmla="*/ 1662070 h 1662070"/>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1396099" h="1662070">
                <a:moveTo>
                  <a:pt x="1396099" y="0"/>
                </a:moveTo>
                <a:lnTo>
                  <a:pt x="1289233" y="28870"/>
                </a:lnTo>
                <a:cubicBezTo>
                  <a:pt x="649948" y="262972"/>
                  <a:pt x="164425" y="816097"/>
                  <a:pt x="25423" y="1495464"/>
                </a:cubicBezTo>
                <a:lnTo>
                  <a:pt x="0" y="1662070"/>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330" name="任意多边形: 形状 77"/>
          <p:cNvSpPr/>
          <p:nvPr/>
        </p:nvSpPr>
        <p:spPr>
          <a:xfrm flipH="1" rot="10506000">
            <a:off x="10877040" y="-46440"/>
            <a:ext cx="1250640" cy="1492560"/>
          </a:xfrm>
          <a:custGeom>
            <a:avLst/>
            <a:gdLst>
              <a:gd name="textAreaLeft" fmla="*/ -720 w 1250640"/>
              <a:gd name="textAreaRight" fmla="*/ 1251360 w 1250640"/>
              <a:gd name="textAreaTop" fmla="*/ 0 h 1492560"/>
              <a:gd name="textAreaBottom" fmla="*/ 1494000 h 1492560"/>
              <a:gd name="GluePoint1X" fmla="*/ 1359023 w 1450463"/>
              <a:gd name="GluePoint1Y" fmla="*/ 1242430 h 1493935"/>
              <a:gd name="GluePoint2X" fmla="*/ 1252415 w 1450463"/>
              <a:gd name="GluePoint2Y" fmla="*/ 0 h 1493935"/>
              <a:gd name="GluePoint3X" fmla="*/ 1184988 w 1450463"/>
              <a:gd name="GluePoint3Y" fmla="*/ 18216 h 1493935"/>
              <a:gd name="GluePoint4X" fmla="*/ 18654 w 1450463"/>
              <a:gd name="GluePoint4Y" fmla="*/ 1371695 h 1493935"/>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1252415" h="1493935">
                <a:moveTo>
                  <a:pt x="1252415" y="0"/>
                </a:moveTo>
                <a:lnTo>
                  <a:pt x="1184988" y="18216"/>
                </a:lnTo>
                <a:cubicBezTo>
                  <a:pt x="595010" y="234262"/>
                  <a:pt x="146936" y="744726"/>
                  <a:pt x="18654" y="1371695"/>
                </a:cubicBezTo>
                <a:lnTo>
                  <a:pt x="0" y="1493935"/>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331" name="任意多边形: 形状 47"/>
          <p:cNvSpPr/>
          <p:nvPr/>
        </p:nvSpPr>
        <p:spPr>
          <a:xfrm flipH="1" rot="10506000">
            <a:off x="11979720" y="1080"/>
            <a:ext cx="200520" cy="240120"/>
          </a:xfrm>
          <a:custGeom>
            <a:avLst/>
            <a:gdLst>
              <a:gd name="textAreaLeft" fmla="*/ 720 w 200520"/>
              <a:gd name="textAreaRight" fmla="*/ 202680 w 200520"/>
              <a:gd name="textAreaTop" fmla="*/ 0 h 240120"/>
              <a:gd name="textAreaBottom" fmla="*/ 240480 h 240120"/>
              <a:gd name="GluePoint1X" fmla="*/ 221266 w 312706"/>
              <a:gd name="GluePoint1Y" fmla="*/ 223634 h 315074"/>
              <a:gd name="GluePoint2X" fmla="*/ 202077 w 312706"/>
              <a:gd name="GluePoint2Y" fmla="*/ 0 h 315074"/>
              <a:gd name="GluePoint3X" fmla="*/ 159333 w 312706"/>
              <a:gd name="GluePoint3Y" fmla="*/ 30379 h 315074"/>
              <a:gd name="GluePoint4X" fmla="*/ 41048 w 312706"/>
              <a:gd name="GluePoint4Y" fmla="*/ 166986 h 315074"/>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202077" h="242620">
                <a:moveTo>
                  <a:pt x="202077" y="0"/>
                </a:moveTo>
                <a:lnTo>
                  <a:pt x="159333" y="30379"/>
                </a:lnTo>
                <a:cubicBezTo>
                  <a:pt x="114688" y="70961"/>
                  <a:pt x="74931" y="116826"/>
                  <a:pt x="41048" y="166986"/>
                </a:cubicBezTo>
                <a:lnTo>
                  <a:pt x="0" y="242620"/>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332" name="任意多边形: 形状 53"/>
          <p:cNvSpPr/>
          <p:nvPr/>
        </p:nvSpPr>
        <p:spPr>
          <a:xfrm flipH="1" rot="10506000">
            <a:off x="11631600" y="-15480"/>
            <a:ext cx="533880" cy="645480"/>
          </a:xfrm>
          <a:custGeom>
            <a:avLst/>
            <a:gdLst>
              <a:gd name="textAreaLeft" fmla="*/ 720 w 533880"/>
              <a:gd name="textAreaRight" fmla="*/ 536040 w 533880"/>
              <a:gd name="textAreaTop" fmla="*/ 0 h 645480"/>
              <a:gd name="textAreaBottom" fmla="*/ 646920 h 645480"/>
              <a:gd name="GluePoint1X" fmla="*/ 586582 w 678022"/>
              <a:gd name="GluePoint1Y" fmla="*/ 596584 h 688024"/>
              <a:gd name="GluePoint2X" fmla="*/ 535392 w 678022"/>
              <a:gd name="GluePoint2Y" fmla="*/ 0 h 688024"/>
              <a:gd name="GluePoint3X" fmla="*/ 425863 w 678022"/>
              <a:gd name="GluePoint3Y" fmla="*/ 62963 h 688024"/>
              <a:gd name="GluePoint4X" fmla="*/ 33247 w 678022"/>
              <a:gd name="GluePoint4Y" fmla="*/ 539799 h 688024"/>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535392" h="646916">
                <a:moveTo>
                  <a:pt x="535392" y="0"/>
                </a:moveTo>
                <a:lnTo>
                  <a:pt x="425863" y="62963"/>
                </a:lnTo>
                <a:cubicBezTo>
                  <a:pt x="252910" y="179822"/>
                  <a:pt x="115502" y="345305"/>
                  <a:pt x="33247" y="539799"/>
                </a:cubicBezTo>
                <a:lnTo>
                  <a:pt x="0" y="646916"/>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333" name="任意多边形: 形状 50"/>
          <p:cNvSpPr/>
          <p:nvPr/>
        </p:nvSpPr>
        <p:spPr>
          <a:xfrm flipH="1" rot="10506000">
            <a:off x="11794320" y="-7560"/>
            <a:ext cx="377640" cy="455760"/>
          </a:xfrm>
          <a:custGeom>
            <a:avLst/>
            <a:gdLst>
              <a:gd name="textAreaLeft" fmla="*/ 720 w 377640"/>
              <a:gd name="textAreaRight" fmla="*/ 379800 w 377640"/>
              <a:gd name="textAreaTop" fmla="*/ 0 h 455760"/>
              <a:gd name="textAreaBottom" fmla="*/ 457200 h 455760"/>
              <a:gd name="GluePoint1X" fmla="*/ 415479 w 506919"/>
              <a:gd name="GluePoint1Y" fmla="*/ 421348 h 512788"/>
              <a:gd name="GluePoint2X" fmla="*/ 379325 w 506919"/>
              <a:gd name="GluePoint2Y" fmla="*/ 0 h 512788"/>
              <a:gd name="GluePoint3X" fmla="*/ 344103 w 506919"/>
              <a:gd name="GluePoint3Y" fmla="*/ 20248 h 512788"/>
              <a:gd name="GluePoint4X" fmla="*/ 9381 w 506919"/>
              <a:gd name="GluePoint4Y" fmla="*/ 426772 h 512788"/>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379325" h="456998">
                <a:moveTo>
                  <a:pt x="379325" y="0"/>
                </a:moveTo>
                <a:lnTo>
                  <a:pt x="344103" y="20248"/>
                </a:lnTo>
                <a:cubicBezTo>
                  <a:pt x="196654" y="119875"/>
                  <a:pt x="79507" y="260957"/>
                  <a:pt x="9381" y="426772"/>
                </a:cubicBezTo>
                <a:lnTo>
                  <a:pt x="0" y="456998"/>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334" name="任意多边形: 形状 65"/>
          <p:cNvSpPr/>
          <p:nvPr/>
        </p:nvSpPr>
        <p:spPr>
          <a:xfrm flipH="1" rot="10506000">
            <a:off x="11327760" y="-27360"/>
            <a:ext cx="824040" cy="984240"/>
          </a:xfrm>
          <a:custGeom>
            <a:avLst/>
            <a:gdLst>
              <a:gd name="textAreaLeft" fmla="*/ 720 w 824040"/>
              <a:gd name="textAreaRight" fmla="*/ 826200 w 824040"/>
              <a:gd name="textAreaTop" fmla="*/ 0 h 984240"/>
              <a:gd name="textAreaBottom" fmla="*/ 985680 h 984240"/>
              <a:gd name="GluePoint1X" fmla="*/ 903428 w 994868"/>
              <a:gd name="GluePoint1Y" fmla="*/ 908160 h 999600"/>
              <a:gd name="GluePoint2X" fmla="*/ 825503 w 994868"/>
              <a:gd name="GluePoint2Y" fmla="*/ 0 h 999600"/>
              <a:gd name="GluePoint3X" fmla="*/ 750494 w 994868"/>
              <a:gd name="GluePoint3Y" fmla="*/ 29558 h 999600"/>
              <a:gd name="GluePoint4X" fmla="*/ 77440 w 994868"/>
              <a:gd name="GluePoint4Y" fmla="*/ 736181 h 999600"/>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825503" h="985679">
                <a:moveTo>
                  <a:pt x="825503" y="0"/>
                </a:moveTo>
                <a:lnTo>
                  <a:pt x="750494" y="29558"/>
                </a:lnTo>
                <a:cubicBezTo>
                  <a:pt x="448938" y="174881"/>
                  <a:pt x="208333" y="426677"/>
                  <a:pt x="77440" y="736181"/>
                </a:cubicBezTo>
                <a:lnTo>
                  <a:pt x="0" y="985679"/>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335" name="任意多边形: 形状 59"/>
          <p:cNvSpPr/>
          <p:nvPr/>
        </p:nvSpPr>
        <p:spPr>
          <a:xfrm flipH="1" rot="10506000">
            <a:off x="11481120" y="-20520"/>
            <a:ext cx="676080" cy="813960"/>
          </a:xfrm>
          <a:custGeom>
            <a:avLst/>
            <a:gdLst>
              <a:gd name="textAreaLeft" fmla="*/ -720 w 676080"/>
              <a:gd name="textAreaRight" fmla="*/ 676800 w 676080"/>
              <a:gd name="textAreaTop" fmla="*/ 0 h 813960"/>
              <a:gd name="textAreaBottom" fmla="*/ 815040 h 813960"/>
              <a:gd name="GluePoint1X" fmla="*/ 742235 w 833675"/>
              <a:gd name="GluePoint1Y" fmla="*/ 752012 h 843452"/>
              <a:gd name="GluePoint2X" fmla="*/ 677710 w 833675"/>
              <a:gd name="GluePoint2Y" fmla="*/ 0 h 843452"/>
              <a:gd name="GluePoint3X" fmla="*/ 654567 w 833675"/>
              <a:gd name="GluePoint3Y" fmla="*/ 9120 h 843452"/>
              <a:gd name="GluePoint4X" fmla="*/ 54956 w 833675"/>
              <a:gd name="GluePoint4Y" fmla="*/ 638637 h 843452"/>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677710" h="815699">
                <a:moveTo>
                  <a:pt x="677710" y="0"/>
                </a:moveTo>
                <a:lnTo>
                  <a:pt x="654567" y="9120"/>
                </a:lnTo>
                <a:cubicBezTo>
                  <a:pt x="385916" y="138585"/>
                  <a:pt x="171567" y="362905"/>
                  <a:pt x="54956" y="638637"/>
                </a:cubicBezTo>
                <a:lnTo>
                  <a:pt x="0" y="815699"/>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336" name="任意多边形: 形状 68"/>
          <p:cNvSpPr/>
          <p:nvPr/>
        </p:nvSpPr>
        <p:spPr>
          <a:xfrm flipH="1" rot="10506000">
            <a:off x="11038320" y="-39600"/>
            <a:ext cx="1100880" cy="1321200"/>
          </a:xfrm>
          <a:custGeom>
            <a:avLst/>
            <a:gdLst>
              <a:gd name="textAreaLeft" fmla="*/ -720 w 1100880"/>
              <a:gd name="textAreaRight" fmla="*/ 1101600 w 1100880"/>
              <a:gd name="textAreaTop" fmla="*/ 0 h 1321200"/>
              <a:gd name="textAreaBottom" fmla="*/ 1322640 h 1321200"/>
              <a:gd name="GluePoint1X" fmla="*/ 1204103 w 1295543"/>
              <a:gd name="GluePoint1Y" fmla="*/ 1187291 h 1322555"/>
              <a:gd name="GluePoint2X" fmla="*/ 1102227 w 1295543"/>
              <a:gd name="GluePoint2Y" fmla="*/ 0 h 1322555"/>
              <a:gd name="GluePoint3X" fmla="*/ 1074916 w 1295543"/>
              <a:gd name="GluePoint3Y" fmla="*/ 7378 h 1322555"/>
              <a:gd name="GluePoint4X" fmla="*/ 7737 w 1295543"/>
              <a:gd name="GluePoint4Y" fmla="*/ 1245792 h 1322555"/>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1102227" h="1322555">
                <a:moveTo>
                  <a:pt x="1102227" y="0"/>
                </a:moveTo>
                <a:lnTo>
                  <a:pt x="1074916" y="7378"/>
                </a:lnTo>
                <a:cubicBezTo>
                  <a:pt x="535095" y="205058"/>
                  <a:pt x="125113" y="672125"/>
                  <a:pt x="7737" y="1245792"/>
                </a:cubicBezTo>
                <a:lnTo>
                  <a:pt x="0" y="1322555"/>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337" name="任意多边形: 形状 71"/>
          <p:cNvSpPr/>
          <p:nvPr/>
        </p:nvSpPr>
        <p:spPr>
          <a:xfrm flipH="1" rot="10506000">
            <a:off x="11179800" y="-34560"/>
            <a:ext cx="963000" cy="1155240"/>
          </a:xfrm>
          <a:custGeom>
            <a:avLst/>
            <a:gdLst>
              <a:gd name="textAreaLeft" fmla="*/ 720 w 963000"/>
              <a:gd name="textAreaRight" fmla="*/ 965160 w 963000"/>
              <a:gd name="textAreaTop" fmla="*/ 0 h 1155240"/>
              <a:gd name="textAreaBottom" fmla="*/ 1156680 h 1155240"/>
              <a:gd name="GluePoint1X" fmla="*/ 1055982 w 1147422"/>
              <a:gd name="GluePoint1Y" fmla="*/ 1066021 h 1157461"/>
              <a:gd name="GluePoint2X" fmla="*/ 964511 w 1147422"/>
              <a:gd name="GluePoint2Y" fmla="*/ 0 h 1157461"/>
              <a:gd name="GluePoint3X" fmla="*/ 740170 w 1147422"/>
              <a:gd name="GluePoint3Y" fmla="*/ 104674 h 1157461"/>
              <a:gd name="GluePoint4X" fmla="*/ 3394 w 1147422"/>
              <a:gd name="GluePoint4Y" fmla="*/ 1122952 h 1157461"/>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964511" h="1156630">
                <a:moveTo>
                  <a:pt x="964511" y="0"/>
                </a:moveTo>
                <a:lnTo>
                  <a:pt x="740170" y="104674"/>
                </a:lnTo>
                <a:cubicBezTo>
                  <a:pt x="366685" y="319460"/>
                  <a:pt x="92491" y="687490"/>
                  <a:pt x="3394" y="1122952"/>
                </a:cubicBezTo>
                <a:lnTo>
                  <a:pt x="0" y="1156630"/>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338" name="KSO_TEMPLATE" hidden="1"/>
          <p:cNvSpPr/>
          <p:nvPr/>
        </p:nvSpPr>
        <p:spPr>
          <a:xfrm>
            <a:off x="0" y="0"/>
            <a:ext cx="360" cy="360"/>
          </a:xfrm>
          <a:prstGeom prst="rect">
            <a:avLst/>
          </a:prstGeom>
          <a:solidFill>
            <a:schemeClr val="accent1"/>
          </a:solidFill>
          <a:ln>
            <a:solidFill>
              <a:srgbClr val="ad822f"/>
            </a:solidFill>
          </a:ln>
        </p:spPr>
        <p:style>
          <a:lnRef idx="2">
            <a:schemeClr val="accent1">
              <a:shade val="50000"/>
            </a:schemeClr>
          </a:lnRef>
          <a:fillRef idx="1">
            <a:schemeClr val="accent1"/>
          </a:fillRef>
          <a:effectRef idx="0">
            <a:schemeClr val="accent1"/>
          </a:effectRef>
          <a:fontRef idx="minor"/>
        </p:style>
        <p:txBody>
          <a:bodyPr lIns="90000" rIns="90000" tIns="-44280" bIns="-44280" anchor="ctr">
            <a:noAutofit/>
          </a:bodyPr>
          <a:p>
            <a:pPr algn="ctr" defTabSz="914400">
              <a:lnSpc>
                <a:spcPct val="100000"/>
              </a:lnSpc>
            </a:pPr>
            <a:endParaRPr lang="en-US" sz="1800" b="0" u="none" strike="noStrike">
              <a:solidFill>
                <a:schemeClr val="lt1"/>
              </a:solidFill>
              <a:effectLst/>
              <a:uFillTx/>
              <a:latin typeface="Arial"/>
              <a:ea typeface="微软雅黑"/>
            </a:endParaRPr>
          </a:p>
        </p:txBody>
      </p:sp>
      <p:sp>
        <p:nvSpPr>
          <p:cNvPr id="339" name="PlaceHolder 1"/>
          <p:cNvSpPr>
            <a:spLocks noGrp="1"/>
          </p:cNvSpPr>
          <p:nvPr>
            <p:ph type="body"/>
          </p:nvPr>
        </p:nvSpPr>
        <p:spPr>
          <a:xfrm>
            <a:off x="695880" y="1301760"/>
            <a:ext cx="5322240" cy="410040"/>
          </a:xfrm>
          <a:prstGeom prst="rect">
            <a:avLst/>
          </a:prstGeom>
          <a:noFill/>
          <a:ln w="0">
            <a:noFill/>
          </a:ln>
        </p:spPr>
        <p:txBody>
          <a:bodyPr lIns="0" rIns="0" tIns="0" bIns="0" anchor="b">
            <a:normAutofit fontScale="92500" lnSpcReduction="9999"/>
          </a:bodyPr>
          <a:p>
            <a:pPr indent="0" defTabSz="914400">
              <a:lnSpc>
                <a:spcPct val="130000"/>
              </a:lnSpc>
              <a:spcBef>
                <a:spcPts val="1001"/>
              </a:spcBef>
              <a:buNone/>
              <a:tabLst>
                <a:tab algn="l" pos="0"/>
              </a:tabLst>
            </a:pPr>
            <a:r>
              <a:rPr lang="zh-CN" sz="2400" b="1" u="none" strike="noStrike">
                <a:solidFill>
                  <a:schemeClr val="dk1"/>
                </a:solidFill>
                <a:effectLst/>
                <a:uFillTx/>
                <a:latin typeface="Arial"/>
                <a:ea typeface="微软雅黑"/>
              </a:rPr>
              <a:t>单击此处编辑母版标题样式</a:t>
            </a:r>
            <a:endParaRPr lang="en-US" sz="2400" b="0" u="none" strike="noStrike">
              <a:solidFill>
                <a:srgbClr val="000000"/>
              </a:solidFill>
              <a:effectLst/>
              <a:uFillTx/>
              <a:latin typeface="Arial"/>
            </a:endParaRPr>
          </a:p>
        </p:txBody>
      </p:sp>
      <p:sp>
        <p:nvSpPr>
          <p:cNvPr id="340" name="PlaceHolder 2"/>
          <p:cNvSpPr>
            <a:spLocks noGrp="1"/>
          </p:cNvSpPr>
          <p:nvPr>
            <p:ph type="body"/>
          </p:nvPr>
        </p:nvSpPr>
        <p:spPr>
          <a:xfrm>
            <a:off x="695880" y="1875240"/>
            <a:ext cx="5322240" cy="4298760"/>
          </a:xfrm>
          <a:prstGeom prst="rect">
            <a:avLst/>
          </a:prstGeom>
          <a:noFill/>
          <a:ln w="0">
            <a:noFill/>
          </a:ln>
        </p:spPr>
        <p:txBody>
          <a:bodyPr lIns="0" rIns="0" tIns="0" bIns="0" anchor="t">
            <a:normAutofit/>
          </a:bodyPr>
          <a:p>
            <a:pPr marL="228600" indent="-228600" defTabSz="914400">
              <a:lnSpc>
                <a:spcPct val="130000"/>
              </a:lnSpc>
              <a:spcBef>
                <a:spcPts val="1001"/>
              </a:spcBef>
              <a:buClr>
                <a:srgbClr val="000000"/>
              </a:buClr>
              <a:buFont typeface="Arial"/>
              <a:buChar char="•"/>
            </a:pPr>
            <a:r>
              <a:rPr lang="zh-CN" sz="2200" b="0" u="none" strike="noStrike">
                <a:solidFill>
                  <a:schemeClr val="dk1"/>
                </a:solidFill>
                <a:effectLst/>
                <a:uFillTx/>
                <a:latin typeface="Arial"/>
                <a:ea typeface="微软雅黑"/>
              </a:rPr>
              <a:t>单击此处编辑母版文本样式</a:t>
            </a:r>
            <a:endParaRPr lang="en-US" sz="2200" b="0" u="none" strike="noStrike">
              <a:solidFill>
                <a:srgbClr val="000000"/>
              </a:solidFill>
              <a:effectLst/>
              <a:uFillTx/>
              <a:latin typeface="Arial"/>
            </a:endParaRPr>
          </a:p>
          <a:p>
            <a:pPr marL="538560" lvl="1" indent="-206280" defTabSz="914400">
              <a:lnSpc>
                <a:spcPct val="130000"/>
              </a:lnSpc>
              <a:buClr>
                <a:srgbClr val="595959"/>
              </a:buClr>
              <a:buFont typeface="Arial"/>
              <a:buChar char="•"/>
            </a:pPr>
            <a:r>
              <a:rPr lang="zh-CN" sz="2000" b="0" u="none" strike="noStrike">
                <a:solidFill>
                  <a:schemeClr val="dk1">
                    <a:lumMod val="65000"/>
                    <a:lumOff val="35000"/>
                  </a:schemeClr>
                </a:solidFill>
                <a:effectLst/>
                <a:uFillTx/>
                <a:latin typeface="Arial"/>
                <a:ea typeface="微软雅黑"/>
              </a:rPr>
              <a:t>第二级</a:t>
            </a:r>
            <a:endParaRPr lang="en-US" sz="2000" b="0" u="none" strike="noStrike">
              <a:solidFill>
                <a:srgbClr val="000000"/>
              </a:solidFill>
              <a:effectLst/>
              <a:uFillTx/>
              <a:latin typeface="Arial"/>
            </a:endParaRPr>
          </a:p>
          <a:p>
            <a:pPr marL="798840" lvl="2" indent="-162000" defTabSz="914400">
              <a:lnSpc>
                <a:spcPct val="130000"/>
              </a:lnSpc>
              <a:buClr>
                <a:srgbClr val="595959"/>
              </a:buClr>
              <a:buFont typeface="Arial"/>
              <a:buChar char="•"/>
            </a:pPr>
            <a:r>
              <a:rPr lang="zh-CN" sz="1800" b="0" u="none" strike="noStrike">
                <a:solidFill>
                  <a:schemeClr val="dk1">
                    <a:lumMod val="65000"/>
                    <a:lumOff val="35000"/>
                  </a:schemeClr>
                </a:solidFill>
                <a:effectLst/>
                <a:uFillTx/>
                <a:latin typeface="Arial"/>
                <a:ea typeface="微软雅黑"/>
              </a:rPr>
              <a:t>第三级</a:t>
            </a:r>
            <a:endParaRPr lang="en-US" sz="1800" b="0" u="none" strike="noStrike">
              <a:solidFill>
                <a:srgbClr val="000000"/>
              </a:solidFill>
              <a:effectLst/>
              <a:uFillTx/>
              <a:latin typeface="Arial"/>
            </a:endParaRPr>
          </a:p>
          <a:p>
            <a:pPr marL="1030680" lvl="3" indent="-149400" defTabSz="914400">
              <a:lnSpc>
                <a:spcPct val="130000"/>
              </a:lnSpc>
              <a:buClr>
                <a:srgbClr val="595959"/>
              </a:buClr>
              <a:buFont typeface="Arial"/>
              <a:buChar char="•"/>
            </a:pPr>
            <a:r>
              <a:rPr lang="zh-CN" sz="1600" b="0" u="none" strike="noStrike">
                <a:solidFill>
                  <a:schemeClr val="dk1">
                    <a:lumMod val="65000"/>
                    <a:lumOff val="35000"/>
                  </a:schemeClr>
                </a:solidFill>
                <a:effectLst/>
                <a:uFillTx/>
                <a:latin typeface="Arial"/>
                <a:ea typeface="微软雅黑"/>
              </a:rPr>
              <a:t>第四级</a:t>
            </a:r>
            <a:endParaRPr lang="en-US" sz="1600" b="0" u="none" strike="noStrike">
              <a:solidFill>
                <a:srgbClr val="000000"/>
              </a:solidFill>
              <a:effectLst/>
              <a:uFillTx/>
              <a:latin typeface="Arial"/>
            </a:endParaRPr>
          </a:p>
          <a:p>
            <a:pPr marL="1235160" lvl="4" indent="-127080" defTabSz="914400">
              <a:lnSpc>
                <a:spcPct val="130000"/>
              </a:lnSpc>
              <a:buClr>
                <a:srgbClr val="595959"/>
              </a:buClr>
              <a:buFont typeface="Arial"/>
              <a:buChar char="•"/>
            </a:pPr>
            <a:r>
              <a:rPr lang="zh-CN" sz="1400" b="0" u="none" strike="noStrike">
                <a:solidFill>
                  <a:schemeClr val="dk1">
                    <a:lumMod val="65000"/>
                    <a:lumOff val="35000"/>
                  </a:schemeClr>
                </a:solidFill>
                <a:effectLst/>
                <a:uFillTx/>
                <a:latin typeface="Arial"/>
                <a:ea typeface="微软雅黑"/>
              </a:rPr>
              <a:t>第五级</a:t>
            </a:r>
            <a:endParaRPr lang="en-US" sz="1400" b="0" u="none" strike="noStrike">
              <a:solidFill>
                <a:srgbClr val="000000"/>
              </a:solidFill>
              <a:effectLst/>
              <a:uFillTx/>
              <a:latin typeface="Arial"/>
            </a:endParaRPr>
          </a:p>
        </p:txBody>
      </p:sp>
      <p:sp>
        <p:nvSpPr>
          <p:cNvPr id="341" name="PlaceHolder 3"/>
          <p:cNvSpPr>
            <a:spLocks noGrp="1"/>
          </p:cNvSpPr>
          <p:nvPr>
            <p:ph type="body"/>
          </p:nvPr>
        </p:nvSpPr>
        <p:spPr>
          <a:xfrm>
            <a:off x="6172200" y="1301760"/>
            <a:ext cx="5322240" cy="410040"/>
          </a:xfrm>
          <a:prstGeom prst="rect">
            <a:avLst/>
          </a:prstGeom>
          <a:noFill/>
          <a:ln w="0">
            <a:noFill/>
          </a:ln>
        </p:spPr>
        <p:txBody>
          <a:bodyPr lIns="0" rIns="0" tIns="0" bIns="0" anchor="b">
            <a:normAutofit fontScale="92500" lnSpcReduction="9999"/>
          </a:bodyPr>
          <a:p>
            <a:pPr indent="0" defTabSz="914400">
              <a:lnSpc>
                <a:spcPct val="130000"/>
              </a:lnSpc>
              <a:spcBef>
                <a:spcPts val="1001"/>
              </a:spcBef>
              <a:buNone/>
              <a:tabLst>
                <a:tab algn="l" pos="0"/>
              </a:tabLst>
            </a:pPr>
            <a:r>
              <a:rPr lang="zh-CN" sz="2400" b="1" u="none" strike="noStrike">
                <a:solidFill>
                  <a:schemeClr val="dk1"/>
                </a:solidFill>
                <a:effectLst/>
                <a:uFillTx/>
                <a:latin typeface="Arial"/>
                <a:ea typeface="微软雅黑"/>
              </a:rPr>
              <a:t>单击此处编辑母版标题样式</a:t>
            </a:r>
            <a:endParaRPr lang="en-US" sz="2400" b="0" u="none" strike="noStrike">
              <a:solidFill>
                <a:srgbClr val="000000"/>
              </a:solidFill>
              <a:effectLst/>
              <a:uFillTx/>
              <a:latin typeface="Arial"/>
            </a:endParaRPr>
          </a:p>
        </p:txBody>
      </p:sp>
      <p:sp>
        <p:nvSpPr>
          <p:cNvPr id="342" name="PlaceHolder 4"/>
          <p:cNvSpPr>
            <a:spLocks noGrp="1"/>
          </p:cNvSpPr>
          <p:nvPr>
            <p:ph type="body"/>
          </p:nvPr>
        </p:nvSpPr>
        <p:spPr>
          <a:xfrm>
            <a:off x="6172200" y="1875240"/>
            <a:ext cx="5322240" cy="4298760"/>
          </a:xfrm>
          <a:prstGeom prst="rect">
            <a:avLst/>
          </a:prstGeom>
          <a:noFill/>
          <a:ln w="0">
            <a:noFill/>
          </a:ln>
        </p:spPr>
        <p:txBody>
          <a:bodyPr lIns="0" rIns="0" tIns="0" bIns="0" anchor="t">
            <a:normAutofit/>
          </a:bodyPr>
          <a:p>
            <a:pPr marL="228600" indent="-228600" defTabSz="914400">
              <a:lnSpc>
                <a:spcPct val="130000"/>
              </a:lnSpc>
              <a:spcBef>
                <a:spcPts val="1001"/>
              </a:spcBef>
              <a:buClr>
                <a:srgbClr val="000000"/>
              </a:buClr>
              <a:buFont typeface="Arial"/>
              <a:buChar char="•"/>
            </a:pPr>
            <a:r>
              <a:rPr lang="zh-CN" sz="2200" b="0" u="none" strike="noStrike">
                <a:solidFill>
                  <a:schemeClr val="dk1"/>
                </a:solidFill>
                <a:effectLst/>
                <a:uFillTx/>
                <a:latin typeface="Arial"/>
                <a:ea typeface="微软雅黑"/>
              </a:rPr>
              <a:t>单击此处编辑母版文本样式</a:t>
            </a:r>
            <a:endParaRPr lang="en-US" sz="2200" b="0" u="none" strike="noStrike">
              <a:solidFill>
                <a:srgbClr val="000000"/>
              </a:solidFill>
              <a:effectLst/>
              <a:uFillTx/>
              <a:latin typeface="Arial"/>
            </a:endParaRPr>
          </a:p>
          <a:p>
            <a:pPr marL="538560" lvl="1" indent="-206280" defTabSz="914400">
              <a:lnSpc>
                <a:spcPct val="130000"/>
              </a:lnSpc>
              <a:buClr>
                <a:srgbClr val="595959"/>
              </a:buClr>
              <a:buFont typeface="Arial"/>
              <a:buChar char="•"/>
            </a:pPr>
            <a:r>
              <a:rPr lang="zh-CN" sz="2000" b="0" u="none" strike="noStrike">
                <a:solidFill>
                  <a:schemeClr val="dk1">
                    <a:lumMod val="65000"/>
                    <a:lumOff val="35000"/>
                  </a:schemeClr>
                </a:solidFill>
                <a:effectLst/>
                <a:uFillTx/>
                <a:latin typeface="Arial"/>
                <a:ea typeface="微软雅黑"/>
              </a:rPr>
              <a:t>第二级</a:t>
            </a:r>
            <a:endParaRPr lang="en-US" sz="2000" b="0" u="none" strike="noStrike">
              <a:solidFill>
                <a:srgbClr val="000000"/>
              </a:solidFill>
              <a:effectLst/>
              <a:uFillTx/>
              <a:latin typeface="Arial"/>
            </a:endParaRPr>
          </a:p>
          <a:p>
            <a:pPr marL="798840" lvl="2" indent="-162000" defTabSz="914400">
              <a:lnSpc>
                <a:spcPct val="130000"/>
              </a:lnSpc>
              <a:buClr>
                <a:srgbClr val="595959"/>
              </a:buClr>
              <a:buFont typeface="Arial"/>
              <a:buChar char="•"/>
            </a:pPr>
            <a:r>
              <a:rPr lang="zh-CN" sz="1800" b="0" u="none" strike="noStrike">
                <a:solidFill>
                  <a:schemeClr val="dk1">
                    <a:lumMod val="65000"/>
                    <a:lumOff val="35000"/>
                  </a:schemeClr>
                </a:solidFill>
                <a:effectLst/>
                <a:uFillTx/>
                <a:latin typeface="Arial"/>
                <a:ea typeface="微软雅黑"/>
              </a:rPr>
              <a:t>第三级</a:t>
            </a:r>
            <a:endParaRPr lang="en-US" sz="1800" b="0" u="none" strike="noStrike">
              <a:solidFill>
                <a:srgbClr val="000000"/>
              </a:solidFill>
              <a:effectLst/>
              <a:uFillTx/>
              <a:latin typeface="Arial"/>
            </a:endParaRPr>
          </a:p>
          <a:p>
            <a:pPr marL="1030680" lvl="3" indent="-149400" defTabSz="914400">
              <a:lnSpc>
                <a:spcPct val="130000"/>
              </a:lnSpc>
              <a:buClr>
                <a:srgbClr val="595959"/>
              </a:buClr>
              <a:buFont typeface="Arial"/>
              <a:buChar char="•"/>
            </a:pPr>
            <a:r>
              <a:rPr lang="zh-CN" sz="1600" b="0" u="none" strike="noStrike">
                <a:solidFill>
                  <a:schemeClr val="dk1">
                    <a:lumMod val="65000"/>
                    <a:lumOff val="35000"/>
                  </a:schemeClr>
                </a:solidFill>
                <a:effectLst/>
                <a:uFillTx/>
                <a:latin typeface="Arial"/>
                <a:ea typeface="微软雅黑"/>
              </a:rPr>
              <a:t>第四级</a:t>
            </a:r>
            <a:endParaRPr lang="en-US" sz="1600" b="0" u="none" strike="noStrike">
              <a:solidFill>
                <a:srgbClr val="000000"/>
              </a:solidFill>
              <a:effectLst/>
              <a:uFillTx/>
              <a:latin typeface="Arial"/>
            </a:endParaRPr>
          </a:p>
          <a:p>
            <a:pPr marL="1235160" lvl="4" indent="-127080" defTabSz="914400">
              <a:lnSpc>
                <a:spcPct val="130000"/>
              </a:lnSpc>
              <a:buClr>
                <a:srgbClr val="595959"/>
              </a:buClr>
              <a:buFont typeface="Arial"/>
              <a:buChar char="•"/>
            </a:pPr>
            <a:r>
              <a:rPr lang="zh-CN" sz="1400" b="0" u="none" strike="noStrike">
                <a:solidFill>
                  <a:schemeClr val="dk1">
                    <a:lumMod val="65000"/>
                    <a:lumOff val="35000"/>
                  </a:schemeClr>
                </a:solidFill>
                <a:effectLst/>
                <a:uFillTx/>
                <a:latin typeface="Arial"/>
                <a:ea typeface="微软雅黑"/>
              </a:rPr>
              <a:t>第五级</a:t>
            </a:r>
            <a:endParaRPr lang="en-US" sz="1400" b="0" u="none" strike="noStrike">
              <a:solidFill>
                <a:srgbClr val="000000"/>
              </a:solidFill>
              <a:effectLst/>
              <a:uFillTx/>
              <a:latin typeface="Arial"/>
            </a:endParaRPr>
          </a:p>
        </p:txBody>
      </p:sp>
      <p:sp>
        <p:nvSpPr>
          <p:cNvPr id="343" name="PlaceHolder 5"/>
          <p:cNvSpPr>
            <a:spLocks noGrp="1"/>
          </p:cNvSpPr>
          <p:nvPr>
            <p:ph type="dt" idx="16"/>
          </p:nvPr>
        </p:nvSpPr>
        <p:spPr>
          <a:xfrm>
            <a:off x="695880" y="6356520"/>
            <a:ext cx="2741760" cy="363600"/>
          </a:xfrm>
          <a:prstGeom prst="rect">
            <a:avLst/>
          </a:prstGeom>
          <a:noFill/>
          <a:ln w="0">
            <a:noFill/>
          </a:ln>
        </p:spPr>
        <p:txBody>
          <a:bodyPr lIns="91440" rIns="91440" tIns="45720" bIns="45720" anchor="ctr">
            <a:normAutofit/>
          </a:bodyPr>
          <a:lstStyle>
            <a:lvl1pPr indent="0">
              <a:lnSpc>
                <a:spcPct val="100000"/>
              </a:lnSpc>
              <a:buNone/>
              <a:tabLst>
                <a:tab algn="l" pos="0"/>
              </a:tabLst>
              <a:defRPr lang="en-US" sz="1400" b="0" u="none" strike="noStrike">
                <a:solidFill>
                  <a:srgbClr val="000000"/>
                </a:solidFill>
                <a:effectLst/>
                <a:uFillTx/>
                <a:latin typeface="Times New Roman"/>
              </a:defRPr>
            </a:lvl1pPr>
          </a:lstStyle>
          <a:p>
            <a:pPr indent="0">
              <a:lnSpc>
                <a:spcPct val="100000"/>
              </a:lnSpc>
              <a:buNone/>
              <a:tabLst>
                <a:tab algn="l" pos="0"/>
              </a:tabLst>
            </a:pPr>
            <a:r>
              <a:rPr lang="en-US" sz="1400" b="0" u="none" strike="noStrike">
                <a:solidFill>
                  <a:srgbClr val="000000"/>
                </a:solidFill>
                <a:effectLst/>
                <a:uFillTx/>
                <a:latin typeface="Times New Roman"/>
              </a:rPr>
              <a:t>&lt;date/time&gt;</a:t>
            </a:r>
            <a:endParaRPr lang="en-US" sz="1400" b="0" u="none" strike="noStrike">
              <a:solidFill>
                <a:srgbClr val="000000"/>
              </a:solidFill>
              <a:effectLst/>
              <a:uFillTx/>
              <a:latin typeface="Times New Roman"/>
            </a:endParaRPr>
          </a:p>
        </p:txBody>
      </p:sp>
      <p:sp>
        <p:nvSpPr>
          <p:cNvPr id="344" name="PlaceHolder 6"/>
          <p:cNvSpPr>
            <a:spLocks noGrp="1"/>
          </p:cNvSpPr>
          <p:nvPr>
            <p:ph type="ftr" idx="17"/>
          </p:nvPr>
        </p:nvSpPr>
        <p:spPr>
          <a:xfrm>
            <a:off x="4038480" y="6356520"/>
            <a:ext cx="4113360" cy="36360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n-US" sz="1400" b="0" u="none" strike="noStrike">
                <a:solidFill>
                  <a:srgbClr val="000000"/>
                </a:solidFill>
                <a:effectLst/>
                <a:uFillTx/>
                <a:latin typeface="Times New Roman"/>
              </a:defRPr>
            </a:lvl1pPr>
          </a:lstStyle>
          <a:p>
            <a:pPr indent="0" algn="ctr">
              <a:lnSpc>
                <a:spcPct val="100000"/>
              </a:lnSpc>
              <a:buNone/>
              <a:tabLst>
                <a:tab algn="l" pos="0"/>
              </a:tabLst>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345" name="PlaceHolder 7"/>
          <p:cNvSpPr>
            <a:spLocks noGrp="1"/>
          </p:cNvSpPr>
          <p:nvPr>
            <p:ph type="sldNum" idx="18"/>
          </p:nvPr>
        </p:nvSpPr>
        <p:spPr>
          <a:xfrm>
            <a:off x="8754120" y="6356520"/>
            <a:ext cx="2741760" cy="363600"/>
          </a:xfrm>
          <a:prstGeom prst="rect">
            <a:avLst/>
          </a:prstGeom>
          <a:noFill/>
          <a:ln w="0">
            <a:noFill/>
          </a:ln>
        </p:spPr>
        <p:txBody>
          <a:bodyPr lIns="91440" rIns="91440" tIns="45720" bIns="45720" anchor="ctr">
            <a:normAutofit fontScale="70000" lnSpcReduction="19999"/>
          </a:bodyPr>
          <a:p>
            <a:pPr indent="0">
              <a:buNone/>
            </a:pPr>
            <a:endParaRPr lang="en-US" sz="1800" b="0" u="none" strike="noStrike">
              <a:solidFill>
                <a:srgbClr val="000000"/>
              </a:solidFill>
              <a:effectLst/>
              <a:uFillTx/>
              <a:latin typeface="Times New Roman"/>
            </a:endParaRPr>
          </a:p>
        </p:txBody>
      </p:sp>
      <p:sp>
        <p:nvSpPr>
          <p:cNvPr id="346" name="PlaceHolder 8"/>
          <p:cNvSpPr>
            <a:spLocks noGrp="1"/>
          </p:cNvSpPr>
          <p:nvPr>
            <p:ph type="title"/>
          </p:nvPr>
        </p:nvSpPr>
        <p:spPr>
          <a:xfrm>
            <a:off x="695880" y="360000"/>
            <a:ext cx="10798560" cy="718560"/>
          </a:xfrm>
          <a:prstGeom prst="rect">
            <a:avLst/>
          </a:prstGeom>
          <a:noFill/>
          <a:ln w="0">
            <a:noFill/>
          </a:ln>
        </p:spPr>
        <p:txBody>
          <a:bodyPr lIns="0" rIns="0" tIns="0" bIns="0" anchor="b">
            <a:noAutofit/>
          </a:bodyPr>
          <a:p>
            <a:pPr indent="0" defTabSz="914400">
              <a:lnSpc>
                <a:spcPct val="100000"/>
              </a:lnSpc>
              <a:buNone/>
              <a:tabLst>
                <a:tab algn="l" pos="0"/>
              </a:tabLst>
            </a:pPr>
            <a:r>
              <a:rPr lang="zh-CN" sz="3200" b="1" u="none" strike="noStrike">
                <a:solidFill>
                  <a:schemeClr val="dk1">
                    <a:lumMod val="75000"/>
                    <a:lumOff val="25000"/>
                  </a:schemeClr>
                </a:solidFill>
                <a:effectLst/>
                <a:uFillTx/>
                <a:latin typeface="Arial"/>
                <a:ea typeface="微软雅黑"/>
              </a:rPr>
              <a:t>单击此处编辑母版标题样式</a:t>
            </a:r>
            <a:endParaRPr lang="en-US" sz="3200" b="0" u="none" strike="noStrike">
              <a:solidFill>
                <a:srgbClr val="000000"/>
              </a:solidFill>
              <a:effectLst/>
              <a:uFillTx/>
              <a:latin typeface="Arial"/>
            </a:endParaRP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仅标题">
    <p:bg>
      <p:bgPr>
        <a:solidFill>
          <a:srgbClr val="fbf4ea"/>
        </a:solidFill>
      </p:bgPr>
    </p:bg>
    <p:spTree>
      <p:nvGrpSpPr>
        <p:cNvPr id="1" name=""/>
        <p:cNvGrpSpPr/>
        <p:nvPr/>
      </p:nvGrpSpPr>
      <p:grpSpPr>
        <a:xfrm>
          <a:off x="0" y="0"/>
          <a:ext cx="0" cy="0"/>
          <a:chOff x="0" y="0"/>
          <a:chExt cx="0" cy="0"/>
        </a:xfrm>
      </p:grpSpPr>
      <p:sp>
        <p:nvSpPr>
          <p:cNvPr id="347" name="任意多边形: 形状 80"/>
          <p:cNvSpPr/>
          <p:nvPr/>
        </p:nvSpPr>
        <p:spPr>
          <a:xfrm flipH="1" rot="10506000">
            <a:off x="10570680" y="-60480"/>
            <a:ext cx="1543680" cy="1835280"/>
          </a:xfrm>
          <a:custGeom>
            <a:avLst/>
            <a:gdLst>
              <a:gd name="textAreaLeft" fmla="*/ -720 w 1543680"/>
              <a:gd name="textAreaRight" fmla="*/ 1544400 w 1543680"/>
              <a:gd name="textAreaTop" fmla="*/ 0 h 1835280"/>
              <a:gd name="textAreaBottom" fmla="*/ 1836720 h 1835280"/>
              <a:gd name="GluePoint1X" fmla="*/ 2792134 w 2792134"/>
              <a:gd name="GluePoint1Y" fmla="*/ 114232 h 1836002"/>
              <a:gd name="GluePoint2X" fmla="*/ 2783173 w 2792134"/>
              <a:gd name="GluePoint2Y" fmla="*/ 9795 h 1836002"/>
              <a:gd name="GluePoint3X" fmla="*/ 2792134 w 2792134"/>
              <a:gd name="GluePoint3Y" fmla="*/ 114232 h 1836002"/>
              <a:gd name="GluePoint4X" fmla="*/ 0 w 2792134"/>
              <a:gd name="GluePoint4Y" fmla="*/ 1836002 h 1836002"/>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1544734" h="1836002">
                <a:moveTo>
                  <a:pt x="1544734" y="0"/>
                </a:moveTo>
                <a:lnTo>
                  <a:pt x="1397073" y="39891"/>
                </a:lnTo>
                <a:cubicBezTo>
                  <a:pt x="706781" y="292672"/>
                  <a:pt x="182520" y="889930"/>
                  <a:pt x="32427" y="1623501"/>
                </a:cubicBezTo>
                <a:lnTo>
                  <a:pt x="0" y="1836002"/>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348" name="任意多边形: 形状 4"/>
          <p:cNvSpPr/>
          <p:nvPr/>
        </p:nvSpPr>
        <p:spPr>
          <a:xfrm flipH="1" rot="10506000">
            <a:off x="7315560" y="3581280"/>
            <a:ext cx="1772280" cy="1882440"/>
          </a:xfrm>
          <a:custGeom>
            <a:avLst/>
            <a:gdLst>
              <a:gd name="textAreaLeft" fmla="*/ 720 w 1772280"/>
              <a:gd name="textAreaRight" fmla="*/ 1774440 w 1772280"/>
              <a:gd name="textAreaTop" fmla="*/ 0 h 1882440"/>
              <a:gd name="textAreaBottom" fmla="*/ 1883160 h 1882440"/>
              <a:gd name="GluePoint1X" fmla="*/ 1042541 w 1207728"/>
              <a:gd name="GluePoint1Y" fmla="*/ 79574 h 1283476"/>
              <a:gd name="GluePoint2X" fmla="*/ 1207728 w 1207728"/>
              <a:gd name="GluePoint2Y" fmla="*/ 0 h 1283476"/>
              <a:gd name="GluePoint3X" fmla="*/ 1136917 w 1207728"/>
              <a:gd name="GluePoint3Y" fmla="*/ 50355 h 1283476"/>
              <a:gd name="GluePoint4X" fmla="*/ 79165 w 1207728"/>
              <a:gd name="GluePoint4Y" fmla="*/ 1159992 h 1283476"/>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1207728" h="1283476">
                <a:moveTo>
                  <a:pt x="1207728" y="0"/>
                </a:moveTo>
                <a:lnTo>
                  <a:pt x="1136917" y="50355"/>
                </a:lnTo>
                <a:cubicBezTo>
                  <a:pt x="725367" y="358134"/>
                  <a:pt x="367298" y="733498"/>
                  <a:pt x="79165" y="1159992"/>
                </a:cubicBezTo>
                <a:lnTo>
                  <a:pt x="0" y="1283476"/>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349" name="任意多边形: 形状 5"/>
          <p:cNvSpPr/>
          <p:nvPr/>
        </p:nvSpPr>
        <p:spPr>
          <a:xfrm flipH="1" rot="10506000">
            <a:off x="7380720" y="710640"/>
            <a:ext cx="4323600" cy="4608000"/>
          </a:xfrm>
          <a:custGeom>
            <a:avLst/>
            <a:gdLst>
              <a:gd name="textAreaLeft" fmla="*/ -720 w 4323600"/>
              <a:gd name="textAreaRight" fmla="*/ 4324320 w 4323600"/>
              <a:gd name="textAreaTop" fmla="*/ 0 h 4608000"/>
              <a:gd name="textAreaBottom" fmla="*/ 4609440 h 4608000"/>
              <a:gd name="GluePoint1X" fmla="*/ 328916 w 3017844"/>
              <a:gd name="GluePoint1Y" fmla="*/ 2179446 h 3183247"/>
              <a:gd name="GluePoint2X" fmla="*/ 30466 w 3017844"/>
              <a:gd name="GluePoint2Y" fmla="*/ 3170046 h 3183247"/>
              <a:gd name="GluePoint3X" fmla="*/ 27504 w 3017844"/>
              <a:gd name="GluePoint3Y" fmla="*/ 3183247 h 3183247"/>
              <a:gd name="GluePoint4X" fmla="*/ 0 w 3017844"/>
              <a:gd name="GluePoint4Y" fmla="*/ 3138693 h 3183247"/>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2945236" h="3138693">
                <a:moveTo>
                  <a:pt x="0" y="3138693"/>
                </a:moveTo>
                <a:lnTo>
                  <a:pt x="1500" y="3126894"/>
                </a:lnTo>
                <a:cubicBezTo>
                  <a:pt x="231547" y="1621315"/>
                  <a:pt x="1347493" y="407251"/>
                  <a:pt x="2800676" y="33364"/>
                </a:cubicBezTo>
                <a:lnTo>
                  <a:pt x="2945236" y="0"/>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350" name="任意多边形: 形状 6"/>
          <p:cNvSpPr/>
          <p:nvPr/>
        </p:nvSpPr>
        <p:spPr>
          <a:xfrm flipH="1" rot="10506000">
            <a:off x="7542000" y="397440"/>
            <a:ext cx="4448160" cy="4739040"/>
          </a:xfrm>
          <a:custGeom>
            <a:avLst/>
            <a:gdLst>
              <a:gd name="textAreaLeft" fmla="*/ -720 w 4448160"/>
              <a:gd name="textAreaRight" fmla="*/ 4448880 w 4448160"/>
              <a:gd name="textAreaTop" fmla="*/ 0 h 4739040"/>
              <a:gd name="textAreaBottom" fmla="*/ 4740120 h 4739040"/>
              <a:gd name="GluePoint1X" fmla="*/ 2962086 w 3092451"/>
              <a:gd name="GluePoint1Y" fmla="*/ 9776 h 3270607"/>
              <a:gd name="GluePoint2X" fmla="*/ 3012498 w 3092451"/>
              <a:gd name="GluePoint2Y" fmla="*/ 0 h 3270607"/>
              <a:gd name="GluePoint3X" fmla="*/ 3092451 w 3092451"/>
              <a:gd name="GluePoint3Y" fmla="*/ 42327 h 3270607"/>
              <a:gd name="GluePoint4X" fmla="*/ 2952423 w 3092451"/>
              <a:gd name="GluePoint4Y" fmla="*/ 67333 h 3270607"/>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3030313" h="3228280">
                <a:moveTo>
                  <a:pt x="3030313" y="0"/>
                </a:moveTo>
                <a:lnTo>
                  <a:pt x="2890285" y="25006"/>
                </a:lnTo>
                <a:cubicBezTo>
                  <a:pt x="1348940" y="340411"/>
                  <a:pt x="162205" y="1629308"/>
                  <a:pt x="536" y="3221241"/>
                </a:cubicBezTo>
                <a:cubicBezTo>
                  <a:pt x="357" y="3223587"/>
                  <a:pt x="179" y="3225934"/>
                  <a:pt x="0" y="3228280"/>
                </a:cubicBez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351" name="任意多边形: 形状 127"/>
          <p:cNvSpPr/>
          <p:nvPr/>
        </p:nvSpPr>
        <p:spPr>
          <a:xfrm flipH="1" rot="10506000">
            <a:off x="8095320" y="-164880"/>
            <a:ext cx="3903840" cy="4644360"/>
          </a:xfrm>
          <a:custGeom>
            <a:avLst/>
            <a:gdLst>
              <a:gd name="textAreaLeft" fmla="*/ -720 w 3903840"/>
              <a:gd name="textAreaRight" fmla="*/ 3904560 w 3903840"/>
              <a:gd name="textAreaTop" fmla="*/ 0 h 4644360"/>
              <a:gd name="textAreaBottom" fmla="*/ 4645800 h 4644360"/>
              <a:gd name="GluePoint1X" fmla="*/ 3954163 w 4045603"/>
              <a:gd name="GluePoint1Y" fmla="*/ 567055 h 4646186"/>
              <a:gd name="GluePoint2X" fmla="*/ 3905507 w 4045603"/>
              <a:gd name="GluePoint2Y" fmla="*/ 0 h 4646186"/>
              <a:gd name="GluePoint3X" fmla="*/ 3567107 w 4045603"/>
              <a:gd name="GluePoint3Y" fmla="*/ 67546 h 4646186"/>
              <a:gd name="GluePoint4X" fmla="*/ 0 w 4045603"/>
              <a:gd name="GluePoint4Y" fmla="*/ 4644643 h 4646186"/>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3905507" h="4646186">
                <a:moveTo>
                  <a:pt x="3905507" y="0"/>
                </a:moveTo>
                <a:lnTo>
                  <a:pt x="3567107" y="67546"/>
                </a:lnTo>
                <a:cubicBezTo>
                  <a:pt x="1517708" y="581295"/>
                  <a:pt x="0" y="2435707"/>
                  <a:pt x="0" y="4644643"/>
                </a:cubicBezTo>
                <a:cubicBezTo>
                  <a:pt x="13" y="4645157"/>
                  <a:pt x="26" y="4645672"/>
                  <a:pt x="39" y="4646186"/>
                </a:cubicBez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352" name="任意多边形: 形状 124"/>
          <p:cNvSpPr/>
          <p:nvPr/>
        </p:nvSpPr>
        <p:spPr>
          <a:xfrm flipH="1" rot="10506000">
            <a:off x="8283240" y="-159120"/>
            <a:ext cx="3724200" cy="4434120"/>
          </a:xfrm>
          <a:custGeom>
            <a:avLst/>
            <a:gdLst>
              <a:gd name="textAreaLeft" fmla="*/ 720 w 3724200"/>
              <a:gd name="textAreaRight" fmla="*/ 3726360 w 3724200"/>
              <a:gd name="textAreaTop" fmla="*/ 0 h 4434120"/>
              <a:gd name="textAreaBottom" fmla="*/ 4435560 h 4434120"/>
              <a:gd name="GluePoint1X" fmla="*/ 3787180 w 3878620"/>
              <a:gd name="GluePoint1Y" fmla="*/ 715349 h 4435247"/>
              <a:gd name="GluePoint2X" fmla="*/ 3725799 w 3878620"/>
              <a:gd name="GluePoint2Y" fmla="*/ 0 h 4435247"/>
              <a:gd name="GluePoint3X" fmla="*/ 3665439 w 3878620"/>
              <a:gd name="GluePoint3Y" fmla="*/ 8632 h 4435247"/>
              <a:gd name="GluePoint4X" fmla="*/ 22575 w 3878620"/>
              <a:gd name="GluePoint4Y" fmla="*/ 3988117 h 4435247"/>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3725799" h="4435247">
                <a:moveTo>
                  <a:pt x="3725799" y="0"/>
                </a:moveTo>
                <a:lnTo>
                  <a:pt x="3665439" y="8632"/>
                </a:lnTo>
                <a:cubicBezTo>
                  <a:pt x="1725033" y="380466"/>
                  <a:pt x="225214" y="1992527"/>
                  <a:pt x="22575" y="3988117"/>
                </a:cubicBezTo>
                <a:lnTo>
                  <a:pt x="0" y="4435247"/>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353" name="任意多边形: 形状 9"/>
          <p:cNvSpPr/>
          <p:nvPr/>
        </p:nvSpPr>
        <p:spPr>
          <a:xfrm flipH="1" rot="10506000">
            <a:off x="7066440" y="2034000"/>
            <a:ext cx="3428280" cy="3656880"/>
          </a:xfrm>
          <a:custGeom>
            <a:avLst/>
            <a:gdLst>
              <a:gd name="textAreaLeft" fmla="*/ 720 w 3428280"/>
              <a:gd name="textAreaRight" fmla="*/ 3430440 w 3428280"/>
              <a:gd name="textAreaTop" fmla="*/ 0 h 3656880"/>
              <a:gd name="textAreaBottom" fmla="*/ 3657600 h 3656880"/>
              <a:gd name="GluePoint1X" fmla="*/ 2114901 w 2335534"/>
              <a:gd name="GluePoint1Y" fmla="*/ 14872 h 2491287"/>
              <a:gd name="GluePoint2X" fmla="*/ 2335534 w 2335534"/>
              <a:gd name="GluePoint2Y" fmla="*/ 0 h 2491287"/>
              <a:gd name="GluePoint3X" fmla="*/ 2166244 w 2335534"/>
              <a:gd name="GluePoint3Y" fmla="*/ 76534 h 2491287"/>
              <a:gd name="GluePoint4X" fmla="*/ 14436 w 2335534"/>
              <a:gd name="GluePoint4Y" fmla="*/ 2448623 h 2491287"/>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2335534" h="2491287">
                <a:moveTo>
                  <a:pt x="2335534" y="0"/>
                </a:moveTo>
                <a:lnTo>
                  <a:pt x="2166244" y="76534"/>
                </a:lnTo>
                <a:cubicBezTo>
                  <a:pt x="1174276" y="554513"/>
                  <a:pt x="396178" y="1406038"/>
                  <a:pt x="14436" y="2448623"/>
                </a:cubicBezTo>
                <a:lnTo>
                  <a:pt x="0" y="2491287"/>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354" name="任意多边形: 形状 16"/>
          <p:cNvSpPr/>
          <p:nvPr/>
        </p:nvSpPr>
        <p:spPr>
          <a:xfrm flipH="1" rot="10506000">
            <a:off x="7094880" y="2736720"/>
            <a:ext cx="2743200" cy="2936880"/>
          </a:xfrm>
          <a:custGeom>
            <a:avLst/>
            <a:gdLst>
              <a:gd name="textAreaLeft" fmla="*/ -720 w 2743200"/>
              <a:gd name="textAreaRight" fmla="*/ 2743920 w 2743200"/>
              <a:gd name="textAreaTop" fmla="*/ 0 h 2936880"/>
              <a:gd name="textAreaBottom" fmla="*/ 2938320 h 2936880"/>
              <a:gd name="GluePoint1X" fmla="*/ 720197 w 2006436"/>
              <a:gd name="GluePoint1Y" fmla="*/ 1027963 h 2148811"/>
              <a:gd name="GluePoint2X" fmla="*/ 14075 w 2006436"/>
              <a:gd name="GluePoint2Y" fmla="*/ 2123638 h 2148811"/>
              <a:gd name="GluePoint3X" fmla="*/ 0 w 2006436"/>
              <a:gd name="GluePoint3Y" fmla="*/ 2148811 h 2148811"/>
              <a:gd name="GluePoint4X" fmla="*/ 70 w 2006436"/>
              <a:gd name="GluePoint4Y" fmla="*/ 2009948 h 2148811"/>
              <a:gd name="GluePoint5X" fmla="*/ 1638 w 2006436"/>
              <a:gd name="GluePoint5Y" fmla="*/ 1999672 h 2148811"/>
            </a:gdLst>
            <a:ahLst/>
            <a:cxnLst>
              <a:cxn ang="0">
                <a:pos x="GluePoint1X" y="GluePoint1Y"/>
              </a:cxn>
              <a:cxn ang="0">
                <a:pos x="GluePoint2X" y="GluePoint2Y"/>
              </a:cxn>
              <a:cxn ang="0">
                <a:pos x="GluePoint3X" y="GluePoint3Y"/>
              </a:cxn>
              <a:cxn ang="0">
                <a:pos x="GluePoint4X" y="GluePoint4Y"/>
              </a:cxn>
              <a:cxn ang="0">
                <a:pos x="GluePoint5X" y="GluePoint5Y"/>
              </a:cxn>
            </a:cxnLst>
            <a:rect l="textAreaLeft" t="textAreaTop" r="textAreaRight" b="textAreaBottom"/>
            <a:pathLst>
              <a:path w="1869053" h="2000692">
                <a:moveTo>
                  <a:pt x="0" y="2000692"/>
                </a:moveTo>
                <a:lnTo>
                  <a:pt x="1568" y="1990416"/>
                </a:lnTo>
                <a:lnTo>
                  <a:pt x="15892" y="1958733"/>
                </a:lnTo>
                <a:cubicBezTo>
                  <a:pt x="389303" y="1183777"/>
                  <a:pt x="981584" y="534133"/>
                  <a:pt x="1712542" y="89993"/>
                </a:cubicBezTo>
                <a:lnTo>
                  <a:pt x="1869053" y="0"/>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355" name="任意多边形: 形状 17"/>
          <p:cNvSpPr/>
          <p:nvPr/>
        </p:nvSpPr>
        <p:spPr>
          <a:xfrm flipH="1" rot="10506000">
            <a:off x="7128360" y="1531800"/>
            <a:ext cx="3835080" cy="4082400"/>
          </a:xfrm>
          <a:custGeom>
            <a:avLst/>
            <a:gdLst>
              <a:gd name="textAreaLeft" fmla="*/ 720 w 3835080"/>
              <a:gd name="textAreaRight" fmla="*/ 3837240 w 3835080"/>
              <a:gd name="textAreaTop" fmla="*/ 0 h 4082400"/>
              <a:gd name="textAreaBottom" fmla="*/ 4083480 h 4082400"/>
              <a:gd name="GluePoint1X" fmla="*/ 2151789 w 2692052"/>
              <a:gd name="GluePoint1Y" fmla="*/ 261907 h 2832246"/>
              <a:gd name="GluePoint2X" fmla="*/ 1478689 w 2692052"/>
              <a:gd name="GluePoint2Y" fmla="*/ 661957 h 2832246"/>
              <a:gd name="GluePoint3X" fmla="*/ 964339 w 2692052"/>
              <a:gd name="GluePoint3Y" fmla="*/ 1150907 h 2832246"/>
              <a:gd name="GluePoint4X" fmla="*/ 564289 w 2692052"/>
              <a:gd name="GluePoint4Y" fmla="*/ 1633507 h 2832246"/>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2612863" h="2781134">
                <a:moveTo>
                  <a:pt x="0" y="2781134"/>
                </a:moveTo>
                <a:lnTo>
                  <a:pt x="35434" y="2656357"/>
                </a:lnTo>
                <a:cubicBezTo>
                  <a:pt x="414818" y="1436598"/>
                  <a:pt x="1348392" y="461005"/>
                  <a:pt x="2541633" y="24101"/>
                </a:cubicBezTo>
                <a:lnTo>
                  <a:pt x="2612863" y="0"/>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356" name="任意多边形: 形状 18"/>
          <p:cNvSpPr/>
          <p:nvPr/>
        </p:nvSpPr>
        <p:spPr>
          <a:xfrm flipH="1" rot="10506000">
            <a:off x="7241400" y="1079640"/>
            <a:ext cx="4133160" cy="4399200"/>
          </a:xfrm>
          <a:custGeom>
            <a:avLst/>
            <a:gdLst>
              <a:gd name="textAreaLeft" fmla="*/ 720 w 4133160"/>
              <a:gd name="textAreaRight" fmla="*/ 4135320 w 4133160"/>
              <a:gd name="textAreaTop" fmla="*/ 0 h 4399200"/>
              <a:gd name="textAreaBottom" fmla="*/ 4400640 h 4399200"/>
              <a:gd name="GluePoint1X" fmla="*/ 2644879 w 2852093"/>
              <a:gd name="GluePoint1Y" fmla="*/ 27487 h 3028139"/>
              <a:gd name="GluePoint2X" fmla="*/ 2740621 w 2852093"/>
              <a:gd name="GluePoint2Y" fmla="*/ 0 h 3028139"/>
              <a:gd name="GluePoint3X" fmla="*/ 2814697 w 2852093"/>
              <a:gd name="GluePoint3Y" fmla="*/ 17806 h 3028139"/>
              <a:gd name="GluePoint4X" fmla="*/ 2852093 w 2852093"/>
              <a:gd name="GluePoint4Y" fmla="*/ 31493 h 3028139"/>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2815694" h="2996646">
                <a:moveTo>
                  <a:pt x="2815694" y="0"/>
                </a:moveTo>
                <a:lnTo>
                  <a:pt x="2686366" y="36725"/>
                </a:lnTo>
                <a:cubicBezTo>
                  <a:pt x="1390883" y="439662"/>
                  <a:pt x="382022" y="1493150"/>
                  <a:pt x="41909" y="2815064"/>
                </a:cubicBezTo>
                <a:lnTo>
                  <a:pt x="0" y="2996646"/>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357" name="任意多边形: 形状 133"/>
          <p:cNvSpPr/>
          <p:nvPr/>
        </p:nvSpPr>
        <p:spPr>
          <a:xfrm flipH="1" rot="10506000">
            <a:off x="7709040" y="142920"/>
            <a:ext cx="4286520" cy="4781520"/>
          </a:xfrm>
          <a:custGeom>
            <a:avLst/>
            <a:gdLst>
              <a:gd name="textAreaLeft" fmla="*/ 720 w 4286520"/>
              <a:gd name="textAreaRight" fmla="*/ 4288680 w 4286520"/>
              <a:gd name="textAreaTop" fmla="*/ 0 h 4781520"/>
              <a:gd name="textAreaBottom" fmla="*/ 4782960 h 4781520"/>
              <a:gd name="GluePoint1X" fmla="*/ 4304865 w 4396305"/>
              <a:gd name="GluePoint1Y" fmla="*/ 195751 h 4782905"/>
              <a:gd name="GluePoint2X" fmla="*/ 4288068 w 4396305"/>
              <a:gd name="GluePoint2Y" fmla="*/ 0 h 4782905"/>
              <a:gd name="GluePoint3X" fmla="*/ 3928555 w 4396305"/>
              <a:gd name="GluePoint3Y" fmla="*/ 70602 h 4782905"/>
              <a:gd name="GluePoint4X" fmla="*/ 17839 w 4396305"/>
              <a:gd name="GluePoint4Y" fmla="*/ 4548292 h 4782905"/>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4288068" h="4782905">
                <a:moveTo>
                  <a:pt x="4288068" y="0"/>
                </a:moveTo>
                <a:lnTo>
                  <a:pt x="3928555" y="70602"/>
                </a:lnTo>
                <a:cubicBezTo>
                  <a:pt x="1835095" y="574619"/>
                  <a:pt x="240192" y="2358551"/>
                  <a:pt x="17839" y="4548292"/>
                </a:cubicBezTo>
                <a:lnTo>
                  <a:pt x="0" y="4782905"/>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358" name="任意多边形: 形状 130"/>
          <p:cNvSpPr/>
          <p:nvPr/>
        </p:nvSpPr>
        <p:spPr>
          <a:xfrm flipH="1" rot="10506000">
            <a:off x="7884720" y="-79920"/>
            <a:ext cx="4107600" cy="4792680"/>
          </a:xfrm>
          <a:custGeom>
            <a:avLst/>
            <a:gdLst>
              <a:gd name="textAreaLeft" fmla="*/ -720 w 4107600"/>
              <a:gd name="textAreaRight" fmla="*/ 4108320 w 4107600"/>
              <a:gd name="textAreaTop" fmla="*/ 0 h 4792680"/>
              <a:gd name="textAreaBottom" fmla="*/ 4794120 h 4792680"/>
              <a:gd name="GluePoint1X" fmla="*/ 4141638 w 4233078"/>
              <a:gd name="GluePoint1Y" fmla="*/ 380598 h 4794215"/>
              <a:gd name="GluePoint2X" fmla="*/ 4108980 w 4233078"/>
              <a:gd name="GluePoint2Y" fmla="*/ 0 h 4794215"/>
              <a:gd name="GluePoint3X" fmla="*/ 3989868 w 4233078"/>
              <a:gd name="GluePoint3Y" fmla="*/ 17610 h 4794215"/>
              <a:gd name="GluePoint4X" fmla="*/ 4531 w 4233078"/>
              <a:gd name="GluePoint4Y" fmla="*/ 4615010 h 4794215"/>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4108980" h="4794215">
                <a:moveTo>
                  <a:pt x="4108980" y="0"/>
                </a:moveTo>
                <a:lnTo>
                  <a:pt x="3989868" y="17610"/>
                </a:lnTo>
                <a:cubicBezTo>
                  <a:pt x="1795783" y="445192"/>
                  <a:pt x="120627" y="2324411"/>
                  <a:pt x="4531" y="4615010"/>
                </a:cubicBezTo>
                <a:cubicBezTo>
                  <a:pt x="3020" y="4674745"/>
                  <a:pt x="1511" y="4734480"/>
                  <a:pt x="0" y="4794215"/>
                </a:cubicBez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359" name="任意多边形: 形状 121"/>
          <p:cNvSpPr/>
          <p:nvPr/>
        </p:nvSpPr>
        <p:spPr>
          <a:xfrm flipH="1" rot="10506000">
            <a:off x="8479440" y="-151200"/>
            <a:ext cx="3537360" cy="4214160"/>
          </a:xfrm>
          <a:custGeom>
            <a:avLst/>
            <a:gdLst>
              <a:gd name="textAreaLeft" fmla="*/ -720 w 3537360"/>
              <a:gd name="textAreaRight" fmla="*/ 3538080 w 3537360"/>
              <a:gd name="textAreaTop" fmla="*/ 0 h 4214160"/>
              <a:gd name="textAreaBottom" fmla="*/ 4215600 h 4214160"/>
              <a:gd name="GluePoint1X" fmla="*/ 3612025 w 3703465"/>
              <a:gd name="GluePoint1Y" fmla="*/ 853309 h 4214790"/>
              <a:gd name="GluePoint2X" fmla="*/ 3538807 w 3703465"/>
              <a:gd name="GluePoint2Y" fmla="*/ 0 h 4214790"/>
              <a:gd name="GluePoint3X" fmla="*/ 3499564 w 3703465"/>
              <a:gd name="GluePoint3Y" fmla="*/ 5613 h 4214790"/>
              <a:gd name="GluePoint4X" fmla="*/ 20639 w 3703465"/>
              <a:gd name="GluePoint4Y" fmla="*/ 3806010 h 4214790"/>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3538807" h="4214790">
                <a:moveTo>
                  <a:pt x="3538807" y="0"/>
                </a:moveTo>
                <a:lnTo>
                  <a:pt x="3499564" y="5613"/>
                </a:lnTo>
                <a:cubicBezTo>
                  <a:pt x="1646482" y="360713"/>
                  <a:pt x="214158" y="1900228"/>
                  <a:pt x="20639" y="3806010"/>
                </a:cubicBezTo>
                <a:lnTo>
                  <a:pt x="0" y="4214790"/>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360" name="任意多边形: 形状 118"/>
          <p:cNvSpPr/>
          <p:nvPr/>
        </p:nvSpPr>
        <p:spPr>
          <a:xfrm flipH="1" rot="10506000">
            <a:off x="8676360" y="-141840"/>
            <a:ext cx="3349440" cy="3992040"/>
          </a:xfrm>
          <a:custGeom>
            <a:avLst/>
            <a:gdLst>
              <a:gd name="textAreaLeft" fmla="*/ -720 w 3349440"/>
              <a:gd name="textAreaRight" fmla="*/ 3350160 w 3349440"/>
              <a:gd name="textAreaTop" fmla="*/ 0 h 3992040"/>
              <a:gd name="textAreaBottom" fmla="*/ 3993480 h 3992040"/>
              <a:gd name="GluePoint1X" fmla="*/ 3435065 w 3526505"/>
              <a:gd name="GluePoint1Y" fmla="*/ 979859 h 3993354"/>
              <a:gd name="GluePoint2X" fmla="*/ 3350988 w 3526505"/>
              <a:gd name="GluePoint2Y" fmla="*/ 0 h 3993354"/>
              <a:gd name="GluePoint3X" fmla="*/ 3332955 w 3526505"/>
              <a:gd name="GluePoint3Y" fmla="*/ 2579 h 3993354"/>
              <a:gd name="GluePoint4X" fmla="*/ 18694 w 3526505"/>
              <a:gd name="GluePoint4Y" fmla="*/ 3623095 h 3993354"/>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3350988" h="3993354">
                <a:moveTo>
                  <a:pt x="3350988" y="0"/>
                </a:moveTo>
                <a:lnTo>
                  <a:pt x="3332955" y="2579"/>
                </a:lnTo>
                <a:cubicBezTo>
                  <a:pt x="1567581" y="340872"/>
                  <a:pt x="203053" y="1807517"/>
                  <a:pt x="18694" y="3623095"/>
                </a:cubicBezTo>
                <a:lnTo>
                  <a:pt x="0" y="3993354"/>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361" name="任意多边形: 形状 115"/>
          <p:cNvSpPr/>
          <p:nvPr/>
        </p:nvSpPr>
        <p:spPr>
          <a:xfrm flipH="1" rot="10506000">
            <a:off x="8872200" y="-132480"/>
            <a:ext cx="3163320" cy="3771360"/>
          </a:xfrm>
          <a:custGeom>
            <a:avLst/>
            <a:gdLst>
              <a:gd name="textAreaLeft" fmla="*/ 720 w 3163320"/>
              <a:gd name="textAreaRight" fmla="*/ 3165480 w 3163320"/>
              <a:gd name="textAreaTop" fmla="*/ 0 h 3771360"/>
              <a:gd name="textAreaBottom" fmla="*/ 3771720 h 3771360"/>
              <a:gd name="GluePoint1X" fmla="*/ 3257626 w 3349066"/>
              <a:gd name="GluePoint1Y" fmla="*/ 1081231 h 3773592"/>
              <a:gd name="GluePoint2X" fmla="*/ 3164851 w 3349066"/>
              <a:gd name="GluePoint2Y" fmla="*/ 0 h 3773592"/>
              <a:gd name="GluePoint3X" fmla="*/ 2814251 w 3349066"/>
              <a:gd name="GluePoint3Y" fmla="*/ 84359 h 3773592"/>
              <a:gd name="GluePoint4X" fmla="*/ 16767 w 3349066"/>
              <a:gd name="GluePoint4Y" fmla="*/ 3441508 h 3773592"/>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3164851" h="3773592">
                <a:moveTo>
                  <a:pt x="3164851" y="0"/>
                </a:moveTo>
                <a:lnTo>
                  <a:pt x="2814251" y="84359"/>
                </a:lnTo>
                <a:cubicBezTo>
                  <a:pt x="1309770" y="521817"/>
                  <a:pt x="179528" y="1838638"/>
                  <a:pt x="16767" y="3441508"/>
                </a:cubicBezTo>
                <a:lnTo>
                  <a:pt x="0" y="3773592"/>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362" name="任意多边形: 形状 112"/>
          <p:cNvSpPr/>
          <p:nvPr/>
        </p:nvSpPr>
        <p:spPr>
          <a:xfrm flipH="1" rot="10506000">
            <a:off x="9049680" y="-125640"/>
            <a:ext cx="2993760" cy="3569400"/>
          </a:xfrm>
          <a:custGeom>
            <a:avLst/>
            <a:gdLst>
              <a:gd name="textAreaLeft" fmla="*/ -720 w 2993760"/>
              <a:gd name="textAreaRight" fmla="*/ 2994480 w 2993760"/>
              <a:gd name="textAreaTop" fmla="*/ 0 h 3569400"/>
              <a:gd name="textAreaBottom" fmla="*/ 3570840 h 3569400"/>
              <a:gd name="GluePoint1X" fmla="*/ 3095132 w 3186572"/>
              <a:gd name="GluePoint1Y" fmla="*/ 1166743 h 3571337"/>
              <a:gd name="GluePoint2X" fmla="*/ 2995020 w 3186572"/>
              <a:gd name="GluePoint2Y" fmla="*/ 0 h 3571337"/>
              <a:gd name="GluePoint3X" fmla="*/ 2680178 w 3186572"/>
              <a:gd name="GluePoint3Y" fmla="*/ 75755 h 3571337"/>
              <a:gd name="GluePoint4X" fmla="*/ 15007 w 3186572"/>
              <a:gd name="GluePoint4Y" fmla="*/ 3274119 h 3571337"/>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2995020" h="3571337">
                <a:moveTo>
                  <a:pt x="2995020" y="0"/>
                </a:moveTo>
                <a:lnTo>
                  <a:pt x="2680178" y="75755"/>
                </a:lnTo>
                <a:cubicBezTo>
                  <a:pt x="1246854" y="492521"/>
                  <a:pt x="170070" y="1747060"/>
                  <a:pt x="15007" y="3274119"/>
                </a:cubicBezTo>
                <a:lnTo>
                  <a:pt x="0" y="3571337"/>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363" name="任意多边形: 形状 109"/>
          <p:cNvSpPr/>
          <p:nvPr/>
        </p:nvSpPr>
        <p:spPr>
          <a:xfrm flipH="1" rot="10506000">
            <a:off x="9254520" y="-117360"/>
            <a:ext cx="2799720" cy="3339000"/>
          </a:xfrm>
          <a:custGeom>
            <a:avLst/>
            <a:gdLst>
              <a:gd name="textAreaLeft" fmla="*/ 720 w 2799720"/>
              <a:gd name="textAreaRight" fmla="*/ 2801880 w 2799720"/>
              <a:gd name="textAreaTop" fmla="*/ 0 h 3339000"/>
              <a:gd name="textAreaBottom" fmla="*/ 3340440 h 3339000"/>
              <a:gd name="GluePoint1X" fmla="*/ 2907576 w 2999016"/>
              <a:gd name="GluePoint1Y" fmla="*/ 1242950 h 3340194"/>
              <a:gd name="GluePoint2X" fmla="*/ 2800924 w 2999016"/>
              <a:gd name="GluePoint2Y" fmla="*/ 0 h 3340194"/>
              <a:gd name="GluePoint3X" fmla="*/ 2526951 w 2999016"/>
              <a:gd name="GluePoint3Y" fmla="*/ 65921 h 3340194"/>
              <a:gd name="GluePoint4X" fmla="*/ 12994 w 2999016"/>
              <a:gd name="GluePoint4Y" fmla="*/ 3082818 h 3340194"/>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2800924" h="3340194">
                <a:moveTo>
                  <a:pt x="2800924" y="0"/>
                </a:moveTo>
                <a:lnTo>
                  <a:pt x="2526951" y="65921"/>
                </a:lnTo>
                <a:cubicBezTo>
                  <a:pt x="1174950" y="459042"/>
                  <a:pt x="159259" y="1642401"/>
                  <a:pt x="12994" y="3082818"/>
                </a:cubicBezTo>
                <a:lnTo>
                  <a:pt x="0" y="3340194"/>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364" name="任意多边形: 形状 106"/>
          <p:cNvSpPr/>
          <p:nvPr/>
        </p:nvSpPr>
        <p:spPr>
          <a:xfrm flipH="1" rot="10506000">
            <a:off x="9437400" y="-108000"/>
            <a:ext cx="2624760" cy="3130920"/>
          </a:xfrm>
          <a:custGeom>
            <a:avLst/>
            <a:gdLst>
              <a:gd name="textAreaLeft" fmla="*/ 720 w 2624760"/>
              <a:gd name="textAreaRight" fmla="*/ 2626920 w 2624760"/>
              <a:gd name="textAreaTop" fmla="*/ 0 h 3130920"/>
              <a:gd name="textAreaBottom" fmla="*/ 3132360 h 3130920"/>
              <a:gd name="GluePoint1X" fmla="*/ 2737327 w 2828767"/>
              <a:gd name="GluePoint1Y" fmla="*/ 1294665 h 3132161"/>
              <a:gd name="GluePoint2X" fmla="*/ 2626238 w 2828767"/>
              <a:gd name="GluePoint2Y" fmla="*/ 0 h 3132161"/>
              <a:gd name="GluePoint3X" fmla="*/ 2389046 w 2828767"/>
              <a:gd name="GluePoint3Y" fmla="*/ 57071 h 3132161"/>
              <a:gd name="GluePoint4X" fmla="*/ 11184 w 2828767"/>
              <a:gd name="GluePoint4Y" fmla="*/ 2910647 h 3132161"/>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2626238" h="3132161">
                <a:moveTo>
                  <a:pt x="2626238" y="0"/>
                </a:moveTo>
                <a:lnTo>
                  <a:pt x="2389046" y="57071"/>
                </a:lnTo>
                <a:cubicBezTo>
                  <a:pt x="1110238" y="428910"/>
                  <a:pt x="149531" y="1548208"/>
                  <a:pt x="11184" y="2910647"/>
                </a:cubicBezTo>
                <a:lnTo>
                  <a:pt x="0" y="3132161"/>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365" name="任意多边形: 形状 100"/>
          <p:cNvSpPr/>
          <p:nvPr/>
        </p:nvSpPr>
        <p:spPr>
          <a:xfrm flipH="1" rot="10506000">
            <a:off x="9608760" y="-102600"/>
            <a:ext cx="2462400" cy="2937960"/>
          </a:xfrm>
          <a:custGeom>
            <a:avLst/>
            <a:gdLst>
              <a:gd name="textAreaLeft" fmla="*/ -720 w 2462400"/>
              <a:gd name="textAreaRight" fmla="*/ 2463120 w 2462400"/>
              <a:gd name="textAreaTop" fmla="*/ 0 h 2937960"/>
              <a:gd name="textAreaBottom" fmla="*/ 2939400 h 2937960"/>
              <a:gd name="GluePoint1X" fmla="*/ 3712449 w 3831197"/>
              <a:gd name="GluePoint1Y" fmla="*/ 152245 h 2962385"/>
              <a:gd name="GluePoint2X" fmla="*/ 3831197 w 3831197"/>
              <a:gd name="GluePoint2Y" fmla="*/ 25916 h 2962385"/>
              <a:gd name="GluePoint3X" fmla="*/ 3699385 w 3831197"/>
              <a:gd name="GluePoint3Y" fmla="*/ 0 h 2962385"/>
              <a:gd name="GluePoint4X" fmla="*/ 3712449 w 3831197"/>
              <a:gd name="GluePoint4Y" fmla="*/ 152245 h 2962385"/>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2463816" h="2938740">
                <a:moveTo>
                  <a:pt x="2463816" y="0"/>
                </a:moveTo>
                <a:lnTo>
                  <a:pt x="2260826" y="48842"/>
                </a:lnTo>
                <a:cubicBezTo>
                  <a:pt x="1050068" y="400893"/>
                  <a:pt x="140486" y="1460628"/>
                  <a:pt x="9502" y="2750565"/>
                </a:cubicBezTo>
                <a:lnTo>
                  <a:pt x="0" y="2938740"/>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366" name="任意多边形: 形状 103"/>
          <p:cNvSpPr/>
          <p:nvPr/>
        </p:nvSpPr>
        <p:spPr>
          <a:xfrm flipH="1" rot="10506000">
            <a:off x="9788400" y="-93600"/>
            <a:ext cx="2291040" cy="2733480"/>
          </a:xfrm>
          <a:custGeom>
            <a:avLst/>
            <a:gdLst>
              <a:gd name="textAreaLeft" fmla="*/ -720 w 2291040"/>
              <a:gd name="textAreaRight" fmla="*/ 2291760 w 2291040"/>
              <a:gd name="textAreaTop" fmla="*/ 0 h 2733480"/>
              <a:gd name="textAreaBottom" fmla="*/ 2734920 h 2733480"/>
              <a:gd name="GluePoint1X" fmla="*/ 3543454 w 3550854"/>
              <a:gd name="GluePoint1Y" fmla="*/ 174590 h 2755357"/>
              <a:gd name="GluePoint2X" fmla="*/ 3550854 w 3550854"/>
              <a:gd name="GluePoint2Y" fmla="*/ 3416 h 2755357"/>
              <a:gd name="GluePoint3X" fmla="*/ 3528473 w 3550854"/>
              <a:gd name="GluePoint3Y" fmla="*/ 0 h 2755357"/>
              <a:gd name="GluePoint4X" fmla="*/ 3543454 w 3550854"/>
              <a:gd name="GluePoint4Y" fmla="*/ 174590 h 2755357"/>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2292632" h="2734880">
                <a:moveTo>
                  <a:pt x="2292632" y="0"/>
                </a:moveTo>
                <a:lnTo>
                  <a:pt x="2125687" y="40169"/>
                </a:lnTo>
                <a:cubicBezTo>
                  <a:pt x="986652" y="371366"/>
                  <a:pt x="130951" y="1368324"/>
                  <a:pt x="7726" y="2581848"/>
                </a:cubicBezTo>
                <a:lnTo>
                  <a:pt x="0" y="2734880"/>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367" name="任意多边形: 形状 94"/>
          <p:cNvSpPr/>
          <p:nvPr/>
        </p:nvSpPr>
        <p:spPr>
          <a:xfrm flipH="1" rot="10506000">
            <a:off x="9949320" y="-86040"/>
            <a:ext cx="2137320" cy="2549880"/>
          </a:xfrm>
          <a:custGeom>
            <a:avLst/>
            <a:gdLst>
              <a:gd name="textAreaLeft" fmla="*/ 720 w 2137320"/>
              <a:gd name="textAreaRight" fmla="*/ 2139480 w 2137320"/>
              <a:gd name="textAreaTop" fmla="*/ 0 h 2549880"/>
              <a:gd name="textAreaBottom" fmla="*/ 2551320 h 2549880"/>
              <a:gd name="GluePoint1X" fmla="*/ 3390617 w 3390617"/>
              <a:gd name="GluePoint1Y" fmla="*/ 183198 h 2566238"/>
              <a:gd name="GluePoint2X" fmla="*/ 3374898 w 3390617"/>
              <a:gd name="GluePoint2Y" fmla="*/ 0 h 2566238"/>
              <a:gd name="GluePoint3X" fmla="*/ 3390617 w 3390617"/>
              <a:gd name="GluePoint3Y" fmla="*/ 183198 h 2566238"/>
              <a:gd name="GluePoint4X" fmla="*/ 0 w 3390617"/>
              <a:gd name="GluePoint4Y" fmla="*/ 2566238 h 2566238"/>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2138572" h="2551414">
                <a:moveTo>
                  <a:pt x="2138572" y="0"/>
                </a:moveTo>
                <a:lnTo>
                  <a:pt x="2004062" y="32364"/>
                </a:lnTo>
                <a:cubicBezTo>
                  <a:pt x="929578" y="344792"/>
                  <a:pt x="122371" y="1285252"/>
                  <a:pt x="6130" y="2430004"/>
                </a:cubicBezTo>
                <a:lnTo>
                  <a:pt x="0" y="2551414"/>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368" name="任意多边形: 形状 97"/>
          <p:cNvSpPr/>
          <p:nvPr/>
        </p:nvSpPr>
        <p:spPr>
          <a:xfrm flipH="1" rot="10506000">
            <a:off x="10101240" y="-80280"/>
            <a:ext cx="1993680" cy="2379240"/>
          </a:xfrm>
          <a:custGeom>
            <a:avLst/>
            <a:gdLst>
              <a:gd name="textAreaLeft" fmla="*/ -720 w 1993680"/>
              <a:gd name="textAreaRight" fmla="*/ 1994400 w 1993680"/>
              <a:gd name="textAreaTop" fmla="*/ 0 h 2379240"/>
              <a:gd name="textAreaBottom" fmla="*/ 2380680 h 2379240"/>
              <a:gd name="GluePoint1X" fmla="*/ 3247441 w 3247441"/>
              <a:gd name="GluePoint1Y" fmla="*/ 176150 h 2388211"/>
              <a:gd name="GluePoint2X" fmla="*/ 3232327 w 3247441"/>
              <a:gd name="GluePoint2Y" fmla="*/ 0 h 2388211"/>
              <a:gd name="GluePoint3X" fmla="*/ 3247441 w 3247441"/>
              <a:gd name="GluePoint3Y" fmla="*/ 176150 h 2388211"/>
              <a:gd name="GluePoint4X" fmla="*/ 0 w 3247441"/>
              <a:gd name="GluePoint4Y" fmla="*/ 2388211 h 2388211"/>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1995359" h="2380863">
                <a:moveTo>
                  <a:pt x="1995359" y="0"/>
                </a:moveTo>
                <a:lnTo>
                  <a:pt x="1891005" y="25109"/>
                </a:lnTo>
                <a:cubicBezTo>
                  <a:pt x="876524" y="320088"/>
                  <a:pt x="114395" y="1208028"/>
                  <a:pt x="4645" y="2288853"/>
                </a:cubicBezTo>
                <a:lnTo>
                  <a:pt x="0" y="2380863"/>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369" name="任意多边形: 形状 91"/>
          <p:cNvSpPr/>
          <p:nvPr/>
        </p:nvSpPr>
        <p:spPr>
          <a:xfrm flipH="1" rot="10506000">
            <a:off x="10251720" y="-73080"/>
            <a:ext cx="1848240" cy="2205000"/>
          </a:xfrm>
          <a:custGeom>
            <a:avLst/>
            <a:gdLst>
              <a:gd name="textAreaLeft" fmla="*/ -720 w 1848240"/>
              <a:gd name="textAreaRight" fmla="*/ 1848960 w 1848240"/>
              <a:gd name="textAreaTop" fmla="*/ 0 h 2205000"/>
              <a:gd name="textAreaBottom" fmla="*/ 2205360 h 2205000"/>
              <a:gd name="GluePoint1X" fmla="*/ 3101494 w 3221135"/>
              <a:gd name="GluePoint1Y" fmla="*/ 163645 h 2207585"/>
              <a:gd name="GluePoint2X" fmla="*/ 3221135 w 3221135"/>
              <a:gd name="GluePoint2Y" fmla="*/ 36184 h 2207585"/>
              <a:gd name="GluePoint3X" fmla="*/ 3087752 w 3221135"/>
              <a:gd name="GluePoint3Y" fmla="*/ 3494 h 2207585"/>
              <a:gd name="GluePoint4X" fmla="*/ 3101494 w 3221135"/>
              <a:gd name="GluePoint4Y" fmla="*/ 163645 h 2207585"/>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1849854" h="2207585">
                <a:moveTo>
                  <a:pt x="1849854" y="0"/>
                </a:moveTo>
                <a:lnTo>
                  <a:pt x="1776137" y="17738"/>
                </a:lnTo>
                <a:cubicBezTo>
                  <a:pt x="822621" y="294991"/>
                  <a:pt x="106291" y="1129571"/>
                  <a:pt x="3137" y="2145444"/>
                </a:cubicBezTo>
                <a:lnTo>
                  <a:pt x="0" y="2207585"/>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370" name="任意多边形: 形状 83"/>
          <p:cNvSpPr/>
          <p:nvPr/>
        </p:nvSpPr>
        <p:spPr>
          <a:xfrm flipH="1" rot="10506000">
            <a:off x="10416600" y="-65520"/>
            <a:ext cx="1691640" cy="2009520"/>
          </a:xfrm>
          <a:custGeom>
            <a:avLst/>
            <a:gdLst>
              <a:gd name="textAreaLeft" fmla="*/ 720 w 1691640"/>
              <a:gd name="textAreaRight" fmla="*/ 1693800 w 1691640"/>
              <a:gd name="textAreaTop" fmla="*/ 0 h 2009520"/>
              <a:gd name="textAreaBottom" fmla="*/ 2010600 h 2009520"/>
              <a:gd name="GluePoint1X" fmla="*/ 2942292 w 2983139"/>
              <a:gd name="GluePoint1Y" fmla="*/ 138056 h 2011644"/>
              <a:gd name="GluePoint2X" fmla="*/ 2983139 w 2983139"/>
              <a:gd name="GluePoint2Y" fmla="*/ 13891 h 2011644"/>
              <a:gd name="GluePoint3X" fmla="*/ 2930598 w 2983139"/>
              <a:gd name="GluePoint3Y" fmla="*/ 1780 h 2011644"/>
              <a:gd name="GluePoint4X" fmla="*/ 2942292 w 2983139"/>
              <a:gd name="GluePoint4Y" fmla="*/ 138056 h 2011644"/>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1692848" h="2011644">
                <a:moveTo>
                  <a:pt x="1692848" y="0"/>
                </a:moveTo>
                <a:lnTo>
                  <a:pt x="1450924" y="70211"/>
                </a:lnTo>
                <a:cubicBezTo>
                  <a:pt x="665008" y="380153"/>
                  <a:pt x="90124" y="1109131"/>
                  <a:pt x="1503" y="1981879"/>
                </a:cubicBezTo>
                <a:lnTo>
                  <a:pt x="0" y="2011644"/>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371" name="任意多边形: 形状 74"/>
          <p:cNvSpPr/>
          <p:nvPr/>
        </p:nvSpPr>
        <p:spPr>
          <a:xfrm flipH="1" rot="10506000">
            <a:off x="10728720" y="-54360"/>
            <a:ext cx="1395000" cy="1660320"/>
          </a:xfrm>
          <a:custGeom>
            <a:avLst/>
            <a:gdLst>
              <a:gd name="textAreaLeft" fmla="*/ 720 w 1395000"/>
              <a:gd name="textAreaRight" fmla="*/ 1397160 w 1395000"/>
              <a:gd name="textAreaTop" fmla="*/ 0 h 1660320"/>
              <a:gd name="textAreaBottom" fmla="*/ 1661760 h 1660320"/>
              <a:gd name="GluePoint1X" fmla="*/ 1396099 w 2676094"/>
              <a:gd name="GluePoint1Y" fmla="*/ 0 h 1662070"/>
              <a:gd name="GluePoint2X" fmla="*/ 1289233 w 2676094"/>
              <a:gd name="GluePoint2Y" fmla="*/ 28870 h 1662070"/>
              <a:gd name="GluePoint3X" fmla="*/ 25423 w 2676094"/>
              <a:gd name="GluePoint3Y" fmla="*/ 1495464 h 1662070"/>
              <a:gd name="GluePoint4X" fmla="*/ 0 w 2676094"/>
              <a:gd name="GluePoint4Y" fmla="*/ 1662070 h 1662070"/>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1396099" h="1662070">
                <a:moveTo>
                  <a:pt x="1396099" y="0"/>
                </a:moveTo>
                <a:lnTo>
                  <a:pt x="1289233" y="28870"/>
                </a:lnTo>
                <a:cubicBezTo>
                  <a:pt x="649948" y="262972"/>
                  <a:pt x="164425" y="816097"/>
                  <a:pt x="25423" y="1495464"/>
                </a:cubicBezTo>
                <a:lnTo>
                  <a:pt x="0" y="1662070"/>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372" name="任意多边形: 形状 77"/>
          <p:cNvSpPr/>
          <p:nvPr/>
        </p:nvSpPr>
        <p:spPr>
          <a:xfrm flipH="1" rot="10506000">
            <a:off x="10877040" y="-46440"/>
            <a:ext cx="1250640" cy="1492560"/>
          </a:xfrm>
          <a:custGeom>
            <a:avLst/>
            <a:gdLst>
              <a:gd name="textAreaLeft" fmla="*/ -720 w 1250640"/>
              <a:gd name="textAreaRight" fmla="*/ 1251360 w 1250640"/>
              <a:gd name="textAreaTop" fmla="*/ 0 h 1492560"/>
              <a:gd name="textAreaBottom" fmla="*/ 1494000 h 1492560"/>
              <a:gd name="GluePoint1X" fmla="*/ 1359023 w 1450463"/>
              <a:gd name="GluePoint1Y" fmla="*/ 1242430 h 1493935"/>
              <a:gd name="GluePoint2X" fmla="*/ 1252415 w 1450463"/>
              <a:gd name="GluePoint2Y" fmla="*/ 0 h 1493935"/>
              <a:gd name="GluePoint3X" fmla="*/ 1184988 w 1450463"/>
              <a:gd name="GluePoint3Y" fmla="*/ 18216 h 1493935"/>
              <a:gd name="GluePoint4X" fmla="*/ 18654 w 1450463"/>
              <a:gd name="GluePoint4Y" fmla="*/ 1371695 h 1493935"/>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1252415" h="1493935">
                <a:moveTo>
                  <a:pt x="1252415" y="0"/>
                </a:moveTo>
                <a:lnTo>
                  <a:pt x="1184988" y="18216"/>
                </a:lnTo>
                <a:cubicBezTo>
                  <a:pt x="595010" y="234262"/>
                  <a:pt x="146936" y="744726"/>
                  <a:pt x="18654" y="1371695"/>
                </a:cubicBezTo>
                <a:lnTo>
                  <a:pt x="0" y="1493935"/>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373" name="任意多边形: 形状 47"/>
          <p:cNvSpPr/>
          <p:nvPr/>
        </p:nvSpPr>
        <p:spPr>
          <a:xfrm flipH="1" rot="10506000">
            <a:off x="11979720" y="1080"/>
            <a:ext cx="200520" cy="240120"/>
          </a:xfrm>
          <a:custGeom>
            <a:avLst/>
            <a:gdLst>
              <a:gd name="textAreaLeft" fmla="*/ 720 w 200520"/>
              <a:gd name="textAreaRight" fmla="*/ 202680 w 200520"/>
              <a:gd name="textAreaTop" fmla="*/ 0 h 240120"/>
              <a:gd name="textAreaBottom" fmla="*/ 240480 h 240120"/>
              <a:gd name="GluePoint1X" fmla="*/ 221266 w 312706"/>
              <a:gd name="GluePoint1Y" fmla="*/ 223634 h 315074"/>
              <a:gd name="GluePoint2X" fmla="*/ 202077 w 312706"/>
              <a:gd name="GluePoint2Y" fmla="*/ 0 h 315074"/>
              <a:gd name="GluePoint3X" fmla="*/ 159333 w 312706"/>
              <a:gd name="GluePoint3Y" fmla="*/ 30379 h 315074"/>
              <a:gd name="GluePoint4X" fmla="*/ 41048 w 312706"/>
              <a:gd name="GluePoint4Y" fmla="*/ 166986 h 315074"/>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202077" h="242620">
                <a:moveTo>
                  <a:pt x="202077" y="0"/>
                </a:moveTo>
                <a:lnTo>
                  <a:pt x="159333" y="30379"/>
                </a:lnTo>
                <a:cubicBezTo>
                  <a:pt x="114688" y="70961"/>
                  <a:pt x="74931" y="116826"/>
                  <a:pt x="41048" y="166986"/>
                </a:cubicBezTo>
                <a:lnTo>
                  <a:pt x="0" y="242620"/>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374" name="任意多边形: 形状 53"/>
          <p:cNvSpPr/>
          <p:nvPr/>
        </p:nvSpPr>
        <p:spPr>
          <a:xfrm flipH="1" rot="10506000">
            <a:off x="11631600" y="-15480"/>
            <a:ext cx="533880" cy="645480"/>
          </a:xfrm>
          <a:custGeom>
            <a:avLst/>
            <a:gdLst>
              <a:gd name="textAreaLeft" fmla="*/ 720 w 533880"/>
              <a:gd name="textAreaRight" fmla="*/ 536040 w 533880"/>
              <a:gd name="textAreaTop" fmla="*/ 0 h 645480"/>
              <a:gd name="textAreaBottom" fmla="*/ 646920 h 645480"/>
              <a:gd name="GluePoint1X" fmla="*/ 586582 w 678022"/>
              <a:gd name="GluePoint1Y" fmla="*/ 596584 h 688024"/>
              <a:gd name="GluePoint2X" fmla="*/ 535392 w 678022"/>
              <a:gd name="GluePoint2Y" fmla="*/ 0 h 688024"/>
              <a:gd name="GluePoint3X" fmla="*/ 425863 w 678022"/>
              <a:gd name="GluePoint3Y" fmla="*/ 62963 h 688024"/>
              <a:gd name="GluePoint4X" fmla="*/ 33247 w 678022"/>
              <a:gd name="GluePoint4Y" fmla="*/ 539799 h 688024"/>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535392" h="646916">
                <a:moveTo>
                  <a:pt x="535392" y="0"/>
                </a:moveTo>
                <a:lnTo>
                  <a:pt x="425863" y="62963"/>
                </a:lnTo>
                <a:cubicBezTo>
                  <a:pt x="252910" y="179822"/>
                  <a:pt x="115502" y="345305"/>
                  <a:pt x="33247" y="539799"/>
                </a:cubicBezTo>
                <a:lnTo>
                  <a:pt x="0" y="646916"/>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375" name="任意多边形: 形状 50"/>
          <p:cNvSpPr/>
          <p:nvPr/>
        </p:nvSpPr>
        <p:spPr>
          <a:xfrm flipH="1" rot="10506000">
            <a:off x="11794320" y="-7560"/>
            <a:ext cx="377640" cy="455760"/>
          </a:xfrm>
          <a:custGeom>
            <a:avLst/>
            <a:gdLst>
              <a:gd name="textAreaLeft" fmla="*/ 720 w 377640"/>
              <a:gd name="textAreaRight" fmla="*/ 379800 w 377640"/>
              <a:gd name="textAreaTop" fmla="*/ 0 h 455760"/>
              <a:gd name="textAreaBottom" fmla="*/ 457200 h 455760"/>
              <a:gd name="GluePoint1X" fmla="*/ 415479 w 506919"/>
              <a:gd name="GluePoint1Y" fmla="*/ 421348 h 512788"/>
              <a:gd name="GluePoint2X" fmla="*/ 379325 w 506919"/>
              <a:gd name="GluePoint2Y" fmla="*/ 0 h 512788"/>
              <a:gd name="GluePoint3X" fmla="*/ 344103 w 506919"/>
              <a:gd name="GluePoint3Y" fmla="*/ 20248 h 512788"/>
              <a:gd name="GluePoint4X" fmla="*/ 9381 w 506919"/>
              <a:gd name="GluePoint4Y" fmla="*/ 426772 h 512788"/>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379325" h="456998">
                <a:moveTo>
                  <a:pt x="379325" y="0"/>
                </a:moveTo>
                <a:lnTo>
                  <a:pt x="344103" y="20248"/>
                </a:lnTo>
                <a:cubicBezTo>
                  <a:pt x="196654" y="119875"/>
                  <a:pt x="79507" y="260957"/>
                  <a:pt x="9381" y="426772"/>
                </a:cubicBezTo>
                <a:lnTo>
                  <a:pt x="0" y="456998"/>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376" name="任意多边形: 形状 65"/>
          <p:cNvSpPr/>
          <p:nvPr/>
        </p:nvSpPr>
        <p:spPr>
          <a:xfrm flipH="1" rot="10506000">
            <a:off x="11327760" y="-27360"/>
            <a:ext cx="824040" cy="984240"/>
          </a:xfrm>
          <a:custGeom>
            <a:avLst/>
            <a:gdLst>
              <a:gd name="textAreaLeft" fmla="*/ 720 w 824040"/>
              <a:gd name="textAreaRight" fmla="*/ 826200 w 824040"/>
              <a:gd name="textAreaTop" fmla="*/ 0 h 984240"/>
              <a:gd name="textAreaBottom" fmla="*/ 985680 h 984240"/>
              <a:gd name="GluePoint1X" fmla="*/ 903428 w 994868"/>
              <a:gd name="GluePoint1Y" fmla="*/ 908160 h 999600"/>
              <a:gd name="GluePoint2X" fmla="*/ 825503 w 994868"/>
              <a:gd name="GluePoint2Y" fmla="*/ 0 h 999600"/>
              <a:gd name="GluePoint3X" fmla="*/ 750494 w 994868"/>
              <a:gd name="GluePoint3Y" fmla="*/ 29558 h 999600"/>
              <a:gd name="GluePoint4X" fmla="*/ 77440 w 994868"/>
              <a:gd name="GluePoint4Y" fmla="*/ 736181 h 999600"/>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825503" h="985679">
                <a:moveTo>
                  <a:pt x="825503" y="0"/>
                </a:moveTo>
                <a:lnTo>
                  <a:pt x="750494" y="29558"/>
                </a:lnTo>
                <a:cubicBezTo>
                  <a:pt x="448938" y="174881"/>
                  <a:pt x="208333" y="426677"/>
                  <a:pt x="77440" y="736181"/>
                </a:cubicBezTo>
                <a:lnTo>
                  <a:pt x="0" y="985679"/>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377" name="任意多边形: 形状 59"/>
          <p:cNvSpPr/>
          <p:nvPr/>
        </p:nvSpPr>
        <p:spPr>
          <a:xfrm flipH="1" rot="10506000">
            <a:off x="11481120" y="-20520"/>
            <a:ext cx="676080" cy="813960"/>
          </a:xfrm>
          <a:custGeom>
            <a:avLst/>
            <a:gdLst>
              <a:gd name="textAreaLeft" fmla="*/ -720 w 676080"/>
              <a:gd name="textAreaRight" fmla="*/ 676800 w 676080"/>
              <a:gd name="textAreaTop" fmla="*/ 0 h 813960"/>
              <a:gd name="textAreaBottom" fmla="*/ 815040 h 813960"/>
              <a:gd name="GluePoint1X" fmla="*/ 742235 w 833675"/>
              <a:gd name="GluePoint1Y" fmla="*/ 752012 h 843452"/>
              <a:gd name="GluePoint2X" fmla="*/ 677710 w 833675"/>
              <a:gd name="GluePoint2Y" fmla="*/ 0 h 843452"/>
              <a:gd name="GluePoint3X" fmla="*/ 654567 w 833675"/>
              <a:gd name="GluePoint3Y" fmla="*/ 9120 h 843452"/>
              <a:gd name="GluePoint4X" fmla="*/ 54956 w 833675"/>
              <a:gd name="GluePoint4Y" fmla="*/ 638637 h 843452"/>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677710" h="815699">
                <a:moveTo>
                  <a:pt x="677710" y="0"/>
                </a:moveTo>
                <a:lnTo>
                  <a:pt x="654567" y="9120"/>
                </a:lnTo>
                <a:cubicBezTo>
                  <a:pt x="385916" y="138585"/>
                  <a:pt x="171567" y="362905"/>
                  <a:pt x="54956" y="638637"/>
                </a:cubicBezTo>
                <a:lnTo>
                  <a:pt x="0" y="815699"/>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378" name="任意多边形: 形状 68"/>
          <p:cNvSpPr/>
          <p:nvPr/>
        </p:nvSpPr>
        <p:spPr>
          <a:xfrm flipH="1" rot="10506000">
            <a:off x="11038320" y="-39600"/>
            <a:ext cx="1100880" cy="1321200"/>
          </a:xfrm>
          <a:custGeom>
            <a:avLst/>
            <a:gdLst>
              <a:gd name="textAreaLeft" fmla="*/ -720 w 1100880"/>
              <a:gd name="textAreaRight" fmla="*/ 1101600 w 1100880"/>
              <a:gd name="textAreaTop" fmla="*/ 0 h 1321200"/>
              <a:gd name="textAreaBottom" fmla="*/ 1322640 h 1321200"/>
              <a:gd name="GluePoint1X" fmla="*/ 1204103 w 1295543"/>
              <a:gd name="GluePoint1Y" fmla="*/ 1187291 h 1322555"/>
              <a:gd name="GluePoint2X" fmla="*/ 1102227 w 1295543"/>
              <a:gd name="GluePoint2Y" fmla="*/ 0 h 1322555"/>
              <a:gd name="GluePoint3X" fmla="*/ 1074916 w 1295543"/>
              <a:gd name="GluePoint3Y" fmla="*/ 7378 h 1322555"/>
              <a:gd name="GluePoint4X" fmla="*/ 7737 w 1295543"/>
              <a:gd name="GluePoint4Y" fmla="*/ 1245792 h 1322555"/>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1102227" h="1322555">
                <a:moveTo>
                  <a:pt x="1102227" y="0"/>
                </a:moveTo>
                <a:lnTo>
                  <a:pt x="1074916" y="7378"/>
                </a:lnTo>
                <a:cubicBezTo>
                  <a:pt x="535095" y="205058"/>
                  <a:pt x="125113" y="672125"/>
                  <a:pt x="7737" y="1245792"/>
                </a:cubicBezTo>
                <a:lnTo>
                  <a:pt x="0" y="1322555"/>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379" name="任意多边形: 形状 71"/>
          <p:cNvSpPr/>
          <p:nvPr/>
        </p:nvSpPr>
        <p:spPr>
          <a:xfrm flipH="1" rot="10506000">
            <a:off x="11179800" y="-34560"/>
            <a:ext cx="963000" cy="1155240"/>
          </a:xfrm>
          <a:custGeom>
            <a:avLst/>
            <a:gdLst>
              <a:gd name="textAreaLeft" fmla="*/ 720 w 963000"/>
              <a:gd name="textAreaRight" fmla="*/ 965160 w 963000"/>
              <a:gd name="textAreaTop" fmla="*/ 0 h 1155240"/>
              <a:gd name="textAreaBottom" fmla="*/ 1156680 h 1155240"/>
              <a:gd name="GluePoint1X" fmla="*/ 1055982 w 1147422"/>
              <a:gd name="GluePoint1Y" fmla="*/ 1066021 h 1157461"/>
              <a:gd name="GluePoint2X" fmla="*/ 964511 w 1147422"/>
              <a:gd name="GluePoint2Y" fmla="*/ 0 h 1157461"/>
              <a:gd name="GluePoint3X" fmla="*/ 740170 w 1147422"/>
              <a:gd name="GluePoint3Y" fmla="*/ 104674 h 1157461"/>
              <a:gd name="GluePoint4X" fmla="*/ 3394 w 1147422"/>
              <a:gd name="GluePoint4Y" fmla="*/ 1122952 h 1157461"/>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964511" h="1156630">
                <a:moveTo>
                  <a:pt x="964511" y="0"/>
                </a:moveTo>
                <a:lnTo>
                  <a:pt x="740170" y="104674"/>
                </a:lnTo>
                <a:cubicBezTo>
                  <a:pt x="366685" y="319460"/>
                  <a:pt x="92491" y="687490"/>
                  <a:pt x="3394" y="1122952"/>
                </a:cubicBezTo>
                <a:lnTo>
                  <a:pt x="0" y="1156630"/>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380" name="KSO_TEMPLATE" hidden="1"/>
          <p:cNvSpPr/>
          <p:nvPr/>
        </p:nvSpPr>
        <p:spPr>
          <a:xfrm>
            <a:off x="0" y="0"/>
            <a:ext cx="360" cy="360"/>
          </a:xfrm>
          <a:prstGeom prst="rect">
            <a:avLst/>
          </a:prstGeom>
          <a:solidFill>
            <a:schemeClr val="accent1"/>
          </a:solidFill>
          <a:ln>
            <a:solidFill>
              <a:srgbClr val="ad822f"/>
            </a:solidFill>
          </a:ln>
        </p:spPr>
        <p:style>
          <a:lnRef idx="2">
            <a:schemeClr val="accent1">
              <a:shade val="50000"/>
            </a:schemeClr>
          </a:lnRef>
          <a:fillRef idx="1">
            <a:schemeClr val="accent1"/>
          </a:fillRef>
          <a:effectRef idx="0">
            <a:schemeClr val="accent1"/>
          </a:effectRef>
          <a:fontRef idx="minor"/>
        </p:style>
        <p:txBody>
          <a:bodyPr lIns="90000" rIns="90000" tIns="-44280" bIns="-44280" anchor="ctr">
            <a:noAutofit/>
          </a:bodyPr>
          <a:p>
            <a:pPr algn="ctr" defTabSz="914400">
              <a:lnSpc>
                <a:spcPct val="100000"/>
              </a:lnSpc>
            </a:pPr>
            <a:endParaRPr lang="en-US" sz="1800" b="0" u="none" strike="noStrike">
              <a:solidFill>
                <a:schemeClr val="lt1"/>
              </a:solidFill>
              <a:effectLst/>
              <a:uFillTx/>
              <a:latin typeface="Arial"/>
              <a:ea typeface="微软雅黑"/>
            </a:endParaRPr>
          </a:p>
        </p:txBody>
      </p:sp>
      <p:sp>
        <p:nvSpPr>
          <p:cNvPr id="381" name="PlaceHolder 1"/>
          <p:cNvSpPr>
            <a:spLocks noGrp="1"/>
          </p:cNvSpPr>
          <p:nvPr>
            <p:ph type="title"/>
          </p:nvPr>
        </p:nvSpPr>
        <p:spPr>
          <a:xfrm>
            <a:off x="695880" y="360000"/>
            <a:ext cx="10798560" cy="718560"/>
          </a:xfrm>
          <a:prstGeom prst="rect">
            <a:avLst/>
          </a:prstGeom>
          <a:noFill/>
          <a:ln w="0">
            <a:noFill/>
          </a:ln>
        </p:spPr>
        <p:txBody>
          <a:bodyPr lIns="0" rIns="0" tIns="0" bIns="0" anchor="b">
            <a:normAutofit/>
          </a:bodyPr>
          <a:p>
            <a:pPr indent="0" defTabSz="914400">
              <a:lnSpc>
                <a:spcPct val="100000"/>
              </a:lnSpc>
              <a:buNone/>
              <a:tabLst>
                <a:tab algn="l" pos="0"/>
              </a:tabLst>
            </a:pPr>
            <a:r>
              <a:rPr lang="zh-CN" sz="3200" b="1" u="none" strike="noStrike">
                <a:solidFill>
                  <a:schemeClr val="dk1">
                    <a:lumMod val="75000"/>
                    <a:lumOff val="25000"/>
                  </a:schemeClr>
                </a:solidFill>
                <a:effectLst/>
                <a:uFillTx/>
                <a:latin typeface="Arial"/>
                <a:ea typeface="微软雅黑"/>
              </a:rPr>
              <a:t>单击此处编辑母版标题样式</a:t>
            </a:r>
            <a:endParaRPr lang="en-US" sz="3200" b="0" u="none" strike="noStrike">
              <a:solidFill>
                <a:srgbClr val="000000"/>
              </a:solidFill>
              <a:effectLst/>
              <a:uFillTx/>
              <a:latin typeface="Arial"/>
            </a:endParaRPr>
          </a:p>
        </p:txBody>
      </p:sp>
      <p:sp>
        <p:nvSpPr>
          <p:cNvPr id="382" name="PlaceHolder 2"/>
          <p:cNvSpPr>
            <a:spLocks noGrp="1"/>
          </p:cNvSpPr>
          <p:nvPr>
            <p:ph type="dt" idx="19"/>
          </p:nvPr>
        </p:nvSpPr>
        <p:spPr>
          <a:xfrm>
            <a:off x="695880" y="6356520"/>
            <a:ext cx="2741760" cy="363600"/>
          </a:xfrm>
          <a:prstGeom prst="rect">
            <a:avLst/>
          </a:prstGeom>
          <a:noFill/>
          <a:ln w="0">
            <a:noFill/>
          </a:ln>
        </p:spPr>
        <p:txBody>
          <a:bodyPr lIns="91440" rIns="91440" tIns="45720" bIns="45720" anchor="ctr">
            <a:normAutofit/>
          </a:bodyPr>
          <a:lstStyle>
            <a:lvl1pPr indent="0">
              <a:lnSpc>
                <a:spcPct val="100000"/>
              </a:lnSpc>
              <a:buNone/>
              <a:tabLst>
                <a:tab algn="l" pos="0"/>
              </a:tabLst>
              <a:defRPr lang="en-US" sz="1400" b="0" u="none" strike="noStrike">
                <a:solidFill>
                  <a:srgbClr val="000000"/>
                </a:solidFill>
                <a:effectLst/>
                <a:uFillTx/>
                <a:latin typeface="Times New Roman"/>
              </a:defRPr>
            </a:lvl1pPr>
          </a:lstStyle>
          <a:p>
            <a:pPr indent="0">
              <a:lnSpc>
                <a:spcPct val="100000"/>
              </a:lnSpc>
              <a:buNone/>
              <a:tabLst>
                <a:tab algn="l" pos="0"/>
              </a:tabLst>
            </a:pPr>
            <a:r>
              <a:rPr lang="en-US" sz="1400" b="0" u="none" strike="noStrike">
                <a:solidFill>
                  <a:srgbClr val="000000"/>
                </a:solidFill>
                <a:effectLst/>
                <a:uFillTx/>
                <a:latin typeface="Times New Roman"/>
              </a:rPr>
              <a:t>&lt;date/time&gt;</a:t>
            </a:r>
            <a:endParaRPr lang="en-US" sz="1400" b="0" u="none" strike="noStrike">
              <a:solidFill>
                <a:srgbClr val="000000"/>
              </a:solidFill>
              <a:effectLst/>
              <a:uFillTx/>
              <a:latin typeface="Times New Roman"/>
            </a:endParaRPr>
          </a:p>
        </p:txBody>
      </p:sp>
      <p:sp>
        <p:nvSpPr>
          <p:cNvPr id="383" name="PlaceHolder 3"/>
          <p:cNvSpPr>
            <a:spLocks noGrp="1"/>
          </p:cNvSpPr>
          <p:nvPr>
            <p:ph type="ftr" idx="20"/>
          </p:nvPr>
        </p:nvSpPr>
        <p:spPr>
          <a:xfrm>
            <a:off x="4038480" y="6356520"/>
            <a:ext cx="4113360" cy="36360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n-US" sz="1400" b="0" u="none" strike="noStrike">
                <a:solidFill>
                  <a:srgbClr val="000000"/>
                </a:solidFill>
                <a:effectLst/>
                <a:uFillTx/>
                <a:latin typeface="Times New Roman"/>
              </a:defRPr>
            </a:lvl1pPr>
          </a:lstStyle>
          <a:p>
            <a:pPr indent="0" algn="ctr">
              <a:lnSpc>
                <a:spcPct val="100000"/>
              </a:lnSpc>
              <a:buNone/>
              <a:tabLst>
                <a:tab algn="l" pos="0"/>
              </a:tabLst>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384" name="PlaceHolder 4"/>
          <p:cNvSpPr>
            <a:spLocks noGrp="1"/>
          </p:cNvSpPr>
          <p:nvPr>
            <p:ph type="sldNum" idx="21"/>
          </p:nvPr>
        </p:nvSpPr>
        <p:spPr>
          <a:xfrm>
            <a:off x="8754120" y="6356520"/>
            <a:ext cx="2741760" cy="363600"/>
          </a:xfrm>
          <a:prstGeom prst="rect">
            <a:avLst/>
          </a:prstGeom>
          <a:noFill/>
          <a:ln w="0">
            <a:noFill/>
          </a:ln>
        </p:spPr>
        <p:txBody>
          <a:bodyPr lIns="91440" rIns="91440" tIns="45720" bIns="45720" anchor="ctr">
            <a:normAutofit fontScale="70000" lnSpcReduction="19999"/>
          </a:bodyPr>
          <a:p>
            <a:pPr indent="0">
              <a:buNone/>
            </a:pPr>
            <a:endParaRPr lang="en-US" sz="1800" b="0" u="none" strike="noStrike">
              <a:solidFill>
                <a:srgbClr val="000000"/>
              </a:solidFill>
              <a:effectLst/>
              <a:uFillTx/>
              <a:latin typeface="Times New Roman"/>
            </a:endParaRPr>
          </a:p>
        </p:txBody>
      </p:sp>
      <p:sp>
        <p:nvSpPr>
          <p:cNvPr id="385" name="PlaceHolder 5"/>
          <p:cNvSpPr>
            <a:spLocks noGrp="1"/>
          </p:cNvSpPr>
          <p:nvPr>
            <p:ph type="body"/>
          </p:nvPr>
        </p:nvSpPr>
        <p:spPr>
          <a:xfrm>
            <a:off x="609480" y="1604520"/>
            <a:ext cx="10971360" cy="3976200"/>
          </a:xfrm>
          <a:prstGeom prst="rect">
            <a:avLst/>
          </a:prstGeom>
          <a:noFill/>
          <a:ln w="0">
            <a:noFill/>
          </a:ln>
        </p:spPr>
        <p:txBody>
          <a:bodyPr lIns="0" rIns="0" tIns="0" bIns="0" anchor="t">
            <a:normAutofit/>
          </a:bodyPr>
          <a:p>
            <a:pPr marL="432000" indent="-324000">
              <a:lnSpc>
                <a:spcPct val="130000"/>
              </a:lnSpc>
              <a:spcBef>
                <a:spcPts val="1417"/>
              </a:spcBef>
              <a:buClr>
                <a:srgbClr val="000000"/>
              </a:buClr>
              <a:buSzPct val="45000"/>
              <a:buFont typeface="Wingdings" charset="2"/>
              <a:buChar char=""/>
            </a:pPr>
            <a:r>
              <a:rPr lang="en-US" sz="2400" b="0" u="none" strike="noStrike">
                <a:solidFill>
                  <a:schemeClr val="dk1"/>
                </a:solidFill>
                <a:effectLst/>
                <a:uFillTx/>
                <a:latin typeface="Arial"/>
              </a:rPr>
              <a:t>Click to edit the outline text format</a:t>
            </a:r>
            <a:endParaRPr lang="en-US" sz="2400" b="0" u="none" strike="noStrike">
              <a:solidFill>
                <a:srgbClr val="000000"/>
              </a:solidFill>
              <a:effectLst/>
              <a:uFillTx/>
              <a:latin typeface="Arial"/>
            </a:endParaRPr>
          </a:p>
          <a:p>
            <a:pPr marL="864000" lvl="1" indent="-324000">
              <a:lnSpc>
                <a:spcPct val="130000"/>
              </a:lnSpc>
              <a:spcBef>
                <a:spcPts val="1134"/>
              </a:spcBef>
              <a:buClr>
                <a:srgbClr val="000000"/>
              </a:buClr>
              <a:buSzPct val="75000"/>
              <a:buFont typeface="Symbol" charset="2"/>
              <a:buChar char=""/>
            </a:pPr>
            <a:r>
              <a:rPr lang="en-US" sz="1800" b="0" u="none" strike="noStrike">
                <a:solidFill>
                  <a:schemeClr val="dk1">
                    <a:lumMod val="65000"/>
                    <a:lumOff val="35000"/>
                  </a:schemeClr>
                </a:solidFill>
                <a:effectLst/>
                <a:uFillTx/>
                <a:latin typeface="Arial"/>
              </a:rPr>
              <a:t>Second Outline Level</a:t>
            </a:r>
            <a:endParaRPr lang="en-US" sz="1800" b="0" u="none" strike="noStrike">
              <a:solidFill>
                <a:srgbClr val="000000"/>
              </a:solidFill>
              <a:effectLst/>
              <a:uFillTx/>
              <a:latin typeface="Arial"/>
            </a:endParaRPr>
          </a:p>
          <a:p>
            <a:pPr marL="1296000" lvl="2" indent="-288000">
              <a:lnSpc>
                <a:spcPct val="130000"/>
              </a:lnSpc>
              <a:spcBef>
                <a:spcPts val="850"/>
              </a:spcBef>
              <a:buClr>
                <a:srgbClr val="000000"/>
              </a:buClr>
              <a:buSzPct val="45000"/>
              <a:buFont typeface="Wingdings" charset="2"/>
              <a:buChar char=""/>
            </a:pPr>
            <a:r>
              <a:rPr lang="en-US" sz="1600" b="0" u="none" strike="noStrike">
                <a:solidFill>
                  <a:schemeClr val="dk1">
                    <a:lumMod val="65000"/>
                    <a:lumOff val="35000"/>
                  </a:schemeClr>
                </a:solidFill>
                <a:effectLst/>
                <a:uFillTx/>
                <a:latin typeface="Arial"/>
              </a:rPr>
              <a:t>Third Outline Level</a:t>
            </a:r>
            <a:endParaRPr lang="en-US" sz="1600" b="0" u="none" strike="noStrike">
              <a:solidFill>
                <a:srgbClr val="000000"/>
              </a:solidFill>
              <a:effectLst/>
              <a:uFillTx/>
              <a:latin typeface="Arial"/>
            </a:endParaRPr>
          </a:p>
          <a:p>
            <a:pPr marL="1728000" lvl="3" indent="-216000">
              <a:lnSpc>
                <a:spcPct val="130000"/>
              </a:lnSpc>
              <a:spcBef>
                <a:spcPts val="567"/>
              </a:spcBef>
              <a:buClr>
                <a:srgbClr val="000000"/>
              </a:buClr>
              <a:buSzPct val="75000"/>
              <a:buFont typeface="Symbol" charset="2"/>
              <a:buChar char=""/>
            </a:pPr>
            <a:r>
              <a:rPr lang="en-US" sz="1400" b="0" u="none" strike="noStrike">
                <a:solidFill>
                  <a:schemeClr val="dk1">
                    <a:lumMod val="65000"/>
                    <a:lumOff val="35000"/>
                  </a:schemeClr>
                </a:solidFill>
                <a:effectLst/>
                <a:uFillTx/>
                <a:latin typeface="Arial"/>
              </a:rPr>
              <a:t>Fourth Outline Level</a:t>
            </a:r>
            <a:endParaRPr lang="en-US" sz="1400" b="0" u="none" strike="noStrike">
              <a:solidFill>
                <a:srgbClr val="000000"/>
              </a:solidFill>
              <a:effectLst/>
              <a:uFillTx/>
              <a:latin typeface="Arial"/>
            </a:endParaRPr>
          </a:p>
          <a:p>
            <a:pPr marL="2160000" lvl="4" indent="-216000">
              <a:lnSpc>
                <a:spcPct val="130000"/>
              </a:lnSpc>
              <a:spcBef>
                <a:spcPts val="283"/>
              </a:spcBef>
              <a:buClr>
                <a:srgbClr val="000000"/>
              </a:buClr>
              <a:buSzPct val="45000"/>
              <a:buFont typeface="Wingdings" charset="2"/>
              <a:buChar char=""/>
            </a:pPr>
            <a:r>
              <a:rPr lang="en-US" sz="2000" b="0" u="none" strike="noStrike">
                <a:solidFill>
                  <a:schemeClr val="dk1">
                    <a:lumMod val="65000"/>
                    <a:lumOff val="35000"/>
                  </a:schemeClr>
                </a:solidFill>
                <a:effectLst/>
                <a:uFillTx/>
                <a:latin typeface="Arial"/>
              </a:rPr>
              <a:t>Fifth Outline Level</a:t>
            </a:r>
            <a:endParaRPr lang="en-US" sz="2000" b="0" u="none" strike="noStrike">
              <a:solidFill>
                <a:srgbClr val="000000"/>
              </a:solidFill>
              <a:effectLst/>
              <a:uFillTx/>
              <a:latin typeface="Arial"/>
            </a:endParaRPr>
          </a:p>
          <a:p>
            <a:pPr marL="2592000" lvl="5" indent="-216000">
              <a:lnSpc>
                <a:spcPct val="130000"/>
              </a:lnSpc>
              <a:spcBef>
                <a:spcPts val="283"/>
              </a:spcBef>
              <a:buClr>
                <a:srgbClr val="000000"/>
              </a:buClr>
              <a:buSzPct val="45000"/>
              <a:buFont typeface="Wingdings" charset="2"/>
              <a:buChar char=""/>
            </a:pPr>
            <a:r>
              <a:rPr lang="en-US" sz="2000" b="0" u="none" strike="noStrike">
                <a:solidFill>
                  <a:schemeClr val="dk1">
                    <a:lumMod val="65000"/>
                    <a:lumOff val="35000"/>
                  </a:schemeClr>
                </a:solidFill>
                <a:effectLst/>
                <a:uFillTx/>
                <a:latin typeface="Arial"/>
              </a:rPr>
              <a:t>Sixth Outline Level</a:t>
            </a:r>
            <a:endParaRPr lang="en-US" sz="2000" b="0" u="none" strike="noStrike">
              <a:solidFill>
                <a:srgbClr val="000000"/>
              </a:solidFill>
              <a:effectLst/>
              <a:uFillTx/>
              <a:latin typeface="Arial"/>
            </a:endParaRPr>
          </a:p>
          <a:p>
            <a:pPr marL="3024000" lvl="6" indent="-216000">
              <a:lnSpc>
                <a:spcPct val="130000"/>
              </a:lnSpc>
              <a:spcBef>
                <a:spcPts val="283"/>
              </a:spcBef>
              <a:buClr>
                <a:srgbClr val="000000"/>
              </a:buClr>
              <a:buSzPct val="45000"/>
              <a:buFont typeface="Wingdings" charset="2"/>
              <a:buChar char=""/>
            </a:pPr>
            <a:r>
              <a:rPr lang="en-US" sz="2000" b="0" u="none" strike="noStrike">
                <a:solidFill>
                  <a:schemeClr val="dk1">
                    <a:lumMod val="65000"/>
                    <a:lumOff val="35000"/>
                  </a:schemeClr>
                </a:solidFill>
                <a:effectLst/>
                <a:uFillTx/>
                <a:latin typeface="Arial"/>
              </a:rPr>
              <a:t>Seventh Outline Level</a:t>
            </a:r>
            <a:endParaRPr lang="en-US" sz="2000" b="0" u="none" strike="noStrike">
              <a:solidFill>
                <a:srgbClr val="000000"/>
              </a:solidFill>
              <a:effectLst/>
              <a:uFillTx/>
              <a:latin typeface="Arial"/>
            </a:endParaRP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空白">
    <p:bg>
      <p:bgPr>
        <a:solidFill>
          <a:srgbClr val="fbf4ea"/>
        </a:solidFill>
      </p:bgPr>
    </p:bg>
    <p:spTree>
      <p:nvGrpSpPr>
        <p:cNvPr id="1" name=""/>
        <p:cNvGrpSpPr/>
        <p:nvPr/>
      </p:nvGrpSpPr>
      <p:grpSpPr>
        <a:xfrm>
          <a:off x="0" y="0"/>
          <a:ext cx="0" cy="0"/>
          <a:chOff x="0" y="0"/>
          <a:chExt cx="0" cy="0"/>
        </a:xfrm>
      </p:grpSpPr>
      <p:sp>
        <p:nvSpPr>
          <p:cNvPr id="386" name="任意多边形: 形状 80"/>
          <p:cNvSpPr/>
          <p:nvPr/>
        </p:nvSpPr>
        <p:spPr>
          <a:xfrm flipH="1" rot="10506000">
            <a:off x="10570680" y="-60480"/>
            <a:ext cx="1543680" cy="1835280"/>
          </a:xfrm>
          <a:custGeom>
            <a:avLst/>
            <a:gdLst>
              <a:gd name="textAreaLeft" fmla="*/ -720 w 1543680"/>
              <a:gd name="textAreaRight" fmla="*/ 1544400 w 1543680"/>
              <a:gd name="textAreaTop" fmla="*/ 0 h 1835280"/>
              <a:gd name="textAreaBottom" fmla="*/ 1836720 h 1835280"/>
              <a:gd name="GluePoint1X" fmla="*/ 2792134 w 2792134"/>
              <a:gd name="GluePoint1Y" fmla="*/ 114232 h 1836002"/>
              <a:gd name="GluePoint2X" fmla="*/ 2783173 w 2792134"/>
              <a:gd name="GluePoint2Y" fmla="*/ 9795 h 1836002"/>
              <a:gd name="GluePoint3X" fmla="*/ 2792134 w 2792134"/>
              <a:gd name="GluePoint3Y" fmla="*/ 114232 h 1836002"/>
              <a:gd name="GluePoint4X" fmla="*/ 0 w 2792134"/>
              <a:gd name="GluePoint4Y" fmla="*/ 1836002 h 1836002"/>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1544734" h="1836002">
                <a:moveTo>
                  <a:pt x="1544734" y="0"/>
                </a:moveTo>
                <a:lnTo>
                  <a:pt x="1397073" y="39891"/>
                </a:lnTo>
                <a:cubicBezTo>
                  <a:pt x="706781" y="292672"/>
                  <a:pt x="182520" y="889930"/>
                  <a:pt x="32427" y="1623501"/>
                </a:cubicBezTo>
                <a:lnTo>
                  <a:pt x="0" y="1836002"/>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387" name="任意多边形: 形状 4"/>
          <p:cNvSpPr/>
          <p:nvPr/>
        </p:nvSpPr>
        <p:spPr>
          <a:xfrm flipH="1" rot="10506000">
            <a:off x="7315560" y="3581280"/>
            <a:ext cx="1772280" cy="1882440"/>
          </a:xfrm>
          <a:custGeom>
            <a:avLst/>
            <a:gdLst>
              <a:gd name="textAreaLeft" fmla="*/ 720 w 1772280"/>
              <a:gd name="textAreaRight" fmla="*/ 1774440 w 1772280"/>
              <a:gd name="textAreaTop" fmla="*/ 0 h 1882440"/>
              <a:gd name="textAreaBottom" fmla="*/ 1883160 h 1882440"/>
              <a:gd name="GluePoint1X" fmla="*/ 1042541 w 1207728"/>
              <a:gd name="GluePoint1Y" fmla="*/ 79574 h 1283476"/>
              <a:gd name="GluePoint2X" fmla="*/ 1207728 w 1207728"/>
              <a:gd name="GluePoint2Y" fmla="*/ 0 h 1283476"/>
              <a:gd name="GluePoint3X" fmla="*/ 1136917 w 1207728"/>
              <a:gd name="GluePoint3Y" fmla="*/ 50355 h 1283476"/>
              <a:gd name="GluePoint4X" fmla="*/ 79165 w 1207728"/>
              <a:gd name="GluePoint4Y" fmla="*/ 1159992 h 1283476"/>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1207728" h="1283476">
                <a:moveTo>
                  <a:pt x="1207728" y="0"/>
                </a:moveTo>
                <a:lnTo>
                  <a:pt x="1136917" y="50355"/>
                </a:lnTo>
                <a:cubicBezTo>
                  <a:pt x="725367" y="358134"/>
                  <a:pt x="367298" y="733498"/>
                  <a:pt x="79165" y="1159992"/>
                </a:cubicBezTo>
                <a:lnTo>
                  <a:pt x="0" y="1283476"/>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388" name="任意多边形: 形状 5"/>
          <p:cNvSpPr/>
          <p:nvPr/>
        </p:nvSpPr>
        <p:spPr>
          <a:xfrm flipH="1" rot="10506000">
            <a:off x="7380720" y="710640"/>
            <a:ext cx="4323600" cy="4608000"/>
          </a:xfrm>
          <a:custGeom>
            <a:avLst/>
            <a:gdLst>
              <a:gd name="textAreaLeft" fmla="*/ -720 w 4323600"/>
              <a:gd name="textAreaRight" fmla="*/ 4324320 w 4323600"/>
              <a:gd name="textAreaTop" fmla="*/ 0 h 4608000"/>
              <a:gd name="textAreaBottom" fmla="*/ 4609440 h 4608000"/>
              <a:gd name="GluePoint1X" fmla="*/ 328916 w 3017844"/>
              <a:gd name="GluePoint1Y" fmla="*/ 2179446 h 3183247"/>
              <a:gd name="GluePoint2X" fmla="*/ 30466 w 3017844"/>
              <a:gd name="GluePoint2Y" fmla="*/ 3170046 h 3183247"/>
              <a:gd name="GluePoint3X" fmla="*/ 27504 w 3017844"/>
              <a:gd name="GluePoint3Y" fmla="*/ 3183247 h 3183247"/>
              <a:gd name="GluePoint4X" fmla="*/ 0 w 3017844"/>
              <a:gd name="GluePoint4Y" fmla="*/ 3138693 h 3183247"/>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2945236" h="3138693">
                <a:moveTo>
                  <a:pt x="0" y="3138693"/>
                </a:moveTo>
                <a:lnTo>
                  <a:pt x="1500" y="3126894"/>
                </a:lnTo>
                <a:cubicBezTo>
                  <a:pt x="231547" y="1621315"/>
                  <a:pt x="1347493" y="407251"/>
                  <a:pt x="2800676" y="33364"/>
                </a:cubicBezTo>
                <a:lnTo>
                  <a:pt x="2945236" y="0"/>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389" name="任意多边形: 形状 6"/>
          <p:cNvSpPr/>
          <p:nvPr/>
        </p:nvSpPr>
        <p:spPr>
          <a:xfrm flipH="1" rot="10506000">
            <a:off x="7542000" y="397440"/>
            <a:ext cx="4448160" cy="4739040"/>
          </a:xfrm>
          <a:custGeom>
            <a:avLst/>
            <a:gdLst>
              <a:gd name="textAreaLeft" fmla="*/ -720 w 4448160"/>
              <a:gd name="textAreaRight" fmla="*/ 4448880 w 4448160"/>
              <a:gd name="textAreaTop" fmla="*/ 0 h 4739040"/>
              <a:gd name="textAreaBottom" fmla="*/ 4740120 h 4739040"/>
              <a:gd name="GluePoint1X" fmla="*/ 2962086 w 3092451"/>
              <a:gd name="GluePoint1Y" fmla="*/ 9776 h 3270607"/>
              <a:gd name="GluePoint2X" fmla="*/ 3012498 w 3092451"/>
              <a:gd name="GluePoint2Y" fmla="*/ 0 h 3270607"/>
              <a:gd name="GluePoint3X" fmla="*/ 3092451 w 3092451"/>
              <a:gd name="GluePoint3Y" fmla="*/ 42327 h 3270607"/>
              <a:gd name="GluePoint4X" fmla="*/ 2952423 w 3092451"/>
              <a:gd name="GluePoint4Y" fmla="*/ 67333 h 3270607"/>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3030313" h="3228280">
                <a:moveTo>
                  <a:pt x="3030313" y="0"/>
                </a:moveTo>
                <a:lnTo>
                  <a:pt x="2890285" y="25006"/>
                </a:lnTo>
                <a:cubicBezTo>
                  <a:pt x="1348940" y="340411"/>
                  <a:pt x="162205" y="1629308"/>
                  <a:pt x="536" y="3221241"/>
                </a:cubicBezTo>
                <a:cubicBezTo>
                  <a:pt x="357" y="3223587"/>
                  <a:pt x="179" y="3225934"/>
                  <a:pt x="0" y="3228280"/>
                </a:cubicBez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390" name="任意多边形: 形状 127"/>
          <p:cNvSpPr/>
          <p:nvPr/>
        </p:nvSpPr>
        <p:spPr>
          <a:xfrm flipH="1" rot="10506000">
            <a:off x="8095320" y="-164880"/>
            <a:ext cx="3903840" cy="4644360"/>
          </a:xfrm>
          <a:custGeom>
            <a:avLst/>
            <a:gdLst>
              <a:gd name="textAreaLeft" fmla="*/ -720 w 3903840"/>
              <a:gd name="textAreaRight" fmla="*/ 3904560 w 3903840"/>
              <a:gd name="textAreaTop" fmla="*/ 0 h 4644360"/>
              <a:gd name="textAreaBottom" fmla="*/ 4645800 h 4644360"/>
              <a:gd name="GluePoint1X" fmla="*/ 3954163 w 4045603"/>
              <a:gd name="GluePoint1Y" fmla="*/ 567055 h 4646186"/>
              <a:gd name="GluePoint2X" fmla="*/ 3905507 w 4045603"/>
              <a:gd name="GluePoint2Y" fmla="*/ 0 h 4646186"/>
              <a:gd name="GluePoint3X" fmla="*/ 3567107 w 4045603"/>
              <a:gd name="GluePoint3Y" fmla="*/ 67546 h 4646186"/>
              <a:gd name="GluePoint4X" fmla="*/ 0 w 4045603"/>
              <a:gd name="GluePoint4Y" fmla="*/ 4644643 h 4646186"/>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3905507" h="4646186">
                <a:moveTo>
                  <a:pt x="3905507" y="0"/>
                </a:moveTo>
                <a:lnTo>
                  <a:pt x="3567107" y="67546"/>
                </a:lnTo>
                <a:cubicBezTo>
                  <a:pt x="1517708" y="581295"/>
                  <a:pt x="0" y="2435707"/>
                  <a:pt x="0" y="4644643"/>
                </a:cubicBezTo>
                <a:cubicBezTo>
                  <a:pt x="13" y="4645157"/>
                  <a:pt x="26" y="4645672"/>
                  <a:pt x="39" y="4646186"/>
                </a:cubicBez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391" name="任意多边形: 形状 124"/>
          <p:cNvSpPr/>
          <p:nvPr/>
        </p:nvSpPr>
        <p:spPr>
          <a:xfrm flipH="1" rot="10506000">
            <a:off x="8283240" y="-159120"/>
            <a:ext cx="3724200" cy="4434120"/>
          </a:xfrm>
          <a:custGeom>
            <a:avLst/>
            <a:gdLst>
              <a:gd name="textAreaLeft" fmla="*/ 720 w 3724200"/>
              <a:gd name="textAreaRight" fmla="*/ 3726360 w 3724200"/>
              <a:gd name="textAreaTop" fmla="*/ 0 h 4434120"/>
              <a:gd name="textAreaBottom" fmla="*/ 4435560 h 4434120"/>
              <a:gd name="GluePoint1X" fmla="*/ 3787180 w 3878620"/>
              <a:gd name="GluePoint1Y" fmla="*/ 715349 h 4435247"/>
              <a:gd name="GluePoint2X" fmla="*/ 3725799 w 3878620"/>
              <a:gd name="GluePoint2Y" fmla="*/ 0 h 4435247"/>
              <a:gd name="GluePoint3X" fmla="*/ 3665439 w 3878620"/>
              <a:gd name="GluePoint3Y" fmla="*/ 8632 h 4435247"/>
              <a:gd name="GluePoint4X" fmla="*/ 22575 w 3878620"/>
              <a:gd name="GluePoint4Y" fmla="*/ 3988117 h 4435247"/>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3725799" h="4435247">
                <a:moveTo>
                  <a:pt x="3725799" y="0"/>
                </a:moveTo>
                <a:lnTo>
                  <a:pt x="3665439" y="8632"/>
                </a:lnTo>
                <a:cubicBezTo>
                  <a:pt x="1725033" y="380466"/>
                  <a:pt x="225214" y="1992527"/>
                  <a:pt x="22575" y="3988117"/>
                </a:cubicBezTo>
                <a:lnTo>
                  <a:pt x="0" y="4435247"/>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392" name="任意多边形: 形状 9"/>
          <p:cNvSpPr/>
          <p:nvPr/>
        </p:nvSpPr>
        <p:spPr>
          <a:xfrm flipH="1" rot="10506000">
            <a:off x="7066440" y="2034000"/>
            <a:ext cx="3428280" cy="3656880"/>
          </a:xfrm>
          <a:custGeom>
            <a:avLst/>
            <a:gdLst>
              <a:gd name="textAreaLeft" fmla="*/ 720 w 3428280"/>
              <a:gd name="textAreaRight" fmla="*/ 3430440 w 3428280"/>
              <a:gd name="textAreaTop" fmla="*/ 0 h 3656880"/>
              <a:gd name="textAreaBottom" fmla="*/ 3657600 h 3656880"/>
              <a:gd name="GluePoint1X" fmla="*/ 2114901 w 2335534"/>
              <a:gd name="GluePoint1Y" fmla="*/ 14872 h 2491287"/>
              <a:gd name="GluePoint2X" fmla="*/ 2335534 w 2335534"/>
              <a:gd name="GluePoint2Y" fmla="*/ 0 h 2491287"/>
              <a:gd name="GluePoint3X" fmla="*/ 2166244 w 2335534"/>
              <a:gd name="GluePoint3Y" fmla="*/ 76534 h 2491287"/>
              <a:gd name="GluePoint4X" fmla="*/ 14436 w 2335534"/>
              <a:gd name="GluePoint4Y" fmla="*/ 2448623 h 2491287"/>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2335534" h="2491287">
                <a:moveTo>
                  <a:pt x="2335534" y="0"/>
                </a:moveTo>
                <a:lnTo>
                  <a:pt x="2166244" y="76534"/>
                </a:lnTo>
                <a:cubicBezTo>
                  <a:pt x="1174276" y="554513"/>
                  <a:pt x="396178" y="1406038"/>
                  <a:pt x="14436" y="2448623"/>
                </a:cubicBezTo>
                <a:lnTo>
                  <a:pt x="0" y="2491287"/>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393" name="任意多边形: 形状 16"/>
          <p:cNvSpPr/>
          <p:nvPr/>
        </p:nvSpPr>
        <p:spPr>
          <a:xfrm flipH="1" rot="10506000">
            <a:off x="7094880" y="2736720"/>
            <a:ext cx="2743200" cy="2936880"/>
          </a:xfrm>
          <a:custGeom>
            <a:avLst/>
            <a:gdLst>
              <a:gd name="textAreaLeft" fmla="*/ -720 w 2743200"/>
              <a:gd name="textAreaRight" fmla="*/ 2743920 w 2743200"/>
              <a:gd name="textAreaTop" fmla="*/ 0 h 2936880"/>
              <a:gd name="textAreaBottom" fmla="*/ 2938320 h 2936880"/>
              <a:gd name="GluePoint1X" fmla="*/ 720197 w 2006436"/>
              <a:gd name="GluePoint1Y" fmla="*/ 1027963 h 2148811"/>
              <a:gd name="GluePoint2X" fmla="*/ 14075 w 2006436"/>
              <a:gd name="GluePoint2Y" fmla="*/ 2123638 h 2148811"/>
              <a:gd name="GluePoint3X" fmla="*/ 0 w 2006436"/>
              <a:gd name="GluePoint3Y" fmla="*/ 2148811 h 2148811"/>
              <a:gd name="GluePoint4X" fmla="*/ 70 w 2006436"/>
              <a:gd name="GluePoint4Y" fmla="*/ 2009948 h 2148811"/>
              <a:gd name="GluePoint5X" fmla="*/ 1638 w 2006436"/>
              <a:gd name="GluePoint5Y" fmla="*/ 1999672 h 2148811"/>
            </a:gdLst>
            <a:ahLst/>
            <a:cxnLst>
              <a:cxn ang="0">
                <a:pos x="GluePoint1X" y="GluePoint1Y"/>
              </a:cxn>
              <a:cxn ang="0">
                <a:pos x="GluePoint2X" y="GluePoint2Y"/>
              </a:cxn>
              <a:cxn ang="0">
                <a:pos x="GluePoint3X" y="GluePoint3Y"/>
              </a:cxn>
              <a:cxn ang="0">
                <a:pos x="GluePoint4X" y="GluePoint4Y"/>
              </a:cxn>
              <a:cxn ang="0">
                <a:pos x="GluePoint5X" y="GluePoint5Y"/>
              </a:cxn>
            </a:cxnLst>
            <a:rect l="textAreaLeft" t="textAreaTop" r="textAreaRight" b="textAreaBottom"/>
            <a:pathLst>
              <a:path w="1869053" h="2000692">
                <a:moveTo>
                  <a:pt x="0" y="2000692"/>
                </a:moveTo>
                <a:lnTo>
                  <a:pt x="1568" y="1990416"/>
                </a:lnTo>
                <a:lnTo>
                  <a:pt x="15892" y="1958733"/>
                </a:lnTo>
                <a:cubicBezTo>
                  <a:pt x="389303" y="1183777"/>
                  <a:pt x="981584" y="534133"/>
                  <a:pt x="1712542" y="89993"/>
                </a:cubicBezTo>
                <a:lnTo>
                  <a:pt x="1869053" y="0"/>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394" name="任意多边形: 形状 17"/>
          <p:cNvSpPr/>
          <p:nvPr/>
        </p:nvSpPr>
        <p:spPr>
          <a:xfrm flipH="1" rot="10506000">
            <a:off x="7128360" y="1531800"/>
            <a:ext cx="3835080" cy="4082400"/>
          </a:xfrm>
          <a:custGeom>
            <a:avLst/>
            <a:gdLst>
              <a:gd name="textAreaLeft" fmla="*/ 720 w 3835080"/>
              <a:gd name="textAreaRight" fmla="*/ 3837240 w 3835080"/>
              <a:gd name="textAreaTop" fmla="*/ 0 h 4082400"/>
              <a:gd name="textAreaBottom" fmla="*/ 4083480 h 4082400"/>
              <a:gd name="GluePoint1X" fmla="*/ 2151789 w 2692052"/>
              <a:gd name="GluePoint1Y" fmla="*/ 261907 h 2832246"/>
              <a:gd name="GluePoint2X" fmla="*/ 1478689 w 2692052"/>
              <a:gd name="GluePoint2Y" fmla="*/ 661957 h 2832246"/>
              <a:gd name="GluePoint3X" fmla="*/ 964339 w 2692052"/>
              <a:gd name="GluePoint3Y" fmla="*/ 1150907 h 2832246"/>
              <a:gd name="GluePoint4X" fmla="*/ 564289 w 2692052"/>
              <a:gd name="GluePoint4Y" fmla="*/ 1633507 h 2832246"/>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2612863" h="2781134">
                <a:moveTo>
                  <a:pt x="0" y="2781134"/>
                </a:moveTo>
                <a:lnTo>
                  <a:pt x="35434" y="2656357"/>
                </a:lnTo>
                <a:cubicBezTo>
                  <a:pt x="414818" y="1436598"/>
                  <a:pt x="1348392" y="461005"/>
                  <a:pt x="2541633" y="24101"/>
                </a:cubicBezTo>
                <a:lnTo>
                  <a:pt x="2612863" y="0"/>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395" name="任意多边形: 形状 18"/>
          <p:cNvSpPr/>
          <p:nvPr/>
        </p:nvSpPr>
        <p:spPr>
          <a:xfrm flipH="1" rot="10506000">
            <a:off x="7241400" y="1079640"/>
            <a:ext cx="4133160" cy="4399200"/>
          </a:xfrm>
          <a:custGeom>
            <a:avLst/>
            <a:gdLst>
              <a:gd name="textAreaLeft" fmla="*/ 720 w 4133160"/>
              <a:gd name="textAreaRight" fmla="*/ 4135320 w 4133160"/>
              <a:gd name="textAreaTop" fmla="*/ 0 h 4399200"/>
              <a:gd name="textAreaBottom" fmla="*/ 4400640 h 4399200"/>
              <a:gd name="GluePoint1X" fmla="*/ 2644879 w 2852093"/>
              <a:gd name="GluePoint1Y" fmla="*/ 27487 h 3028139"/>
              <a:gd name="GluePoint2X" fmla="*/ 2740621 w 2852093"/>
              <a:gd name="GluePoint2Y" fmla="*/ 0 h 3028139"/>
              <a:gd name="GluePoint3X" fmla="*/ 2814697 w 2852093"/>
              <a:gd name="GluePoint3Y" fmla="*/ 17806 h 3028139"/>
              <a:gd name="GluePoint4X" fmla="*/ 2852093 w 2852093"/>
              <a:gd name="GluePoint4Y" fmla="*/ 31493 h 3028139"/>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2815694" h="2996646">
                <a:moveTo>
                  <a:pt x="2815694" y="0"/>
                </a:moveTo>
                <a:lnTo>
                  <a:pt x="2686366" y="36725"/>
                </a:lnTo>
                <a:cubicBezTo>
                  <a:pt x="1390883" y="439662"/>
                  <a:pt x="382022" y="1493150"/>
                  <a:pt x="41909" y="2815064"/>
                </a:cubicBezTo>
                <a:lnTo>
                  <a:pt x="0" y="2996646"/>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396" name="任意多边形: 形状 133"/>
          <p:cNvSpPr/>
          <p:nvPr/>
        </p:nvSpPr>
        <p:spPr>
          <a:xfrm flipH="1" rot="10506000">
            <a:off x="7709040" y="142920"/>
            <a:ext cx="4286520" cy="4781520"/>
          </a:xfrm>
          <a:custGeom>
            <a:avLst/>
            <a:gdLst>
              <a:gd name="textAreaLeft" fmla="*/ 720 w 4286520"/>
              <a:gd name="textAreaRight" fmla="*/ 4288680 w 4286520"/>
              <a:gd name="textAreaTop" fmla="*/ 0 h 4781520"/>
              <a:gd name="textAreaBottom" fmla="*/ 4782960 h 4781520"/>
              <a:gd name="GluePoint1X" fmla="*/ 4304865 w 4396305"/>
              <a:gd name="GluePoint1Y" fmla="*/ 195751 h 4782905"/>
              <a:gd name="GluePoint2X" fmla="*/ 4288068 w 4396305"/>
              <a:gd name="GluePoint2Y" fmla="*/ 0 h 4782905"/>
              <a:gd name="GluePoint3X" fmla="*/ 3928555 w 4396305"/>
              <a:gd name="GluePoint3Y" fmla="*/ 70602 h 4782905"/>
              <a:gd name="GluePoint4X" fmla="*/ 17839 w 4396305"/>
              <a:gd name="GluePoint4Y" fmla="*/ 4548292 h 4782905"/>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4288068" h="4782905">
                <a:moveTo>
                  <a:pt x="4288068" y="0"/>
                </a:moveTo>
                <a:lnTo>
                  <a:pt x="3928555" y="70602"/>
                </a:lnTo>
                <a:cubicBezTo>
                  <a:pt x="1835095" y="574619"/>
                  <a:pt x="240192" y="2358551"/>
                  <a:pt x="17839" y="4548292"/>
                </a:cubicBezTo>
                <a:lnTo>
                  <a:pt x="0" y="4782905"/>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397" name="任意多边形: 形状 130"/>
          <p:cNvSpPr/>
          <p:nvPr/>
        </p:nvSpPr>
        <p:spPr>
          <a:xfrm flipH="1" rot="10506000">
            <a:off x="7884720" y="-79920"/>
            <a:ext cx="4107600" cy="4792680"/>
          </a:xfrm>
          <a:custGeom>
            <a:avLst/>
            <a:gdLst>
              <a:gd name="textAreaLeft" fmla="*/ -720 w 4107600"/>
              <a:gd name="textAreaRight" fmla="*/ 4108320 w 4107600"/>
              <a:gd name="textAreaTop" fmla="*/ 0 h 4792680"/>
              <a:gd name="textAreaBottom" fmla="*/ 4794120 h 4792680"/>
              <a:gd name="GluePoint1X" fmla="*/ 4141638 w 4233078"/>
              <a:gd name="GluePoint1Y" fmla="*/ 380598 h 4794215"/>
              <a:gd name="GluePoint2X" fmla="*/ 4108980 w 4233078"/>
              <a:gd name="GluePoint2Y" fmla="*/ 0 h 4794215"/>
              <a:gd name="GluePoint3X" fmla="*/ 3989868 w 4233078"/>
              <a:gd name="GluePoint3Y" fmla="*/ 17610 h 4794215"/>
              <a:gd name="GluePoint4X" fmla="*/ 4531 w 4233078"/>
              <a:gd name="GluePoint4Y" fmla="*/ 4615010 h 4794215"/>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4108980" h="4794215">
                <a:moveTo>
                  <a:pt x="4108980" y="0"/>
                </a:moveTo>
                <a:lnTo>
                  <a:pt x="3989868" y="17610"/>
                </a:lnTo>
                <a:cubicBezTo>
                  <a:pt x="1795783" y="445192"/>
                  <a:pt x="120627" y="2324411"/>
                  <a:pt x="4531" y="4615010"/>
                </a:cubicBezTo>
                <a:cubicBezTo>
                  <a:pt x="3020" y="4674745"/>
                  <a:pt x="1511" y="4734480"/>
                  <a:pt x="0" y="4794215"/>
                </a:cubicBez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398" name="任意多边形: 形状 121"/>
          <p:cNvSpPr/>
          <p:nvPr/>
        </p:nvSpPr>
        <p:spPr>
          <a:xfrm flipH="1" rot="10506000">
            <a:off x="8479440" y="-151200"/>
            <a:ext cx="3537360" cy="4214160"/>
          </a:xfrm>
          <a:custGeom>
            <a:avLst/>
            <a:gdLst>
              <a:gd name="textAreaLeft" fmla="*/ -720 w 3537360"/>
              <a:gd name="textAreaRight" fmla="*/ 3538080 w 3537360"/>
              <a:gd name="textAreaTop" fmla="*/ 0 h 4214160"/>
              <a:gd name="textAreaBottom" fmla="*/ 4215600 h 4214160"/>
              <a:gd name="GluePoint1X" fmla="*/ 3612025 w 3703465"/>
              <a:gd name="GluePoint1Y" fmla="*/ 853309 h 4214790"/>
              <a:gd name="GluePoint2X" fmla="*/ 3538807 w 3703465"/>
              <a:gd name="GluePoint2Y" fmla="*/ 0 h 4214790"/>
              <a:gd name="GluePoint3X" fmla="*/ 3499564 w 3703465"/>
              <a:gd name="GluePoint3Y" fmla="*/ 5613 h 4214790"/>
              <a:gd name="GluePoint4X" fmla="*/ 20639 w 3703465"/>
              <a:gd name="GluePoint4Y" fmla="*/ 3806010 h 4214790"/>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3538807" h="4214790">
                <a:moveTo>
                  <a:pt x="3538807" y="0"/>
                </a:moveTo>
                <a:lnTo>
                  <a:pt x="3499564" y="5613"/>
                </a:lnTo>
                <a:cubicBezTo>
                  <a:pt x="1646482" y="360713"/>
                  <a:pt x="214158" y="1900228"/>
                  <a:pt x="20639" y="3806010"/>
                </a:cubicBezTo>
                <a:lnTo>
                  <a:pt x="0" y="4214790"/>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399" name="任意多边形: 形状 118"/>
          <p:cNvSpPr/>
          <p:nvPr/>
        </p:nvSpPr>
        <p:spPr>
          <a:xfrm flipH="1" rot="10506000">
            <a:off x="8676360" y="-141840"/>
            <a:ext cx="3349440" cy="3992040"/>
          </a:xfrm>
          <a:custGeom>
            <a:avLst/>
            <a:gdLst>
              <a:gd name="textAreaLeft" fmla="*/ -720 w 3349440"/>
              <a:gd name="textAreaRight" fmla="*/ 3350160 w 3349440"/>
              <a:gd name="textAreaTop" fmla="*/ 0 h 3992040"/>
              <a:gd name="textAreaBottom" fmla="*/ 3993480 h 3992040"/>
              <a:gd name="GluePoint1X" fmla="*/ 3435065 w 3526505"/>
              <a:gd name="GluePoint1Y" fmla="*/ 979859 h 3993354"/>
              <a:gd name="GluePoint2X" fmla="*/ 3350988 w 3526505"/>
              <a:gd name="GluePoint2Y" fmla="*/ 0 h 3993354"/>
              <a:gd name="GluePoint3X" fmla="*/ 3332955 w 3526505"/>
              <a:gd name="GluePoint3Y" fmla="*/ 2579 h 3993354"/>
              <a:gd name="GluePoint4X" fmla="*/ 18694 w 3526505"/>
              <a:gd name="GluePoint4Y" fmla="*/ 3623095 h 3993354"/>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3350988" h="3993354">
                <a:moveTo>
                  <a:pt x="3350988" y="0"/>
                </a:moveTo>
                <a:lnTo>
                  <a:pt x="3332955" y="2579"/>
                </a:lnTo>
                <a:cubicBezTo>
                  <a:pt x="1567581" y="340872"/>
                  <a:pt x="203053" y="1807517"/>
                  <a:pt x="18694" y="3623095"/>
                </a:cubicBezTo>
                <a:lnTo>
                  <a:pt x="0" y="3993354"/>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400" name="任意多边形: 形状 115"/>
          <p:cNvSpPr/>
          <p:nvPr/>
        </p:nvSpPr>
        <p:spPr>
          <a:xfrm flipH="1" rot="10506000">
            <a:off x="8872200" y="-132480"/>
            <a:ext cx="3163320" cy="3771360"/>
          </a:xfrm>
          <a:custGeom>
            <a:avLst/>
            <a:gdLst>
              <a:gd name="textAreaLeft" fmla="*/ 720 w 3163320"/>
              <a:gd name="textAreaRight" fmla="*/ 3165480 w 3163320"/>
              <a:gd name="textAreaTop" fmla="*/ 0 h 3771360"/>
              <a:gd name="textAreaBottom" fmla="*/ 3771720 h 3771360"/>
              <a:gd name="GluePoint1X" fmla="*/ 3257626 w 3349066"/>
              <a:gd name="GluePoint1Y" fmla="*/ 1081231 h 3773592"/>
              <a:gd name="GluePoint2X" fmla="*/ 3164851 w 3349066"/>
              <a:gd name="GluePoint2Y" fmla="*/ 0 h 3773592"/>
              <a:gd name="GluePoint3X" fmla="*/ 2814251 w 3349066"/>
              <a:gd name="GluePoint3Y" fmla="*/ 84359 h 3773592"/>
              <a:gd name="GluePoint4X" fmla="*/ 16767 w 3349066"/>
              <a:gd name="GluePoint4Y" fmla="*/ 3441508 h 3773592"/>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3164851" h="3773592">
                <a:moveTo>
                  <a:pt x="3164851" y="0"/>
                </a:moveTo>
                <a:lnTo>
                  <a:pt x="2814251" y="84359"/>
                </a:lnTo>
                <a:cubicBezTo>
                  <a:pt x="1309770" y="521817"/>
                  <a:pt x="179528" y="1838638"/>
                  <a:pt x="16767" y="3441508"/>
                </a:cubicBezTo>
                <a:lnTo>
                  <a:pt x="0" y="3773592"/>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401" name="任意多边形: 形状 112"/>
          <p:cNvSpPr/>
          <p:nvPr/>
        </p:nvSpPr>
        <p:spPr>
          <a:xfrm flipH="1" rot="10506000">
            <a:off x="9049680" y="-125640"/>
            <a:ext cx="2993760" cy="3569400"/>
          </a:xfrm>
          <a:custGeom>
            <a:avLst/>
            <a:gdLst>
              <a:gd name="textAreaLeft" fmla="*/ -720 w 2993760"/>
              <a:gd name="textAreaRight" fmla="*/ 2994480 w 2993760"/>
              <a:gd name="textAreaTop" fmla="*/ 0 h 3569400"/>
              <a:gd name="textAreaBottom" fmla="*/ 3570840 h 3569400"/>
              <a:gd name="GluePoint1X" fmla="*/ 3095132 w 3186572"/>
              <a:gd name="GluePoint1Y" fmla="*/ 1166743 h 3571337"/>
              <a:gd name="GluePoint2X" fmla="*/ 2995020 w 3186572"/>
              <a:gd name="GluePoint2Y" fmla="*/ 0 h 3571337"/>
              <a:gd name="GluePoint3X" fmla="*/ 2680178 w 3186572"/>
              <a:gd name="GluePoint3Y" fmla="*/ 75755 h 3571337"/>
              <a:gd name="GluePoint4X" fmla="*/ 15007 w 3186572"/>
              <a:gd name="GluePoint4Y" fmla="*/ 3274119 h 3571337"/>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2995020" h="3571337">
                <a:moveTo>
                  <a:pt x="2995020" y="0"/>
                </a:moveTo>
                <a:lnTo>
                  <a:pt x="2680178" y="75755"/>
                </a:lnTo>
                <a:cubicBezTo>
                  <a:pt x="1246854" y="492521"/>
                  <a:pt x="170070" y="1747060"/>
                  <a:pt x="15007" y="3274119"/>
                </a:cubicBezTo>
                <a:lnTo>
                  <a:pt x="0" y="3571337"/>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402" name="任意多边形: 形状 109"/>
          <p:cNvSpPr/>
          <p:nvPr/>
        </p:nvSpPr>
        <p:spPr>
          <a:xfrm flipH="1" rot="10506000">
            <a:off x="9254520" y="-117360"/>
            <a:ext cx="2799720" cy="3339000"/>
          </a:xfrm>
          <a:custGeom>
            <a:avLst/>
            <a:gdLst>
              <a:gd name="textAreaLeft" fmla="*/ 720 w 2799720"/>
              <a:gd name="textAreaRight" fmla="*/ 2801880 w 2799720"/>
              <a:gd name="textAreaTop" fmla="*/ 0 h 3339000"/>
              <a:gd name="textAreaBottom" fmla="*/ 3340440 h 3339000"/>
              <a:gd name="GluePoint1X" fmla="*/ 2907576 w 2999016"/>
              <a:gd name="GluePoint1Y" fmla="*/ 1242950 h 3340194"/>
              <a:gd name="GluePoint2X" fmla="*/ 2800924 w 2999016"/>
              <a:gd name="GluePoint2Y" fmla="*/ 0 h 3340194"/>
              <a:gd name="GluePoint3X" fmla="*/ 2526951 w 2999016"/>
              <a:gd name="GluePoint3Y" fmla="*/ 65921 h 3340194"/>
              <a:gd name="GluePoint4X" fmla="*/ 12994 w 2999016"/>
              <a:gd name="GluePoint4Y" fmla="*/ 3082818 h 3340194"/>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2800924" h="3340194">
                <a:moveTo>
                  <a:pt x="2800924" y="0"/>
                </a:moveTo>
                <a:lnTo>
                  <a:pt x="2526951" y="65921"/>
                </a:lnTo>
                <a:cubicBezTo>
                  <a:pt x="1174950" y="459042"/>
                  <a:pt x="159259" y="1642401"/>
                  <a:pt x="12994" y="3082818"/>
                </a:cubicBezTo>
                <a:lnTo>
                  <a:pt x="0" y="3340194"/>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403" name="任意多边形: 形状 106"/>
          <p:cNvSpPr/>
          <p:nvPr/>
        </p:nvSpPr>
        <p:spPr>
          <a:xfrm flipH="1" rot="10506000">
            <a:off x="9437400" y="-108000"/>
            <a:ext cx="2624760" cy="3130920"/>
          </a:xfrm>
          <a:custGeom>
            <a:avLst/>
            <a:gdLst>
              <a:gd name="textAreaLeft" fmla="*/ 720 w 2624760"/>
              <a:gd name="textAreaRight" fmla="*/ 2626920 w 2624760"/>
              <a:gd name="textAreaTop" fmla="*/ 0 h 3130920"/>
              <a:gd name="textAreaBottom" fmla="*/ 3132360 h 3130920"/>
              <a:gd name="GluePoint1X" fmla="*/ 2737327 w 2828767"/>
              <a:gd name="GluePoint1Y" fmla="*/ 1294665 h 3132161"/>
              <a:gd name="GluePoint2X" fmla="*/ 2626238 w 2828767"/>
              <a:gd name="GluePoint2Y" fmla="*/ 0 h 3132161"/>
              <a:gd name="GluePoint3X" fmla="*/ 2389046 w 2828767"/>
              <a:gd name="GluePoint3Y" fmla="*/ 57071 h 3132161"/>
              <a:gd name="GluePoint4X" fmla="*/ 11184 w 2828767"/>
              <a:gd name="GluePoint4Y" fmla="*/ 2910647 h 3132161"/>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2626238" h="3132161">
                <a:moveTo>
                  <a:pt x="2626238" y="0"/>
                </a:moveTo>
                <a:lnTo>
                  <a:pt x="2389046" y="57071"/>
                </a:lnTo>
                <a:cubicBezTo>
                  <a:pt x="1110238" y="428910"/>
                  <a:pt x="149531" y="1548208"/>
                  <a:pt x="11184" y="2910647"/>
                </a:cubicBezTo>
                <a:lnTo>
                  <a:pt x="0" y="3132161"/>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404" name="任意多边形: 形状 100"/>
          <p:cNvSpPr/>
          <p:nvPr/>
        </p:nvSpPr>
        <p:spPr>
          <a:xfrm flipH="1" rot="10506000">
            <a:off x="9608760" y="-102600"/>
            <a:ext cx="2462400" cy="2937960"/>
          </a:xfrm>
          <a:custGeom>
            <a:avLst/>
            <a:gdLst>
              <a:gd name="textAreaLeft" fmla="*/ -720 w 2462400"/>
              <a:gd name="textAreaRight" fmla="*/ 2463120 w 2462400"/>
              <a:gd name="textAreaTop" fmla="*/ 0 h 2937960"/>
              <a:gd name="textAreaBottom" fmla="*/ 2939400 h 2937960"/>
              <a:gd name="GluePoint1X" fmla="*/ 3712449 w 3831197"/>
              <a:gd name="GluePoint1Y" fmla="*/ 152245 h 2962385"/>
              <a:gd name="GluePoint2X" fmla="*/ 3831197 w 3831197"/>
              <a:gd name="GluePoint2Y" fmla="*/ 25916 h 2962385"/>
              <a:gd name="GluePoint3X" fmla="*/ 3699385 w 3831197"/>
              <a:gd name="GluePoint3Y" fmla="*/ 0 h 2962385"/>
              <a:gd name="GluePoint4X" fmla="*/ 3712449 w 3831197"/>
              <a:gd name="GluePoint4Y" fmla="*/ 152245 h 2962385"/>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2463816" h="2938740">
                <a:moveTo>
                  <a:pt x="2463816" y="0"/>
                </a:moveTo>
                <a:lnTo>
                  <a:pt x="2260826" y="48842"/>
                </a:lnTo>
                <a:cubicBezTo>
                  <a:pt x="1050068" y="400893"/>
                  <a:pt x="140486" y="1460628"/>
                  <a:pt x="9502" y="2750565"/>
                </a:cubicBezTo>
                <a:lnTo>
                  <a:pt x="0" y="2938740"/>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405" name="任意多边形: 形状 103"/>
          <p:cNvSpPr/>
          <p:nvPr/>
        </p:nvSpPr>
        <p:spPr>
          <a:xfrm flipH="1" rot="10506000">
            <a:off x="9788400" y="-93600"/>
            <a:ext cx="2291040" cy="2733480"/>
          </a:xfrm>
          <a:custGeom>
            <a:avLst/>
            <a:gdLst>
              <a:gd name="textAreaLeft" fmla="*/ -720 w 2291040"/>
              <a:gd name="textAreaRight" fmla="*/ 2291760 w 2291040"/>
              <a:gd name="textAreaTop" fmla="*/ 0 h 2733480"/>
              <a:gd name="textAreaBottom" fmla="*/ 2734920 h 2733480"/>
              <a:gd name="GluePoint1X" fmla="*/ 3543454 w 3550854"/>
              <a:gd name="GluePoint1Y" fmla="*/ 174590 h 2755357"/>
              <a:gd name="GluePoint2X" fmla="*/ 3550854 w 3550854"/>
              <a:gd name="GluePoint2Y" fmla="*/ 3416 h 2755357"/>
              <a:gd name="GluePoint3X" fmla="*/ 3528473 w 3550854"/>
              <a:gd name="GluePoint3Y" fmla="*/ 0 h 2755357"/>
              <a:gd name="GluePoint4X" fmla="*/ 3543454 w 3550854"/>
              <a:gd name="GluePoint4Y" fmla="*/ 174590 h 2755357"/>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2292632" h="2734880">
                <a:moveTo>
                  <a:pt x="2292632" y="0"/>
                </a:moveTo>
                <a:lnTo>
                  <a:pt x="2125687" y="40169"/>
                </a:lnTo>
                <a:cubicBezTo>
                  <a:pt x="986652" y="371366"/>
                  <a:pt x="130951" y="1368324"/>
                  <a:pt x="7726" y="2581848"/>
                </a:cubicBezTo>
                <a:lnTo>
                  <a:pt x="0" y="2734880"/>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406" name="任意多边形: 形状 94"/>
          <p:cNvSpPr/>
          <p:nvPr/>
        </p:nvSpPr>
        <p:spPr>
          <a:xfrm flipH="1" rot="10506000">
            <a:off x="9949320" y="-86040"/>
            <a:ext cx="2137320" cy="2549880"/>
          </a:xfrm>
          <a:custGeom>
            <a:avLst/>
            <a:gdLst>
              <a:gd name="textAreaLeft" fmla="*/ 720 w 2137320"/>
              <a:gd name="textAreaRight" fmla="*/ 2139480 w 2137320"/>
              <a:gd name="textAreaTop" fmla="*/ 0 h 2549880"/>
              <a:gd name="textAreaBottom" fmla="*/ 2551320 h 2549880"/>
              <a:gd name="GluePoint1X" fmla="*/ 3390617 w 3390617"/>
              <a:gd name="GluePoint1Y" fmla="*/ 183198 h 2566238"/>
              <a:gd name="GluePoint2X" fmla="*/ 3374898 w 3390617"/>
              <a:gd name="GluePoint2Y" fmla="*/ 0 h 2566238"/>
              <a:gd name="GluePoint3X" fmla="*/ 3390617 w 3390617"/>
              <a:gd name="GluePoint3Y" fmla="*/ 183198 h 2566238"/>
              <a:gd name="GluePoint4X" fmla="*/ 0 w 3390617"/>
              <a:gd name="GluePoint4Y" fmla="*/ 2566238 h 2566238"/>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2138572" h="2551414">
                <a:moveTo>
                  <a:pt x="2138572" y="0"/>
                </a:moveTo>
                <a:lnTo>
                  <a:pt x="2004062" y="32364"/>
                </a:lnTo>
                <a:cubicBezTo>
                  <a:pt x="929578" y="344792"/>
                  <a:pt x="122371" y="1285252"/>
                  <a:pt x="6130" y="2430004"/>
                </a:cubicBezTo>
                <a:lnTo>
                  <a:pt x="0" y="2551414"/>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407" name="任意多边形: 形状 97"/>
          <p:cNvSpPr/>
          <p:nvPr/>
        </p:nvSpPr>
        <p:spPr>
          <a:xfrm flipH="1" rot="10506000">
            <a:off x="10101240" y="-80280"/>
            <a:ext cx="1993680" cy="2379240"/>
          </a:xfrm>
          <a:custGeom>
            <a:avLst/>
            <a:gdLst>
              <a:gd name="textAreaLeft" fmla="*/ -720 w 1993680"/>
              <a:gd name="textAreaRight" fmla="*/ 1994400 w 1993680"/>
              <a:gd name="textAreaTop" fmla="*/ 0 h 2379240"/>
              <a:gd name="textAreaBottom" fmla="*/ 2380680 h 2379240"/>
              <a:gd name="GluePoint1X" fmla="*/ 3247441 w 3247441"/>
              <a:gd name="GluePoint1Y" fmla="*/ 176150 h 2388211"/>
              <a:gd name="GluePoint2X" fmla="*/ 3232327 w 3247441"/>
              <a:gd name="GluePoint2Y" fmla="*/ 0 h 2388211"/>
              <a:gd name="GluePoint3X" fmla="*/ 3247441 w 3247441"/>
              <a:gd name="GluePoint3Y" fmla="*/ 176150 h 2388211"/>
              <a:gd name="GluePoint4X" fmla="*/ 0 w 3247441"/>
              <a:gd name="GluePoint4Y" fmla="*/ 2388211 h 2388211"/>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1995359" h="2380863">
                <a:moveTo>
                  <a:pt x="1995359" y="0"/>
                </a:moveTo>
                <a:lnTo>
                  <a:pt x="1891005" y="25109"/>
                </a:lnTo>
                <a:cubicBezTo>
                  <a:pt x="876524" y="320088"/>
                  <a:pt x="114395" y="1208028"/>
                  <a:pt x="4645" y="2288853"/>
                </a:cubicBezTo>
                <a:lnTo>
                  <a:pt x="0" y="2380863"/>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408" name="任意多边形: 形状 91"/>
          <p:cNvSpPr/>
          <p:nvPr/>
        </p:nvSpPr>
        <p:spPr>
          <a:xfrm flipH="1" rot="10506000">
            <a:off x="10251720" y="-73080"/>
            <a:ext cx="1848240" cy="2205000"/>
          </a:xfrm>
          <a:custGeom>
            <a:avLst/>
            <a:gdLst>
              <a:gd name="textAreaLeft" fmla="*/ -720 w 1848240"/>
              <a:gd name="textAreaRight" fmla="*/ 1848960 w 1848240"/>
              <a:gd name="textAreaTop" fmla="*/ 0 h 2205000"/>
              <a:gd name="textAreaBottom" fmla="*/ 2205360 h 2205000"/>
              <a:gd name="GluePoint1X" fmla="*/ 3101494 w 3221135"/>
              <a:gd name="GluePoint1Y" fmla="*/ 163645 h 2207585"/>
              <a:gd name="GluePoint2X" fmla="*/ 3221135 w 3221135"/>
              <a:gd name="GluePoint2Y" fmla="*/ 36184 h 2207585"/>
              <a:gd name="GluePoint3X" fmla="*/ 3087752 w 3221135"/>
              <a:gd name="GluePoint3Y" fmla="*/ 3494 h 2207585"/>
              <a:gd name="GluePoint4X" fmla="*/ 3101494 w 3221135"/>
              <a:gd name="GluePoint4Y" fmla="*/ 163645 h 2207585"/>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1849854" h="2207585">
                <a:moveTo>
                  <a:pt x="1849854" y="0"/>
                </a:moveTo>
                <a:lnTo>
                  <a:pt x="1776137" y="17738"/>
                </a:lnTo>
                <a:cubicBezTo>
                  <a:pt x="822621" y="294991"/>
                  <a:pt x="106291" y="1129571"/>
                  <a:pt x="3137" y="2145444"/>
                </a:cubicBezTo>
                <a:lnTo>
                  <a:pt x="0" y="2207585"/>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409" name="任意多边形: 形状 83"/>
          <p:cNvSpPr/>
          <p:nvPr/>
        </p:nvSpPr>
        <p:spPr>
          <a:xfrm flipH="1" rot="10506000">
            <a:off x="10416600" y="-65520"/>
            <a:ext cx="1691640" cy="2009520"/>
          </a:xfrm>
          <a:custGeom>
            <a:avLst/>
            <a:gdLst>
              <a:gd name="textAreaLeft" fmla="*/ 720 w 1691640"/>
              <a:gd name="textAreaRight" fmla="*/ 1693800 w 1691640"/>
              <a:gd name="textAreaTop" fmla="*/ 0 h 2009520"/>
              <a:gd name="textAreaBottom" fmla="*/ 2010600 h 2009520"/>
              <a:gd name="GluePoint1X" fmla="*/ 2942292 w 2983139"/>
              <a:gd name="GluePoint1Y" fmla="*/ 138056 h 2011644"/>
              <a:gd name="GluePoint2X" fmla="*/ 2983139 w 2983139"/>
              <a:gd name="GluePoint2Y" fmla="*/ 13891 h 2011644"/>
              <a:gd name="GluePoint3X" fmla="*/ 2930598 w 2983139"/>
              <a:gd name="GluePoint3Y" fmla="*/ 1780 h 2011644"/>
              <a:gd name="GluePoint4X" fmla="*/ 2942292 w 2983139"/>
              <a:gd name="GluePoint4Y" fmla="*/ 138056 h 2011644"/>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1692848" h="2011644">
                <a:moveTo>
                  <a:pt x="1692848" y="0"/>
                </a:moveTo>
                <a:lnTo>
                  <a:pt x="1450924" y="70211"/>
                </a:lnTo>
                <a:cubicBezTo>
                  <a:pt x="665008" y="380153"/>
                  <a:pt x="90124" y="1109131"/>
                  <a:pt x="1503" y="1981879"/>
                </a:cubicBezTo>
                <a:lnTo>
                  <a:pt x="0" y="2011644"/>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410" name="任意多边形: 形状 74"/>
          <p:cNvSpPr/>
          <p:nvPr/>
        </p:nvSpPr>
        <p:spPr>
          <a:xfrm flipH="1" rot="10506000">
            <a:off x="10728720" y="-54360"/>
            <a:ext cx="1395000" cy="1660320"/>
          </a:xfrm>
          <a:custGeom>
            <a:avLst/>
            <a:gdLst>
              <a:gd name="textAreaLeft" fmla="*/ 720 w 1395000"/>
              <a:gd name="textAreaRight" fmla="*/ 1397160 w 1395000"/>
              <a:gd name="textAreaTop" fmla="*/ 0 h 1660320"/>
              <a:gd name="textAreaBottom" fmla="*/ 1661760 h 1660320"/>
              <a:gd name="GluePoint1X" fmla="*/ 1396099 w 2676094"/>
              <a:gd name="GluePoint1Y" fmla="*/ 0 h 1662070"/>
              <a:gd name="GluePoint2X" fmla="*/ 1289233 w 2676094"/>
              <a:gd name="GluePoint2Y" fmla="*/ 28870 h 1662070"/>
              <a:gd name="GluePoint3X" fmla="*/ 25423 w 2676094"/>
              <a:gd name="GluePoint3Y" fmla="*/ 1495464 h 1662070"/>
              <a:gd name="GluePoint4X" fmla="*/ 0 w 2676094"/>
              <a:gd name="GluePoint4Y" fmla="*/ 1662070 h 1662070"/>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1396099" h="1662070">
                <a:moveTo>
                  <a:pt x="1396099" y="0"/>
                </a:moveTo>
                <a:lnTo>
                  <a:pt x="1289233" y="28870"/>
                </a:lnTo>
                <a:cubicBezTo>
                  <a:pt x="649948" y="262972"/>
                  <a:pt x="164425" y="816097"/>
                  <a:pt x="25423" y="1495464"/>
                </a:cubicBezTo>
                <a:lnTo>
                  <a:pt x="0" y="1662070"/>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411" name="任意多边形: 形状 77"/>
          <p:cNvSpPr/>
          <p:nvPr/>
        </p:nvSpPr>
        <p:spPr>
          <a:xfrm flipH="1" rot="10506000">
            <a:off x="10877040" y="-46440"/>
            <a:ext cx="1250640" cy="1492560"/>
          </a:xfrm>
          <a:custGeom>
            <a:avLst/>
            <a:gdLst>
              <a:gd name="textAreaLeft" fmla="*/ -720 w 1250640"/>
              <a:gd name="textAreaRight" fmla="*/ 1251360 w 1250640"/>
              <a:gd name="textAreaTop" fmla="*/ 0 h 1492560"/>
              <a:gd name="textAreaBottom" fmla="*/ 1494000 h 1492560"/>
              <a:gd name="GluePoint1X" fmla="*/ 1359023 w 1450463"/>
              <a:gd name="GluePoint1Y" fmla="*/ 1242430 h 1493935"/>
              <a:gd name="GluePoint2X" fmla="*/ 1252415 w 1450463"/>
              <a:gd name="GluePoint2Y" fmla="*/ 0 h 1493935"/>
              <a:gd name="GluePoint3X" fmla="*/ 1184988 w 1450463"/>
              <a:gd name="GluePoint3Y" fmla="*/ 18216 h 1493935"/>
              <a:gd name="GluePoint4X" fmla="*/ 18654 w 1450463"/>
              <a:gd name="GluePoint4Y" fmla="*/ 1371695 h 1493935"/>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1252415" h="1493935">
                <a:moveTo>
                  <a:pt x="1252415" y="0"/>
                </a:moveTo>
                <a:lnTo>
                  <a:pt x="1184988" y="18216"/>
                </a:lnTo>
                <a:cubicBezTo>
                  <a:pt x="595010" y="234262"/>
                  <a:pt x="146936" y="744726"/>
                  <a:pt x="18654" y="1371695"/>
                </a:cubicBezTo>
                <a:lnTo>
                  <a:pt x="0" y="1493935"/>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412" name="任意多边形: 形状 47"/>
          <p:cNvSpPr/>
          <p:nvPr/>
        </p:nvSpPr>
        <p:spPr>
          <a:xfrm flipH="1" rot="10506000">
            <a:off x="11979720" y="1080"/>
            <a:ext cx="200520" cy="240120"/>
          </a:xfrm>
          <a:custGeom>
            <a:avLst/>
            <a:gdLst>
              <a:gd name="textAreaLeft" fmla="*/ 720 w 200520"/>
              <a:gd name="textAreaRight" fmla="*/ 202680 w 200520"/>
              <a:gd name="textAreaTop" fmla="*/ 0 h 240120"/>
              <a:gd name="textAreaBottom" fmla="*/ 240480 h 240120"/>
              <a:gd name="GluePoint1X" fmla="*/ 221266 w 312706"/>
              <a:gd name="GluePoint1Y" fmla="*/ 223634 h 315074"/>
              <a:gd name="GluePoint2X" fmla="*/ 202077 w 312706"/>
              <a:gd name="GluePoint2Y" fmla="*/ 0 h 315074"/>
              <a:gd name="GluePoint3X" fmla="*/ 159333 w 312706"/>
              <a:gd name="GluePoint3Y" fmla="*/ 30379 h 315074"/>
              <a:gd name="GluePoint4X" fmla="*/ 41048 w 312706"/>
              <a:gd name="GluePoint4Y" fmla="*/ 166986 h 315074"/>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202077" h="242620">
                <a:moveTo>
                  <a:pt x="202077" y="0"/>
                </a:moveTo>
                <a:lnTo>
                  <a:pt x="159333" y="30379"/>
                </a:lnTo>
                <a:cubicBezTo>
                  <a:pt x="114688" y="70961"/>
                  <a:pt x="74931" y="116826"/>
                  <a:pt x="41048" y="166986"/>
                </a:cubicBezTo>
                <a:lnTo>
                  <a:pt x="0" y="242620"/>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413" name="任意多边形: 形状 53"/>
          <p:cNvSpPr/>
          <p:nvPr/>
        </p:nvSpPr>
        <p:spPr>
          <a:xfrm flipH="1" rot="10506000">
            <a:off x="11631600" y="-15480"/>
            <a:ext cx="533880" cy="645480"/>
          </a:xfrm>
          <a:custGeom>
            <a:avLst/>
            <a:gdLst>
              <a:gd name="textAreaLeft" fmla="*/ 720 w 533880"/>
              <a:gd name="textAreaRight" fmla="*/ 536040 w 533880"/>
              <a:gd name="textAreaTop" fmla="*/ 0 h 645480"/>
              <a:gd name="textAreaBottom" fmla="*/ 646920 h 645480"/>
              <a:gd name="GluePoint1X" fmla="*/ 586582 w 678022"/>
              <a:gd name="GluePoint1Y" fmla="*/ 596584 h 688024"/>
              <a:gd name="GluePoint2X" fmla="*/ 535392 w 678022"/>
              <a:gd name="GluePoint2Y" fmla="*/ 0 h 688024"/>
              <a:gd name="GluePoint3X" fmla="*/ 425863 w 678022"/>
              <a:gd name="GluePoint3Y" fmla="*/ 62963 h 688024"/>
              <a:gd name="GluePoint4X" fmla="*/ 33247 w 678022"/>
              <a:gd name="GluePoint4Y" fmla="*/ 539799 h 688024"/>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535392" h="646916">
                <a:moveTo>
                  <a:pt x="535392" y="0"/>
                </a:moveTo>
                <a:lnTo>
                  <a:pt x="425863" y="62963"/>
                </a:lnTo>
                <a:cubicBezTo>
                  <a:pt x="252910" y="179822"/>
                  <a:pt x="115502" y="345305"/>
                  <a:pt x="33247" y="539799"/>
                </a:cubicBezTo>
                <a:lnTo>
                  <a:pt x="0" y="646916"/>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414" name="任意多边形: 形状 50"/>
          <p:cNvSpPr/>
          <p:nvPr/>
        </p:nvSpPr>
        <p:spPr>
          <a:xfrm flipH="1" rot="10506000">
            <a:off x="11794320" y="-7560"/>
            <a:ext cx="377640" cy="455760"/>
          </a:xfrm>
          <a:custGeom>
            <a:avLst/>
            <a:gdLst>
              <a:gd name="textAreaLeft" fmla="*/ 720 w 377640"/>
              <a:gd name="textAreaRight" fmla="*/ 379800 w 377640"/>
              <a:gd name="textAreaTop" fmla="*/ 0 h 455760"/>
              <a:gd name="textAreaBottom" fmla="*/ 457200 h 455760"/>
              <a:gd name="GluePoint1X" fmla="*/ 415479 w 506919"/>
              <a:gd name="GluePoint1Y" fmla="*/ 421348 h 512788"/>
              <a:gd name="GluePoint2X" fmla="*/ 379325 w 506919"/>
              <a:gd name="GluePoint2Y" fmla="*/ 0 h 512788"/>
              <a:gd name="GluePoint3X" fmla="*/ 344103 w 506919"/>
              <a:gd name="GluePoint3Y" fmla="*/ 20248 h 512788"/>
              <a:gd name="GluePoint4X" fmla="*/ 9381 w 506919"/>
              <a:gd name="GluePoint4Y" fmla="*/ 426772 h 512788"/>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379325" h="456998">
                <a:moveTo>
                  <a:pt x="379325" y="0"/>
                </a:moveTo>
                <a:lnTo>
                  <a:pt x="344103" y="20248"/>
                </a:lnTo>
                <a:cubicBezTo>
                  <a:pt x="196654" y="119875"/>
                  <a:pt x="79507" y="260957"/>
                  <a:pt x="9381" y="426772"/>
                </a:cubicBezTo>
                <a:lnTo>
                  <a:pt x="0" y="456998"/>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415" name="任意多边形: 形状 65"/>
          <p:cNvSpPr/>
          <p:nvPr/>
        </p:nvSpPr>
        <p:spPr>
          <a:xfrm flipH="1" rot="10506000">
            <a:off x="11327760" y="-27360"/>
            <a:ext cx="824040" cy="984240"/>
          </a:xfrm>
          <a:custGeom>
            <a:avLst/>
            <a:gdLst>
              <a:gd name="textAreaLeft" fmla="*/ 720 w 824040"/>
              <a:gd name="textAreaRight" fmla="*/ 826200 w 824040"/>
              <a:gd name="textAreaTop" fmla="*/ 0 h 984240"/>
              <a:gd name="textAreaBottom" fmla="*/ 985680 h 984240"/>
              <a:gd name="GluePoint1X" fmla="*/ 903428 w 994868"/>
              <a:gd name="GluePoint1Y" fmla="*/ 908160 h 999600"/>
              <a:gd name="GluePoint2X" fmla="*/ 825503 w 994868"/>
              <a:gd name="GluePoint2Y" fmla="*/ 0 h 999600"/>
              <a:gd name="GluePoint3X" fmla="*/ 750494 w 994868"/>
              <a:gd name="GluePoint3Y" fmla="*/ 29558 h 999600"/>
              <a:gd name="GluePoint4X" fmla="*/ 77440 w 994868"/>
              <a:gd name="GluePoint4Y" fmla="*/ 736181 h 999600"/>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825503" h="985679">
                <a:moveTo>
                  <a:pt x="825503" y="0"/>
                </a:moveTo>
                <a:lnTo>
                  <a:pt x="750494" y="29558"/>
                </a:lnTo>
                <a:cubicBezTo>
                  <a:pt x="448938" y="174881"/>
                  <a:pt x="208333" y="426677"/>
                  <a:pt x="77440" y="736181"/>
                </a:cubicBezTo>
                <a:lnTo>
                  <a:pt x="0" y="985679"/>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416" name="任意多边形: 形状 59"/>
          <p:cNvSpPr/>
          <p:nvPr/>
        </p:nvSpPr>
        <p:spPr>
          <a:xfrm flipH="1" rot="10506000">
            <a:off x="11481120" y="-20520"/>
            <a:ext cx="676080" cy="813960"/>
          </a:xfrm>
          <a:custGeom>
            <a:avLst/>
            <a:gdLst>
              <a:gd name="textAreaLeft" fmla="*/ -720 w 676080"/>
              <a:gd name="textAreaRight" fmla="*/ 676800 w 676080"/>
              <a:gd name="textAreaTop" fmla="*/ 0 h 813960"/>
              <a:gd name="textAreaBottom" fmla="*/ 815040 h 813960"/>
              <a:gd name="GluePoint1X" fmla="*/ 742235 w 833675"/>
              <a:gd name="GluePoint1Y" fmla="*/ 752012 h 843452"/>
              <a:gd name="GluePoint2X" fmla="*/ 677710 w 833675"/>
              <a:gd name="GluePoint2Y" fmla="*/ 0 h 843452"/>
              <a:gd name="GluePoint3X" fmla="*/ 654567 w 833675"/>
              <a:gd name="GluePoint3Y" fmla="*/ 9120 h 843452"/>
              <a:gd name="GluePoint4X" fmla="*/ 54956 w 833675"/>
              <a:gd name="GluePoint4Y" fmla="*/ 638637 h 843452"/>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677710" h="815699">
                <a:moveTo>
                  <a:pt x="677710" y="0"/>
                </a:moveTo>
                <a:lnTo>
                  <a:pt x="654567" y="9120"/>
                </a:lnTo>
                <a:cubicBezTo>
                  <a:pt x="385916" y="138585"/>
                  <a:pt x="171567" y="362905"/>
                  <a:pt x="54956" y="638637"/>
                </a:cubicBezTo>
                <a:lnTo>
                  <a:pt x="0" y="815699"/>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417" name="任意多边形: 形状 68"/>
          <p:cNvSpPr/>
          <p:nvPr/>
        </p:nvSpPr>
        <p:spPr>
          <a:xfrm flipH="1" rot="10506000">
            <a:off x="11038320" y="-39600"/>
            <a:ext cx="1100880" cy="1321200"/>
          </a:xfrm>
          <a:custGeom>
            <a:avLst/>
            <a:gdLst>
              <a:gd name="textAreaLeft" fmla="*/ -720 w 1100880"/>
              <a:gd name="textAreaRight" fmla="*/ 1101600 w 1100880"/>
              <a:gd name="textAreaTop" fmla="*/ 0 h 1321200"/>
              <a:gd name="textAreaBottom" fmla="*/ 1322640 h 1321200"/>
              <a:gd name="GluePoint1X" fmla="*/ 1204103 w 1295543"/>
              <a:gd name="GluePoint1Y" fmla="*/ 1187291 h 1322555"/>
              <a:gd name="GluePoint2X" fmla="*/ 1102227 w 1295543"/>
              <a:gd name="GluePoint2Y" fmla="*/ 0 h 1322555"/>
              <a:gd name="GluePoint3X" fmla="*/ 1074916 w 1295543"/>
              <a:gd name="GluePoint3Y" fmla="*/ 7378 h 1322555"/>
              <a:gd name="GluePoint4X" fmla="*/ 7737 w 1295543"/>
              <a:gd name="GluePoint4Y" fmla="*/ 1245792 h 1322555"/>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1102227" h="1322555">
                <a:moveTo>
                  <a:pt x="1102227" y="0"/>
                </a:moveTo>
                <a:lnTo>
                  <a:pt x="1074916" y="7378"/>
                </a:lnTo>
                <a:cubicBezTo>
                  <a:pt x="535095" y="205058"/>
                  <a:pt x="125113" y="672125"/>
                  <a:pt x="7737" y="1245792"/>
                </a:cubicBezTo>
                <a:lnTo>
                  <a:pt x="0" y="1322555"/>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418" name="任意多边形: 形状 71"/>
          <p:cNvSpPr/>
          <p:nvPr/>
        </p:nvSpPr>
        <p:spPr>
          <a:xfrm flipH="1" rot="10506000">
            <a:off x="11179800" y="-34560"/>
            <a:ext cx="963000" cy="1155240"/>
          </a:xfrm>
          <a:custGeom>
            <a:avLst/>
            <a:gdLst>
              <a:gd name="textAreaLeft" fmla="*/ 720 w 963000"/>
              <a:gd name="textAreaRight" fmla="*/ 965160 w 963000"/>
              <a:gd name="textAreaTop" fmla="*/ 0 h 1155240"/>
              <a:gd name="textAreaBottom" fmla="*/ 1156680 h 1155240"/>
              <a:gd name="GluePoint1X" fmla="*/ 1055982 w 1147422"/>
              <a:gd name="GluePoint1Y" fmla="*/ 1066021 h 1157461"/>
              <a:gd name="GluePoint2X" fmla="*/ 964511 w 1147422"/>
              <a:gd name="GluePoint2Y" fmla="*/ 0 h 1157461"/>
              <a:gd name="GluePoint3X" fmla="*/ 740170 w 1147422"/>
              <a:gd name="GluePoint3Y" fmla="*/ 104674 h 1157461"/>
              <a:gd name="GluePoint4X" fmla="*/ 3394 w 1147422"/>
              <a:gd name="GluePoint4Y" fmla="*/ 1122952 h 1157461"/>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964511" h="1156630">
                <a:moveTo>
                  <a:pt x="964511" y="0"/>
                </a:moveTo>
                <a:lnTo>
                  <a:pt x="740170" y="104674"/>
                </a:lnTo>
                <a:cubicBezTo>
                  <a:pt x="366685" y="319460"/>
                  <a:pt x="92491" y="687490"/>
                  <a:pt x="3394" y="1122952"/>
                </a:cubicBezTo>
                <a:lnTo>
                  <a:pt x="0" y="1156630"/>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419" name="KSO_TEMPLATE" hidden="1"/>
          <p:cNvSpPr/>
          <p:nvPr/>
        </p:nvSpPr>
        <p:spPr>
          <a:xfrm>
            <a:off x="0" y="0"/>
            <a:ext cx="360" cy="360"/>
          </a:xfrm>
          <a:prstGeom prst="rect">
            <a:avLst/>
          </a:prstGeom>
          <a:solidFill>
            <a:schemeClr val="accent1"/>
          </a:solidFill>
          <a:ln>
            <a:solidFill>
              <a:srgbClr val="ad822f"/>
            </a:solidFill>
          </a:ln>
        </p:spPr>
        <p:style>
          <a:lnRef idx="2">
            <a:schemeClr val="accent1">
              <a:shade val="50000"/>
            </a:schemeClr>
          </a:lnRef>
          <a:fillRef idx="1">
            <a:schemeClr val="accent1"/>
          </a:fillRef>
          <a:effectRef idx="0">
            <a:schemeClr val="accent1"/>
          </a:effectRef>
          <a:fontRef idx="minor"/>
        </p:style>
        <p:txBody>
          <a:bodyPr lIns="90000" rIns="90000" tIns="-44280" bIns="-44280" anchor="ctr">
            <a:noAutofit/>
          </a:bodyPr>
          <a:p>
            <a:pPr algn="ctr" defTabSz="914400">
              <a:lnSpc>
                <a:spcPct val="100000"/>
              </a:lnSpc>
            </a:pPr>
            <a:endParaRPr lang="en-US" sz="1800" b="0" u="none" strike="noStrike">
              <a:solidFill>
                <a:schemeClr val="lt1"/>
              </a:solidFill>
              <a:effectLst/>
              <a:uFillTx/>
              <a:latin typeface="Arial"/>
              <a:ea typeface="微软雅黑"/>
            </a:endParaRPr>
          </a:p>
        </p:txBody>
      </p:sp>
      <p:sp>
        <p:nvSpPr>
          <p:cNvPr id="420" name="PlaceHolder 1"/>
          <p:cNvSpPr>
            <a:spLocks noGrp="1"/>
          </p:cNvSpPr>
          <p:nvPr>
            <p:ph type="dt" idx="22"/>
          </p:nvPr>
        </p:nvSpPr>
        <p:spPr>
          <a:xfrm>
            <a:off x="695880" y="6356520"/>
            <a:ext cx="2741760" cy="363600"/>
          </a:xfrm>
          <a:prstGeom prst="rect">
            <a:avLst/>
          </a:prstGeom>
          <a:noFill/>
          <a:ln w="0">
            <a:noFill/>
          </a:ln>
        </p:spPr>
        <p:txBody>
          <a:bodyPr lIns="91440" rIns="91440" tIns="45720" bIns="45720" anchor="ctr">
            <a:normAutofit/>
          </a:bodyPr>
          <a:lstStyle>
            <a:lvl1pPr indent="0">
              <a:lnSpc>
                <a:spcPct val="100000"/>
              </a:lnSpc>
              <a:buNone/>
              <a:tabLst>
                <a:tab algn="l" pos="0"/>
              </a:tabLst>
              <a:defRPr lang="en-US" sz="1400" b="0" u="none" strike="noStrike">
                <a:solidFill>
                  <a:srgbClr val="000000"/>
                </a:solidFill>
                <a:effectLst/>
                <a:uFillTx/>
                <a:latin typeface="Times New Roman"/>
              </a:defRPr>
            </a:lvl1pPr>
          </a:lstStyle>
          <a:p>
            <a:pPr indent="0">
              <a:lnSpc>
                <a:spcPct val="100000"/>
              </a:lnSpc>
              <a:buNone/>
              <a:tabLst>
                <a:tab algn="l" pos="0"/>
              </a:tabLst>
            </a:pPr>
            <a:r>
              <a:rPr lang="en-US" sz="1400" b="0" u="none" strike="noStrike">
                <a:solidFill>
                  <a:srgbClr val="000000"/>
                </a:solidFill>
                <a:effectLst/>
                <a:uFillTx/>
                <a:latin typeface="Times New Roman"/>
              </a:rPr>
              <a:t>&lt;date/time&gt;</a:t>
            </a:r>
            <a:endParaRPr lang="en-US" sz="1400" b="0" u="none" strike="noStrike">
              <a:solidFill>
                <a:srgbClr val="000000"/>
              </a:solidFill>
              <a:effectLst/>
              <a:uFillTx/>
              <a:latin typeface="Times New Roman"/>
            </a:endParaRPr>
          </a:p>
        </p:txBody>
      </p:sp>
      <p:sp>
        <p:nvSpPr>
          <p:cNvPr id="421" name="PlaceHolder 2"/>
          <p:cNvSpPr>
            <a:spLocks noGrp="1"/>
          </p:cNvSpPr>
          <p:nvPr>
            <p:ph type="ftr" idx="23"/>
          </p:nvPr>
        </p:nvSpPr>
        <p:spPr>
          <a:xfrm>
            <a:off x="4038480" y="6356520"/>
            <a:ext cx="4113360" cy="36360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n-US" sz="1400" b="0" u="none" strike="noStrike">
                <a:solidFill>
                  <a:srgbClr val="000000"/>
                </a:solidFill>
                <a:effectLst/>
                <a:uFillTx/>
                <a:latin typeface="Times New Roman"/>
              </a:defRPr>
            </a:lvl1pPr>
          </a:lstStyle>
          <a:p>
            <a:pPr indent="0" algn="ctr">
              <a:lnSpc>
                <a:spcPct val="100000"/>
              </a:lnSpc>
              <a:buNone/>
              <a:tabLst>
                <a:tab algn="l" pos="0"/>
              </a:tabLst>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422" name="PlaceHolder 3"/>
          <p:cNvSpPr>
            <a:spLocks noGrp="1"/>
          </p:cNvSpPr>
          <p:nvPr>
            <p:ph type="sldNum" idx="24"/>
          </p:nvPr>
        </p:nvSpPr>
        <p:spPr>
          <a:xfrm>
            <a:off x="8754120" y="6356520"/>
            <a:ext cx="2741760" cy="363600"/>
          </a:xfrm>
          <a:prstGeom prst="rect">
            <a:avLst/>
          </a:prstGeom>
          <a:noFill/>
          <a:ln w="0">
            <a:noFill/>
          </a:ln>
        </p:spPr>
        <p:txBody>
          <a:bodyPr lIns="91440" rIns="91440" tIns="45720" bIns="45720" anchor="ctr">
            <a:normAutofit fontScale="70000" lnSpcReduction="19999"/>
          </a:bodyPr>
          <a:p>
            <a:pPr indent="0">
              <a:buNone/>
            </a:pPr>
            <a:endParaRPr lang="en-US" sz="1800" b="0" u="none" strike="noStrike">
              <a:solidFill>
                <a:srgbClr val="000000"/>
              </a:solidFill>
              <a:effectLst/>
              <a:uFillTx/>
              <a:latin typeface="Times New Roman"/>
            </a:endParaRPr>
          </a:p>
        </p:txBody>
      </p:sp>
      <p:sp>
        <p:nvSpPr>
          <p:cNvPr id="423" name="PlaceHolder 4"/>
          <p:cNvSpPr>
            <a:spLocks noGrp="1"/>
          </p:cNvSpPr>
          <p:nvPr>
            <p:ph type="title"/>
          </p:nvPr>
        </p:nvSpPr>
        <p:spPr>
          <a:xfrm>
            <a:off x="609480" y="273600"/>
            <a:ext cx="10971360" cy="1143720"/>
          </a:xfrm>
          <a:prstGeom prst="rect">
            <a:avLst/>
          </a:prstGeom>
          <a:noFill/>
          <a:ln w="0">
            <a:noFill/>
          </a:ln>
        </p:spPr>
        <p:txBody>
          <a:bodyPr lIns="0" rIns="0" tIns="0" bIns="0" anchor="ctr">
            <a:noAutofit/>
          </a:bodyPr>
          <a:p>
            <a:pPr indent="0">
              <a:lnSpc>
                <a:spcPct val="100000"/>
              </a:lnSpc>
              <a:buNone/>
              <a:tabLst>
                <a:tab algn="l" pos="0"/>
              </a:tabLst>
            </a:pPr>
            <a:r>
              <a:rPr lang="en-US" sz="1800" b="0" u="none" strike="noStrike">
                <a:solidFill>
                  <a:schemeClr val="dk1"/>
                </a:solidFill>
                <a:effectLst/>
                <a:uFillTx/>
                <a:latin typeface="Arial"/>
              </a:rPr>
              <a:t>Click to edit the title text format</a:t>
            </a:r>
            <a:endParaRPr lang="en-US" sz="1800" b="0" u="none" strike="noStrike">
              <a:solidFill>
                <a:srgbClr val="000000"/>
              </a:solidFill>
              <a:effectLst/>
              <a:uFillTx/>
              <a:latin typeface="Arial"/>
            </a:endParaRPr>
          </a:p>
        </p:txBody>
      </p:sp>
      <p:sp>
        <p:nvSpPr>
          <p:cNvPr id="424" name="PlaceHolder 5"/>
          <p:cNvSpPr>
            <a:spLocks noGrp="1"/>
          </p:cNvSpPr>
          <p:nvPr>
            <p:ph type="body"/>
          </p:nvPr>
        </p:nvSpPr>
        <p:spPr>
          <a:xfrm>
            <a:off x="609480" y="1604520"/>
            <a:ext cx="10971360" cy="3976200"/>
          </a:xfrm>
          <a:prstGeom prst="rect">
            <a:avLst/>
          </a:prstGeom>
          <a:noFill/>
          <a:ln w="0">
            <a:noFill/>
          </a:ln>
        </p:spPr>
        <p:txBody>
          <a:bodyPr lIns="0" rIns="0" tIns="0" bIns="0" anchor="t">
            <a:normAutofit/>
          </a:bodyPr>
          <a:p>
            <a:pPr marL="432000" indent="-324000">
              <a:lnSpc>
                <a:spcPct val="130000"/>
              </a:lnSpc>
              <a:spcBef>
                <a:spcPts val="1417"/>
              </a:spcBef>
              <a:buClr>
                <a:srgbClr val="000000"/>
              </a:buClr>
              <a:buSzPct val="45000"/>
              <a:buFont typeface="Wingdings" charset="2"/>
              <a:buChar char=""/>
            </a:pPr>
            <a:r>
              <a:rPr lang="en-US" sz="2400" b="0" u="none" strike="noStrike">
                <a:solidFill>
                  <a:schemeClr val="dk1"/>
                </a:solidFill>
                <a:effectLst/>
                <a:uFillTx/>
                <a:latin typeface="Arial"/>
              </a:rPr>
              <a:t>Click to edit the outline text format</a:t>
            </a:r>
            <a:endParaRPr lang="en-US" sz="2400" b="0" u="none" strike="noStrike">
              <a:solidFill>
                <a:srgbClr val="000000"/>
              </a:solidFill>
              <a:effectLst/>
              <a:uFillTx/>
              <a:latin typeface="Arial"/>
            </a:endParaRPr>
          </a:p>
          <a:p>
            <a:pPr marL="864000" lvl="1" indent="-324000">
              <a:lnSpc>
                <a:spcPct val="130000"/>
              </a:lnSpc>
              <a:spcBef>
                <a:spcPts val="1134"/>
              </a:spcBef>
              <a:buClr>
                <a:srgbClr val="000000"/>
              </a:buClr>
              <a:buSzPct val="75000"/>
              <a:buFont typeface="Symbol" charset="2"/>
              <a:buChar char=""/>
            </a:pPr>
            <a:r>
              <a:rPr lang="en-US" sz="1800" b="0" u="none" strike="noStrike">
                <a:solidFill>
                  <a:schemeClr val="dk1">
                    <a:lumMod val="65000"/>
                    <a:lumOff val="35000"/>
                  </a:schemeClr>
                </a:solidFill>
                <a:effectLst/>
                <a:uFillTx/>
                <a:latin typeface="Arial"/>
              </a:rPr>
              <a:t>Second Outline Level</a:t>
            </a:r>
            <a:endParaRPr lang="en-US" sz="1800" b="0" u="none" strike="noStrike">
              <a:solidFill>
                <a:srgbClr val="000000"/>
              </a:solidFill>
              <a:effectLst/>
              <a:uFillTx/>
              <a:latin typeface="Arial"/>
            </a:endParaRPr>
          </a:p>
          <a:p>
            <a:pPr marL="1296000" lvl="2" indent="-288000">
              <a:lnSpc>
                <a:spcPct val="130000"/>
              </a:lnSpc>
              <a:spcBef>
                <a:spcPts val="850"/>
              </a:spcBef>
              <a:buClr>
                <a:srgbClr val="000000"/>
              </a:buClr>
              <a:buSzPct val="45000"/>
              <a:buFont typeface="Wingdings" charset="2"/>
              <a:buChar char=""/>
            </a:pPr>
            <a:r>
              <a:rPr lang="en-US" sz="1600" b="0" u="none" strike="noStrike">
                <a:solidFill>
                  <a:schemeClr val="dk1">
                    <a:lumMod val="65000"/>
                    <a:lumOff val="35000"/>
                  </a:schemeClr>
                </a:solidFill>
                <a:effectLst/>
                <a:uFillTx/>
                <a:latin typeface="Arial"/>
              </a:rPr>
              <a:t>Third Outline Level</a:t>
            </a:r>
            <a:endParaRPr lang="en-US" sz="1600" b="0" u="none" strike="noStrike">
              <a:solidFill>
                <a:srgbClr val="000000"/>
              </a:solidFill>
              <a:effectLst/>
              <a:uFillTx/>
              <a:latin typeface="Arial"/>
            </a:endParaRPr>
          </a:p>
          <a:p>
            <a:pPr marL="1728000" lvl="3" indent="-216000">
              <a:lnSpc>
                <a:spcPct val="130000"/>
              </a:lnSpc>
              <a:spcBef>
                <a:spcPts val="567"/>
              </a:spcBef>
              <a:buClr>
                <a:srgbClr val="000000"/>
              </a:buClr>
              <a:buSzPct val="75000"/>
              <a:buFont typeface="Symbol" charset="2"/>
              <a:buChar char=""/>
            </a:pPr>
            <a:r>
              <a:rPr lang="en-US" sz="1400" b="0" u="none" strike="noStrike">
                <a:solidFill>
                  <a:schemeClr val="dk1">
                    <a:lumMod val="65000"/>
                    <a:lumOff val="35000"/>
                  </a:schemeClr>
                </a:solidFill>
                <a:effectLst/>
                <a:uFillTx/>
                <a:latin typeface="Arial"/>
              </a:rPr>
              <a:t>Fourth Outline Level</a:t>
            </a:r>
            <a:endParaRPr lang="en-US" sz="1400" b="0" u="none" strike="noStrike">
              <a:solidFill>
                <a:srgbClr val="000000"/>
              </a:solidFill>
              <a:effectLst/>
              <a:uFillTx/>
              <a:latin typeface="Arial"/>
            </a:endParaRPr>
          </a:p>
          <a:p>
            <a:pPr marL="2160000" lvl="4" indent="-216000">
              <a:lnSpc>
                <a:spcPct val="130000"/>
              </a:lnSpc>
              <a:spcBef>
                <a:spcPts val="283"/>
              </a:spcBef>
              <a:buClr>
                <a:srgbClr val="000000"/>
              </a:buClr>
              <a:buSzPct val="45000"/>
              <a:buFont typeface="Wingdings" charset="2"/>
              <a:buChar char=""/>
            </a:pPr>
            <a:r>
              <a:rPr lang="en-US" sz="2000" b="0" u="none" strike="noStrike">
                <a:solidFill>
                  <a:schemeClr val="dk1">
                    <a:lumMod val="65000"/>
                    <a:lumOff val="35000"/>
                  </a:schemeClr>
                </a:solidFill>
                <a:effectLst/>
                <a:uFillTx/>
                <a:latin typeface="Arial"/>
              </a:rPr>
              <a:t>Fifth Outline Level</a:t>
            </a:r>
            <a:endParaRPr lang="en-US" sz="2000" b="0" u="none" strike="noStrike">
              <a:solidFill>
                <a:srgbClr val="000000"/>
              </a:solidFill>
              <a:effectLst/>
              <a:uFillTx/>
              <a:latin typeface="Arial"/>
            </a:endParaRPr>
          </a:p>
          <a:p>
            <a:pPr marL="2592000" lvl="5" indent="-216000">
              <a:lnSpc>
                <a:spcPct val="130000"/>
              </a:lnSpc>
              <a:spcBef>
                <a:spcPts val="283"/>
              </a:spcBef>
              <a:buClr>
                <a:srgbClr val="000000"/>
              </a:buClr>
              <a:buSzPct val="45000"/>
              <a:buFont typeface="Wingdings" charset="2"/>
              <a:buChar char=""/>
            </a:pPr>
            <a:r>
              <a:rPr lang="en-US" sz="2000" b="0" u="none" strike="noStrike">
                <a:solidFill>
                  <a:schemeClr val="dk1">
                    <a:lumMod val="65000"/>
                    <a:lumOff val="35000"/>
                  </a:schemeClr>
                </a:solidFill>
                <a:effectLst/>
                <a:uFillTx/>
                <a:latin typeface="Arial"/>
              </a:rPr>
              <a:t>Sixth Outline Level</a:t>
            </a:r>
            <a:endParaRPr lang="en-US" sz="2000" b="0" u="none" strike="noStrike">
              <a:solidFill>
                <a:srgbClr val="000000"/>
              </a:solidFill>
              <a:effectLst/>
              <a:uFillTx/>
              <a:latin typeface="Arial"/>
            </a:endParaRPr>
          </a:p>
          <a:p>
            <a:pPr marL="3024000" lvl="6" indent="-216000">
              <a:lnSpc>
                <a:spcPct val="130000"/>
              </a:lnSpc>
              <a:spcBef>
                <a:spcPts val="283"/>
              </a:spcBef>
              <a:buClr>
                <a:srgbClr val="000000"/>
              </a:buClr>
              <a:buSzPct val="45000"/>
              <a:buFont typeface="Wingdings" charset="2"/>
              <a:buChar char=""/>
            </a:pPr>
            <a:r>
              <a:rPr lang="en-US" sz="2000" b="0" u="none" strike="noStrike">
                <a:solidFill>
                  <a:schemeClr val="dk1">
                    <a:lumMod val="65000"/>
                    <a:lumOff val="35000"/>
                  </a:schemeClr>
                </a:solidFill>
                <a:effectLst/>
                <a:uFillTx/>
                <a:latin typeface="Arial"/>
              </a:rPr>
              <a:t>Seventh Outline Level</a:t>
            </a:r>
            <a:endParaRPr lang="en-US" sz="2000" b="0" u="none" strike="noStrike">
              <a:solidFill>
                <a:srgbClr val="000000"/>
              </a:solidFill>
              <a:effectLst/>
              <a:uFillTx/>
              <a:latin typeface="Arial"/>
            </a:endParaRP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仅内容">
    <p:bg>
      <p:bgPr>
        <a:solidFill>
          <a:srgbClr val="fbf4ea"/>
        </a:solidFill>
      </p:bgPr>
    </p:bg>
    <p:spTree>
      <p:nvGrpSpPr>
        <p:cNvPr id="1" name=""/>
        <p:cNvGrpSpPr/>
        <p:nvPr/>
      </p:nvGrpSpPr>
      <p:grpSpPr>
        <a:xfrm>
          <a:off x="0" y="0"/>
          <a:ext cx="0" cy="0"/>
          <a:chOff x="0" y="0"/>
          <a:chExt cx="0" cy="0"/>
        </a:xfrm>
      </p:grpSpPr>
      <p:sp>
        <p:nvSpPr>
          <p:cNvPr id="425" name="任意多边形: 形状 80"/>
          <p:cNvSpPr/>
          <p:nvPr/>
        </p:nvSpPr>
        <p:spPr>
          <a:xfrm flipH="1" rot="10506000">
            <a:off x="10570680" y="-60480"/>
            <a:ext cx="1543680" cy="1835280"/>
          </a:xfrm>
          <a:custGeom>
            <a:avLst/>
            <a:gdLst>
              <a:gd name="textAreaLeft" fmla="*/ -720 w 1543680"/>
              <a:gd name="textAreaRight" fmla="*/ 1544400 w 1543680"/>
              <a:gd name="textAreaTop" fmla="*/ 0 h 1835280"/>
              <a:gd name="textAreaBottom" fmla="*/ 1836720 h 1835280"/>
              <a:gd name="GluePoint1X" fmla="*/ 2792134 w 2792134"/>
              <a:gd name="GluePoint1Y" fmla="*/ 114232 h 1836002"/>
              <a:gd name="GluePoint2X" fmla="*/ 2783173 w 2792134"/>
              <a:gd name="GluePoint2Y" fmla="*/ 9795 h 1836002"/>
              <a:gd name="GluePoint3X" fmla="*/ 2792134 w 2792134"/>
              <a:gd name="GluePoint3Y" fmla="*/ 114232 h 1836002"/>
              <a:gd name="GluePoint4X" fmla="*/ 0 w 2792134"/>
              <a:gd name="GluePoint4Y" fmla="*/ 1836002 h 1836002"/>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1544734" h="1836002">
                <a:moveTo>
                  <a:pt x="1544734" y="0"/>
                </a:moveTo>
                <a:lnTo>
                  <a:pt x="1397073" y="39891"/>
                </a:lnTo>
                <a:cubicBezTo>
                  <a:pt x="706781" y="292672"/>
                  <a:pt x="182520" y="889930"/>
                  <a:pt x="32427" y="1623501"/>
                </a:cubicBezTo>
                <a:lnTo>
                  <a:pt x="0" y="1836002"/>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426" name="任意多边形: 形状 4"/>
          <p:cNvSpPr/>
          <p:nvPr/>
        </p:nvSpPr>
        <p:spPr>
          <a:xfrm flipH="1" rot="10506000">
            <a:off x="7315560" y="3581280"/>
            <a:ext cx="1772280" cy="1882440"/>
          </a:xfrm>
          <a:custGeom>
            <a:avLst/>
            <a:gdLst>
              <a:gd name="textAreaLeft" fmla="*/ 720 w 1772280"/>
              <a:gd name="textAreaRight" fmla="*/ 1774440 w 1772280"/>
              <a:gd name="textAreaTop" fmla="*/ 0 h 1882440"/>
              <a:gd name="textAreaBottom" fmla="*/ 1883160 h 1882440"/>
              <a:gd name="GluePoint1X" fmla="*/ 1042541 w 1207728"/>
              <a:gd name="GluePoint1Y" fmla="*/ 79574 h 1283476"/>
              <a:gd name="GluePoint2X" fmla="*/ 1207728 w 1207728"/>
              <a:gd name="GluePoint2Y" fmla="*/ 0 h 1283476"/>
              <a:gd name="GluePoint3X" fmla="*/ 1136917 w 1207728"/>
              <a:gd name="GluePoint3Y" fmla="*/ 50355 h 1283476"/>
              <a:gd name="GluePoint4X" fmla="*/ 79165 w 1207728"/>
              <a:gd name="GluePoint4Y" fmla="*/ 1159992 h 1283476"/>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1207728" h="1283476">
                <a:moveTo>
                  <a:pt x="1207728" y="0"/>
                </a:moveTo>
                <a:lnTo>
                  <a:pt x="1136917" y="50355"/>
                </a:lnTo>
                <a:cubicBezTo>
                  <a:pt x="725367" y="358134"/>
                  <a:pt x="367298" y="733498"/>
                  <a:pt x="79165" y="1159992"/>
                </a:cubicBezTo>
                <a:lnTo>
                  <a:pt x="0" y="1283476"/>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427" name="任意多边形: 形状 5"/>
          <p:cNvSpPr/>
          <p:nvPr/>
        </p:nvSpPr>
        <p:spPr>
          <a:xfrm flipH="1" rot="10506000">
            <a:off x="7380720" y="710640"/>
            <a:ext cx="4323600" cy="4608000"/>
          </a:xfrm>
          <a:custGeom>
            <a:avLst/>
            <a:gdLst>
              <a:gd name="textAreaLeft" fmla="*/ -720 w 4323600"/>
              <a:gd name="textAreaRight" fmla="*/ 4324320 w 4323600"/>
              <a:gd name="textAreaTop" fmla="*/ 0 h 4608000"/>
              <a:gd name="textAreaBottom" fmla="*/ 4609440 h 4608000"/>
              <a:gd name="GluePoint1X" fmla="*/ 328916 w 3017844"/>
              <a:gd name="GluePoint1Y" fmla="*/ 2179446 h 3183247"/>
              <a:gd name="GluePoint2X" fmla="*/ 30466 w 3017844"/>
              <a:gd name="GluePoint2Y" fmla="*/ 3170046 h 3183247"/>
              <a:gd name="GluePoint3X" fmla="*/ 27504 w 3017844"/>
              <a:gd name="GluePoint3Y" fmla="*/ 3183247 h 3183247"/>
              <a:gd name="GluePoint4X" fmla="*/ 0 w 3017844"/>
              <a:gd name="GluePoint4Y" fmla="*/ 3138693 h 3183247"/>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2945236" h="3138693">
                <a:moveTo>
                  <a:pt x="0" y="3138693"/>
                </a:moveTo>
                <a:lnTo>
                  <a:pt x="1500" y="3126894"/>
                </a:lnTo>
                <a:cubicBezTo>
                  <a:pt x="231547" y="1621315"/>
                  <a:pt x="1347493" y="407251"/>
                  <a:pt x="2800676" y="33364"/>
                </a:cubicBezTo>
                <a:lnTo>
                  <a:pt x="2945236" y="0"/>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428" name="任意多边形: 形状 6"/>
          <p:cNvSpPr/>
          <p:nvPr/>
        </p:nvSpPr>
        <p:spPr>
          <a:xfrm flipH="1" rot="10506000">
            <a:off x="7542000" y="397440"/>
            <a:ext cx="4448160" cy="4739040"/>
          </a:xfrm>
          <a:custGeom>
            <a:avLst/>
            <a:gdLst>
              <a:gd name="textAreaLeft" fmla="*/ -720 w 4448160"/>
              <a:gd name="textAreaRight" fmla="*/ 4448880 w 4448160"/>
              <a:gd name="textAreaTop" fmla="*/ 0 h 4739040"/>
              <a:gd name="textAreaBottom" fmla="*/ 4740120 h 4739040"/>
              <a:gd name="GluePoint1X" fmla="*/ 2962086 w 3092451"/>
              <a:gd name="GluePoint1Y" fmla="*/ 9776 h 3270607"/>
              <a:gd name="GluePoint2X" fmla="*/ 3012498 w 3092451"/>
              <a:gd name="GluePoint2Y" fmla="*/ 0 h 3270607"/>
              <a:gd name="GluePoint3X" fmla="*/ 3092451 w 3092451"/>
              <a:gd name="GluePoint3Y" fmla="*/ 42327 h 3270607"/>
              <a:gd name="GluePoint4X" fmla="*/ 2952423 w 3092451"/>
              <a:gd name="GluePoint4Y" fmla="*/ 67333 h 3270607"/>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3030313" h="3228280">
                <a:moveTo>
                  <a:pt x="3030313" y="0"/>
                </a:moveTo>
                <a:lnTo>
                  <a:pt x="2890285" y="25006"/>
                </a:lnTo>
                <a:cubicBezTo>
                  <a:pt x="1348940" y="340411"/>
                  <a:pt x="162205" y="1629308"/>
                  <a:pt x="536" y="3221241"/>
                </a:cubicBezTo>
                <a:cubicBezTo>
                  <a:pt x="357" y="3223587"/>
                  <a:pt x="179" y="3225934"/>
                  <a:pt x="0" y="3228280"/>
                </a:cubicBez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429" name="任意多边形: 形状 127"/>
          <p:cNvSpPr/>
          <p:nvPr/>
        </p:nvSpPr>
        <p:spPr>
          <a:xfrm flipH="1" rot="10506000">
            <a:off x="8095320" y="-164880"/>
            <a:ext cx="3903840" cy="4644360"/>
          </a:xfrm>
          <a:custGeom>
            <a:avLst/>
            <a:gdLst>
              <a:gd name="textAreaLeft" fmla="*/ -720 w 3903840"/>
              <a:gd name="textAreaRight" fmla="*/ 3904560 w 3903840"/>
              <a:gd name="textAreaTop" fmla="*/ 0 h 4644360"/>
              <a:gd name="textAreaBottom" fmla="*/ 4645800 h 4644360"/>
              <a:gd name="GluePoint1X" fmla="*/ 3954163 w 4045603"/>
              <a:gd name="GluePoint1Y" fmla="*/ 567055 h 4646186"/>
              <a:gd name="GluePoint2X" fmla="*/ 3905507 w 4045603"/>
              <a:gd name="GluePoint2Y" fmla="*/ 0 h 4646186"/>
              <a:gd name="GluePoint3X" fmla="*/ 3567107 w 4045603"/>
              <a:gd name="GluePoint3Y" fmla="*/ 67546 h 4646186"/>
              <a:gd name="GluePoint4X" fmla="*/ 0 w 4045603"/>
              <a:gd name="GluePoint4Y" fmla="*/ 4644643 h 4646186"/>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3905507" h="4646186">
                <a:moveTo>
                  <a:pt x="3905507" y="0"/>
                </a:moveTo>
                <a:lnTo>
                  <a:pt x="3567107" y="67546"/>
                </a:lnTo>
                <a:cubicBezTo>
                  <a:pt x="1517708" y="581295"/>
                  <a:pt x="0" y="2435707"/>
                  <a:pt x="0" y="4644643"/>
                </a:cubicBezTo>
                <a:cubicBezTo>
                  <a:pt x="13" y="4645157"/>
                  <a:pt x="26" y="4645672"/>
                  <a:pt x="39" y="4646186"/>
                </a:cubicBez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430" name="任意多边形: 形状 124"/>
          <p:cNvSpPr/>
          <p:nvPr/>
        </p:nvSpPr>
        <p:spPr>
          <a:xfrm flipH="1" rot="10506000">
            <a:off x="8283240" y="-159120"/>
            <a:ext cx="3724200" cy="4434120"/>
          </a:xfrm>
          <a:custGeom>
            <a:avLst/>
            <a:gdLst>
              <a:gd name="textAreaLeft" fmla="*/ 720 w 3724200"/>
              <a:gd name="textAreaRight" fmla="*/ 3726360 w 3724200"/>
              <a:gd name="textAreaTop" fmla="*/ 0 h 4434120"/>
              <a:gd name="textAreaBottom" fmla="*/ 4435560 h 4434120"/>
              <a:gd name="GluePoint1X" fmla="*/ 3787180 w 3878620"/>
              <a:gd name="GluePoint1Y" fmla="*/ 715349 h 4435247"/>
              <a:gd name="GluePoint2X" fmla="*/ 3725799 w 3878620"/>
              <a:gd name="GluePoint2Y" fmla="*/ 0 h 4435247"/>
              <a:gd name="GluePoint3X" fmla="*/ 3665439 w 3878620"/>
              <a:gd name="GluePoint3Y" fmla="*/ 8632 h 4435247"/>
              <a:gd name="GluePoint4X" fmla="*/ 22575 w 3878620"/>
              <a:gd name="GluePoint4Y" fmla="*/ 3988117 h 4435247"/>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3725799" h="4435247">
                <a:moveTo>
                  <a:pt x="3725799" y="0"/>
                </a:moveTo>
                <a:lnTo>
                  <a:pt x="3665439" y="8632"/>
                </a:lnTo>
                <a:cubicBezTo>
                  <a:pt x="1725033" y="380466"/>
                  <a:pt x="225214" y="1992527"/>
                  <a:pt x="22575" y="3988117"/>
                </a:cubicBezTo>
                <a:lnTo>
                  <a:pt x="0" y="4435247"/>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431" name="任意多边形: 形状 9"/>
          <p:cNvSpPr/>
          <p:nvPr/>
        </p:nvSpPr>
        <p:spPr>
          <a:xfrm flipH="1" rot="10506000">
            <a:off x="7066440" y="2034000"/>
            <a:ext cx="3428280" cy="3656880"/>
          </a:xfrm>
          <a:custGeom>
            <a:avLst/>
            <a:gdLst>
              <a:gd name="textAreaLeft" fmla="*/ 720 w 3428280"/>
              <a:gd name="textAreaRight" fmla="*/ 3430440 w 3428280"/>
              <a:gd name="textAreaTop" fmla="*/ 0 h 3656880"/>
              <a:gd name="textAreaBottom" fmla="*/ 3657600 h 3656880"/>
              <a:gd name="GluePoint1X" fmla="*/ 2114901 w 2335534"/>
              <a:gd name="GluePoint1Y" fmla="*/ 14872 h 2491287"/>
              <a:gd name="GluePoint2X" fmla="*/ 2335534 w 2335534"/>
              <a:gd name="GluePoint2Y" fmla="*/ 0 h 2491287"/>
              <a:gd name="GluePoint3X" fmla="*/ 2166244 w 2335534"/>
              <a:gd name="GluePoint3Y" fmla="*/ 76534 h 2491287"/>
              <a:gd name="GluePoint4X" fmla="*/ 14436 w 2335534"/>
              <a:gd name="GluePoint4Y" fmla="*/ 2448623 h 2491287"/>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2335534" h="2491287">
                <a:moveTo>
                  <a:pt x="2335534" y="0"/>
                </a:moveTo>
                <a:lnTo>
                  <a:pt x="2166244" y="76534"/>
                </a:lnTo>
                <a:cubicBezTo>
                  <a:pt x="1174276" y="554513"/>
                  <a:pt x="396178" y="1406038"/>
                  <a:pt x="14436" y="2448623"/>
                </a:cubicBezTo>
                <a:lnTo>
                  <a:pt x="0" y="2491287"/>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432" name="任意多边形: 形状 16"/>
          <p:cNvSpPr/>
          <p:nvPr/>
        </p:nvSpPr>
        <p:spPr>
          <a:xfrm flipH="1" rot="10506000">
            <a:off x="7094880" y="2736720"/>
            <a:ext cx="2743200" cy="2936880"/>
          </a:xfrm>
          <a:custGeom>
            <a:avLst/>
            <a:gdLst>
              <a:gd name="textAreaLeft" fmla="*/ -720 w 2743200"/>
              <a:gd name="textAreaRight" fmla="*/ 2743920 w 2743200"/>
              <a:gd name="textAreaTop" fmla="*/ 0 h 2936880"/>
              <a:gd name="textAreaBottom" fmla="*/ 2938320 h 2936880"/>
              <a:gd name="GluePoint1X" fmla="*/ 720197 w 2006436"/>
              <a:gd name="GluePoint1Y" fmla="*/ 1027963 h 2148811"/>
              <a:gd name="GluePoint2X" fmla="*/ 14075 w 2006436"/>
              <a:gd name="GluePoint2Y" fmla="*/ 2123638 h 2148811"/>
              <a:gd name="GluePoint3X" fmla="*/ 0 w 2006436"/>
              <a:gd name="GluePoint3Y" fmla="*/ 2148811 h 2148811"/>
              <a:gd name="GluePoint4X" fmla="*/ 70 w 2006436"/>
              <a:gd name="GluePoint4Y" fmla="*/ 2009948 h 2148811"/>
              <a:gd name="GluePoint5X" fmla="*/ 1638 w 2006436"/>
              <a:gd name="GluePoint5Y" fmla="*/ 1999672 h 2148811"/>
            </a:gdLst>
            <a:ahLst/>
            <a:cxnLst>
              <a:cxn ang="0">
                <a:pos x="GluePoint1X" y="GluePoint1Y"/>
              </a:cxn>
              <a:cxn ang="0">
                <a:pos x="GluePoint2X" y="GluePoint2Y"/>
              </a:cxn>
              <a:cxn ang="0">
                <a:pos x="GluePoint3X" y="GluePoint3Y"/>
              </a:cxn>
              <a:cxn ang="0">
                <a:pos x="GluePoint4X" y="GluePoint4Y"/>
              </a:cxn>
              <a:cxn ang="0">
                <a:pos x="GluePoint5X" y="GluePoint5Y"/>
              </a:cxn>
            </a:cxnLst>
            <a:rect l="textAreaLeft" t="textAreaTop" r="textAreaRight" b="textAreaBottom"/>
            <a:pathLst>
              <a:path w="1869053" h="2000692">
                <a:moveTo>
                  <a:pt x="0" y="2000692"/>
                </a:moveTo>
                <a:lnTo>
                  <a:pt x="1568" y="1990416"/>
                </a:lnTo>
                <a:lnTo>
                  <a:pt x="15892" y="1958733"/>
                </a:lnTo>
                <a:cubicBezTo>
                  <a:pt x="389303" y="1183777"/>
                  <a:pt x="981584" y="534133"/>
                  <a:pt x="1712542" y="89993"/>
                </a:cubicBezTo>
                <a:lnTo>
                  <a:pt x="1869053" y="0"/>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433" name="任意多边形: 形状 17"/>
          <p:cNvSpPr/>
          <p:nvPr/>
        </p:nvSpPr>
        <p:spPr>
          <a:xfrm flipH="1" rot="10506000">
            <a:off x="7128360" y="1531800"/>
            <a:ext cx="3835080" cy="4082400"/>
          </a:xfrm>
          <a:custGeom>
            <a:avLst/>
            <a:gdLst>
              <a:gd name="textAreaLeft" fmla="*/ 720 w 3835080"/>
              <a:gd name="textAreaRight" fmla="*/ 3837240 w 3835080"/>
              <a:gd name="textAreaTop" fmla="*/ 0 h 4082400"/>
              <a:gd name="textAreaBottom" fmla="*/ 4083480 h 4082400"/>
              <a:gd name="GluePoint1X" fmla="*/ 2151789 w 2692052"/>
              <a:gd name="GluePoint1Y" fmla="*/ 261907 h 2832246"/>
              <a:gd name="GluePoint2X" fmla="*/ 1478689 w 2692052"/>
              <a:gd name="GluePoint2Y" fmla="*/ 661957 h 2832246"/>
              <a:gd name="GluePoint3X" fmla="*/ 964339 w 2692052"/>
              <a:gd name="GluePoint3Y" fmla="*/ 1150907 h 2832246"/>
              <a:gd name="GluePoint4X" fmla="*/ 564289 w 2692052"/>
              <a:gd name="GluePoint4Y" fmla="*/ 1633507 h 2832246"/>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2612863" h="2781134">
                <a:moveTo>
                  <a:pt x="0" y="2781134"/>
                </a:moveTo>
                <a:lnTo>
                  <a:pt x="35434" y="2656357"/>
                </a:lnTo>
                <a:cubicBezTo>
                  <a:pt x="414818" y="1436598"/>
                  <a:pt x="1348392" y="461005"/>
                  <a:pt x="2541633" y="24101"/>
                </a:cubicBezTo>
                <a:lnTo>
                  <a:pt x="2612863" y="0"/>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434" name="任意多边形: 形状 18"/>
          <p:cNvSpPr/>
          <p:nvPr/>
        </p:nvSpPr>
        <p:spPr>
          <a:xfrm flipH="1" rot="10506000">
            <a:off x="7241400" y="1079640"/>
            <a:ext cx="4133160" cy="4399200"/>
          </a:xfrm>
          <a:custGeom>
            <a:avLst/>
            <a:gdLst>
              <a:gd name="textAreaLeft" fmla="*/ 720 w 4133160"/>
              <a:gd name="textAreaRight" fmla="*/ 4135320 w 4133160"/>
              <a:gd name="textAreaTop" fmla="*/ 0 h 4399200"/>
              <a:gd name="textAreaBottom" fmla="*/ 4400640 h 4399200"/>
              <a:gd name="GluePoint1X" fmla="*/ 2644879 w 2852093"/>
              <a:gd name="GluePoint1Y" fmla="*/ 27487 h 3028139"/>
              <a:gd name="GluePoint2X" fmla="*/ 2740621 w 2852093"/>
              <a:gd name="GluePoint2Y" fmla="*/ 0 h 3028139"/>
              <a:gd name="GluePoint3X" fmla="*/ 2814697 w 2852093"/>
              <a:gd name="GluePoint3Y" fmla="*/ 17806 h 3028139"/>
              <a:gd name="GluePoint4X" fmla="*/ 2852093 w 2852093"/>
              <a:gd name="GluePoint4Y" fmla="*/ 31493 h 3028139"/>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2815694" h="2996646">
                <a:moveTo>
                  <a:pt x="2815694" y="0"/>
                </a:moveTo>
                <a:lnTo>
                  <a:pt x="2686366" y="36725"/>
                </a:lnTo>
                <a:cubicBezTo>
                  <a:pt x="1390883" y="439662"/>
                  <a:pt x="382022" y="1493150"/>
                  <a:pt x="41909" y="2815064"/>
                </a:cubicBezTo>
                <a:lnTo>
                  <a:pt x="0" y="2996646"/>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435" name="任意多边形: 形状 133"/>
          <p:cNvSpPr/>
          <p:nvPr/>
        </p:nvSpPr>
        <p:spPr>
          <a:xfrm flipH="1" rot="10506000">
            <a:off x="7709040" y="142920"/>
            <a:ext cx="4286520" cy="4781520"/>
          </a:xfrm>
          <a:custGeom>
            <a:avLst/>
            <a:gdLst>
              <a:gd name="textAreaLeft" fmla="*/ 720 w 4286520"/>
              <a:gd name="textAreaRight" fmla="*/ 4288680 w 4286520"/>
              <a:gd name="textAreaTop" fmla="*/ 0 h 4781520"/>
              <a:gd name="textAreaBottom" fmla="*/ 4782960 h 4781520"/>
              <a:gd name="GluePoint1X" fmla="*/ 4304865 w 4396305"/>
              <a:gd name="GluePoint1Y" fmla="*/ 195751 h 4782905"/>
              <a:gd name="GluePoint2X" fmla="*/ 4288068 w 4396305"/>
              <a:gd name="GluePoint2Y" fmla="*/ 0 h 4782905"/>
              <a:gd name="GluePoint3X" fmla="*/ 3928555 w 4396305"/>
              <a:gd name="GluePoint3Y" fmla="*/ 70602 h 4782905"/>
              <a:gd name="GluePoint4X" fmla="*/ 17839 w 4396305"/>
              <a:gd name="GluePoint4Y" fmla="*/ 4548292 h 4782905"/>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4288068" h="4782905">
                <a:moveTo>
                  <a:pt x="4288068" y="0"/>
                </a:moveTo>
                <a:lnTo>
                  <a:pt x="3928555" y="70602"/>
                </a:lnTo>
                <a:cubicBezTo>
                  <a:pt x="1835095" y="574619"/>
                  <a:pt x="240192" y="2358551"/>
                  <a:pt x="17839" y="4548292"/>
                </a:cubicBezTo>
                <a:lnTo>
                  <a:pt x="0" y="4782905"/>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436" name="任意多边形: 形状 130"/>
          <p:cNvSpPr/>
          <p:nvPr/>
        </p:nvSpPr>
        <p:spPr>
          <a:xfrm flipH="1" rot="10506000">
            <a:off x="7884720" y="-79920"/>
            <a:ext cx="4107600" cy="4792680"/>
          </a:xfrm>
          <a:custGeom>
            <a:avLst/>
            <a:gdLst>
              <a:gd name="textAreaLeft" fmla="*/ -720 w 4107600"/>
              <a:gd name="textAreaRight" fmla="*/ 4108320 w 4107600"/>
              <a:gd name="textAreaTop" fmla="*/ 0 h 4792680"/>
              <a:gd name="textAreaBottom" fmla="*/ 4794120 h 4792680"/>
              <a:gd name="GluePoint1X" fmla="*/ 4141638 w 4233078"/>
              <a:gd name="GluePoint1Y" fmla="*/ 380598 h 4794215"/>
              <a:gd name="GluePoint2X" fmla="*/ 4108980 w 4233078"/>
              <a:gd name="GluePoint2Y" fmla="*/ 0 h 4794215"/>
              <a:gd name="GluePoint3X" fmla="*/ 3989868 w 4233078"/>
              <a:gd name="GluePoint3Y" fmla="*/ 17610 h 4794215"/>
              <a:gd name="GluePoint4X" fmla="*/ 4531 w 4233078"/>
              <a:gd name="GluePoint4Y" fmla="*/ 4615010 h 4794215"/>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4108980" h="4794215">
                <a:moveTo>
                  <a:pt x="4108980" y="0"/>
                </a:moveTo>
                <a:lnTo>
                  <a:pt x="3989868" y="17610"/>
                </a:lnTo>
                <a:cubicBezTo>
                  <a:pt x="1795783" y="445192"/>
                  <a:pt x="120627" y="2324411"/>
                  <a:pt x="4531" y="4615010"/>
                </a:cubicBezTo>
                <a:cubicBezTo>
                  <a:pt x="3020" y="4674745"/>
                  <a:pt x="1511" y="4734480"/>
                  <a:pt x="0" y="4794215"/>
                </a:cubicBez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437" name="任意多边形: 形状 121"/>
          <p:cNvSpPr/>
          <p:nvPr/>
        </p:nvSpPr>
        <p:spPr>
          <a:xfrm flipH="1" rot="10506000">
            <a:off x="8479440" y="-151200"/>
            <a:ext cx="3537360" cy="4214160"/>
          </a:xfrm>
          <a:custGeom>
            <a:avLst/>
            <a:gdLst>
              <a:gd name="textAreaLeft" fmla="*/ -720 w 3537360"/>
              <a:gd name="textAreaRight" fmla="*/ 3538080 w 3537360"/>
              <a:gd name="textAreaTop" fmla="*/ 0 h 4214160"/>
              <a:gd name="textAreaBottom" fmla="*/ 4215600 h 4214160"/>
              <a:gd name="GluePoint1X" fmla="*/ 3612025 w 3703465"/>
              <a:gd name="GluePoint1Y" fmla="*/ 853309 h 4214790"/>
              <a:gd name="GluePoint2X" fmla="*/ 3538807 w 3703465"/>
              <a:gd name="GluePoint2Y" fmla="*/ 0 h 4214790"/>
              <a:gd name="GluePoint3X" fmla="*/ 3499564 w 3703465"/>
              <a:gd name="GluePoint3Y" fmla="*/ 5613 h 4214790"/>
              <a:gd name="GluePoint4X" fmla="*/ 20639 w 3703465"/>
              <a:gd name="GluePoint4Y" fmla="*/ 3806010 h 4214790"/>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3538807" h="4214790">
                <a:moveTo>
                  <a:pt x="3538807" y="0"/>
                </a:moveTo>
                <a:lnTo>
                  <a:pt x="3499564" y="5613"/>
                </a:lnTo>
                <a:cubicBezTo>
                  <a:pt x="1646482" y="360713"/>
                  <a:pt x="214158" y="1900228"/>
                  <a:pt x="20639" y="3806010"/>
                </a:cubicBezTo>
                <a:lnTo>
                  <a:pt x="0" y="4214790"/>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438" name="任意多边形: 形状 118"/>
          <p:cNvSpPr/>
          <p:nvPr/>
        </p:nvSpPr>
        <p:spPr>
          <a:xfrm flipH="1" rot="10506000">
            <a:off x="8676360" y="-141840"/>
            <a:ext cx="3349440" cy="3992040"/>
          </a:xfrm>
          <a:custGeom>
            <a:avLst/>
            <a:gdLst>
              <a:gd name="textAreaLeft" fmla="*/ -720 w 3349440"/>
              <a:gd name="textAreaRight" fmla="*/ 3350160 w 3349440"/>
              <a:gd name="textAreaTop" fmla="*/ 0 h 3992040"/>
              <a:gd name="textAreaBottom" fmla="*/ 3993480 h 3992040"/>
              <a:gd name="GluePoint1X" fmla="*/ 3435065 w 3526505"/>
              <a:gd name="GluePoint1Y" fmla="*/ 979859 h 3993354"/>
              <a:gd name="GluePoint2X" fmla="*/ 3350988 w 3526505"/>
              <a:gd name="GluePoint2Y" fmla="*/ 0 h 3993354"/>
              <a:gd name="GluePoint3X" fmla="*/ 3332955 w 3526505"/>
              <a:gd name="GluePoint3Y" fmla="*/ 2579 h 3993354"/>
              <a:gd name="GluePoint4X" fmla="*/ 18694 w 3526505"/>
              <a:gd name="GluePoint4Y" fmla="*/ 3623095 h 3993354"/>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3350988" h="3993354">
                <a:moveTo>
                  <a:pt x="3350988" y="0"/>
                </a:moveTo>
                <a:lnTo>
                  <a:pt x="3332955" y="2579"/>
                </a:lnTo>
                <a:cubicBezTo>
                  <a:pt x="1567581" y="340872"/>
                  <a:pt x="203053" y="1807517"/>
                  <a:pt x="18694" y="3623095"/>
                </a:cubicBezTo>
                <a:lnTo>
                  <a:pt x="0" y="3993354"/>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439" name="任意多边形: 形状 115"/>
          <p:cNvSpPr/>
          <p:nvPr/>
        </p:nvSpPr>
        <p:spPr>
          <a:xfrm flipH="1" rot="10506000">
            <a:off x="8872200" y="-132480"/>
            <a:ext cx="3163320" cy="3771360"/>
          </a:xfrm>
          <a:custGeom>
            <a:avLst/>
            <a:gdLst>
              <a:gd name="textAreaLeft" fmla="*/ 720 w 3163320"/>
              <a:gd name="textAreaRight" fmla="*/ 3165480 w 3163320"/>
              <a:gd name="textAreaTop" fmla="*/ 0 h 3771360"/>
              <a:gd name="textAreaBottom" fmla="*/ 3771720 h 3771360"/>
              <a:gd name="GluePoint1X" fmla="*/ 3257626 w 3349066"/>
              <a:gd name="GluePoint1Y" fmla="*/ 1081231 h 3773592"/>
              <a:gd name="GluePoint2X" fmla="*/ 3164851 w 3349066"/>
              <a:gd name="GluePoint2Y" fmla="*/ 0 h 3773592"/>
              <a:gd name="GluePoint3X" fmla="*/ 2814251 w 3349066"/>
              <a:gd name="GluePoint3Y" fmla="*/ 84359 h 3773592"/>
              <a:gd name="GluePoint4X" fmla="*/ 16767 w 3349066"/>
              <a:gd name="GluePoint4Y" fmla="*/ 3441508 h 3773592"/>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3164851" h="3773592">
                <a:moveTo>
                  <a:pt x="3164851" y="0"/>
                </a:moveTo>
                <a:lnTo>
                  <a:pt x="2814251" y="84359"/>
                </a:lnTo>
                <a:cubicBezTo>
                  <a:pt x="1309770" y="521817"/>
                  <a:pt x="179528" y="1838638"/>
                  <a:pt x="16767" y="3441508"/>
                </a:cubicBezTo>
                <a:lnTo>
                  <a:pt x="0" y="3773592"/>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440" name="任意多边形: 形状 112"/>
          <p:cNvSpPr/>
          <p:nvPr/>
        </p:nvSpPr>
        <p:spPr>
          <a:xfrm flipH="1" rot="10506000">
            <a:off x="9049680" y="-125640"/>
            <a:ext cx="2993760" cy="3569400"/>
          </a:xfrm>
          <a:custGeom>
            <a:avLst/>
            <a:gdLst>
              <a:gd name="textAreaLeft" fmla="*/ -720 w 2993760"/>
              <a:gd name="textAreaRight" fmla="*/ 2994480 w 2993760"/>
              <a:gd name="textAreaTop" fmla="*/ 0 h 3569400"/>
              <a:gd name="textAreaBottom" fmla="*/ 3570840 h 3569400"/>
              <a:gd name="GluePoint1X" fmla="*/ 3095132 w 3186572"/>
              <a:gd name="GluePoint1Y" fmla="*/ 1166743 h 3571337"/>
              <a:gd name="GluePoint2X" fmla="*/ 2995020 w 3186572"/>
              <a:gd name="GluePoint2Y" fmla="*/ 0 h 3571337"/>
              <a:gd name="GluePoint3X" fmla="*/ 2680178 w 3186572"/>
              <a:gd name="GluePoint3Y" fmla="*/ 75755 h 3571337"/>
              <a:gd name="GluePoint4X" fmla="*/ 15007 w 3186572"/>
              <a:gd name="GluePoint4Y" fmla="*/ 3274119 h 3571337"/>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2995020" h="3571337">
                <a:moveTo>
                  <a:pt x="2995020" y="0"/>
                </a:moveTo>
                <a:lnTo>
                  <a:pt x="2680178" y="75755"/>
                </a:lnTo>
                <a:cubicBezTo>
                  <a:pt x="1246854" y="492521"/>
                  <a:pt x="170070" y="1747060"/>
                  <a:pt x="15007" y="3274119"/>
                </a:cubicBezTo>
                <a:lnTo>
                  <a:pt x="0" y="3571337"/>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441" name="任意多边形: 形状 109"/>
          <p:cNvSpPr/>
          <p:nvPr/>
        </p:nvSpPr>
        <p:spPr>
          <a:xfrm flipH="1" rot="10506000">
            <a:off x="9254520" y="-117360"/>
            <a:ext cx="2799720" cy="3339000"/>
          </a:xfrm>
          <a:custGeom>
            <a:avLst/>
            <a:gdLst>
              <a:gd name="textAreaLeft" fmla="*/ 720 w 2799720"/>
              <a:gd name="textAreaRight" fmla="*/ 2801880 w 2799720"/>
              <a:gd name="textAreaTop" fmla="*/ 0 h 3339000"/>
              <a:gd name="textAreaBottom" fmla="*/ 3340440 h 3339000"/>
              <a:gd name="GluePoint1X" fmla="*/ 2907576 w 2999016"/>
              <a:gd name="GluePoint1Y" fmla="*/ 1242950 h 3340194"/>
              <a:gd name="GluePoint2X" fmla="*/ 2800924 w 2999016"/>
              <a:gd name="GluePoint2Y" fmla="*/ 0 h 3340194"/>
              <a:gd name="GluePoint3X" fmla="*/ 2526951 w 2999016"/>
              <a:gd name="GluePoint3Y" fmla="*/ 65921 h 3340194"/>
              <a:gd name="GluePoint4X" fmla="*/ 12994 w 2999016"/>
              <a:gd name="GluePoint4Y" fmla="*/ 3082818 h 3340194"/>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2800924" h="3340194">
                <a:moveTo>
                  <a:pt x="2800924" y="0"/>
                </a:moveTo>
                <a:lnTo>
                  <a:pt x="2526951" y="65921"/>
                </a:lnTo>
                <a:cubicBezTo>
                  <a:pt x="1174950" y="459042"/>
                  <a:pt x="159259" y="1642401"/>
                  <a:pt x="12994" y="3082818"/>
                </a:cubicBezTo>
                <a:lnTo>
                  <a:pt x="0" y="3340194"/>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442" name="任意多边形: 形状 106"/>
          <p:cNvSpPr/>
          <p:nvPr/>
        </p:nvSpPr>
        <p:spPr>
          <a:xfrm flipH="1" rot="10506000">
            <a:off x="9437400" y="-108000"/>
            <a:ext cx="2624760" cy="3130920"/>
          </a:xfrm>
          <a:custGeom>
            <a:avLst/>
            <a:gdLst>
              <a:gd name="textAreaLeft" fmla="*/ 720 w 2624760"/>
              <a:gd name="textAreaRight" fmla="*/ 2626920 w 2624760"/>
              <a:gd name="textAreaTop" fmla="*/ 0 h 3130920"/>
              <a:gd name="textAreaBottom" fmla="*/ 3132360 h 3130920"/>
              <a:gd name="GluePoint1X" fmla="*/ 2737327 w 2828767"/>
              <a:gd name="GluePoint1Y" fmla="*/ 1294665 h 3132161"/>
              <a:gd name="GluePoint2X" fmla="*/ 2626238 w 2828767"/>
              <a:gd name="GluePoint2Y" fmla="*/ 0 h 3132161"/>
              <a:gd name="GluePoint3X" fmla="*/ 2389046 w 2828767"/>
              <a:gd name="GluePoint3Y" fmla="*/ 57071 h 3132161"/>
              <a:gd name="GluePoint4X" fmla="*/ 11184 w 2828767"/>
              <a:gd name="GluePoint4Y" fmla="*/ 2910647 h 3132161"/>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2626238" h="3132161">
                <a:moveTo>
                  <a:pt x="2626238" y="0"/>
                </a:moveTo>
                <a:lnTo>
                  <a:pt x="2389046" y="57071"/>
                </a:lnTo>
                <a:cubicBezTo>
                  <a:pt x="1110238" y="428910"/>
                  <a:pt x="149531" y="1548208"/>
                  <a:pt x="11184" y="2910647"/>
                </a:cubicBezTo>
                <a:lnTo>
                  <a:pt x="0" y="3132161"/>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443" name="任意多边形: 形状 100"/>
          <p:cNvSpPr/>
          <p:nvPr/>
        </p:nvSpPr>
        <p:spPr>
          <a:xfrm flipH="1" rot="10506000">
            <a:off x="9608760" y="-102600"/>
            <a:ext cx="2462400" cy="2937960"/>
          </a:xfrm>
          <a:custGeom>
            <a:avLst/>
            <a:gdLst>
              <a:gd name="textAreaLeft" fmla="*/ -720 w 2462400"/>
              <a:gd name="textAreaRight" fmla="*/ 2463120 w 2462400"/>
              <a:gd name="textAreaTop" fmla="*/ 0 h 2937960"/>
              <a:gd name="textAreaBottom" fmla="*/ 2939400 h 2937960"/>
              <a:gd name="GluePoint1X" fmla="*/ 3712449 w 3831197"/>
              <a:gd name="GluePoint1Y" fmla="*/ 152245 h 2962385"/>
              <a:gd name="GluePoint2X" fmla="*/ 3831197 w 3831197"/>
              <a:gd name="GluePoint2Y" fmla="*/ 25916 h 2962385"/>
              <a:gd name="GluePoint3X" fmla="*/ 3699385 w 3831197"/>
              <a:gd name="GluePoint3Y" fmla="*/ 0 h 2962385"/>
              <a:gd name="GluePoint4X" fmla="*/ 3712449 w 3831197"/>
              <a:gd name="GluePoint4Y" fmla="*/ 152245 h 2962385"/>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2463816" h="2938740">
                <a:moveTo>
                  <a:pt x="2463816" y="0"/>
                </a:moveTo>
                <a:lnTo>
                  <a:pt x="2260826" y="48842"/>
                </a:lnTo>
                <a:cubicBezTo>
                  <a:pt x="1050068" y="400893"/>
                  <a:pt x="140486" y="1460628"/>
                  <a:pt x="9502" y="2750565"/>
                </a:cubicBezTo>
                <a:lnTo>
                  <a:pt x="0" y="2938740"/>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444" name="任意多边形: 形状 103"/>
          <p:cNvSpPr/>
          <p:nvPr/>
        </p:nvSpPr>
        <p:spPr>
          <a:xfrm flipH="1" rot="10506000">
            <a:off x="9788400" y="-93600"/>
            <a:ext cx="2291040" cy="2733480"/>
          </a:xfrm>
          <a:custGeom>
            <a:avLst/>
            <a:gdLst>
              <a:gd name="textAreaLeft" fmla="*/ -720 w 2291040"/>
              <a:gd name="textAreaRight" fmla="*/ 2291760 w 2291040"/>
              <a:gd name="textAreaTop" fmla="*/ 0 h 2733480"/>
              <a:gd name="textAreaBottom" fmla="*/ 2734920 h 2733480"/>
              <a:gd name="GluePoint1X" fmla="*/ 3543454 w 3550854"/>
              <a:gd name="GluePoint1Y" fmla="*/ 174590 h 2755357"/>
              <a:gd name="GluePoint2X" fmla="*/ 3550854 w 3550854"/>
              <a:gd name="GluePoint2Y" fmla="*/ 3416 h 2755357"/>
              <a:gd name="GluePoint3X" fmla="*/ 3528473 w 3550854"/>
              <a:gd name="GluePoint3Y" fmla="*/ 0 h 2755357"/>
              <a:gd name="GluePoint4X" fmla="*/ 3543454 w 3550854"/>
              <a:gd name="GluePoint4Y" fmla="*/ 174590 h 2755357"/>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2292632" h="2734880">
                <a:moveTo>
                  <a:pt x="2292632" y="0"/>
                </a:moveTo>
                <a:lnTo>
                  <a:pt x="2125687" y="40169"/>
                </a:lnTo>
                <a:cubicBezTo>
                  <a:pt x="986652" y="371366"/>
                  <a:pt x="130951" y="1368324"/>
                  <a:pt x="7726" y="2581848"/>
                </a:cubicBezTo>
                <a:lnTo>
                  <a:pt x="0" y="2734880"/>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445" name="任意多边形: 形状 94"/>
          <p:cNvSpPr/>
          <p:nvPr/>
        </p:nvSpPr>
        <p:spPr>
          <a:xfrm flipH="1" rot="10506000">
            <a:off x="9949320" y="-86040"/>
            <a:ext cx="2137320" cy="2549880"/>
          </a:xfrm>
          <a:custGeom>
            <a:avLst/>
            <a:gdLst>
              <a:gd name="textAreaLeft" fmla="*/ 720 w 2137320"/>
              <a:gd name="textAreaRight" fmla="*/ 2139480 w 2137320"/>
              <a:gd name="textAreaTop" fmla="*/ 0 h 2549880"/>
              <a:gd name="textAreaBottom" fmla="*/ 2551320 h 2549880"/>
              <a:gd name="GluePoint1X" fmla="*/ 3390617 w 3390617"/>
              <a:gd name="GluePoint1Y" fmla="*/ 183198 h 2566238"/>
              <a:gd name="GluePoint2X" fmla="*/ 3374898 w 3390617"/>
              <a:gd name="GluePoint2Y" fmla="*/ 0 h 2566238"/>
              <a:gd name="GluePoint3X" fmla="*/ 3390617 w 3390617"/>
              <a:gd name="GluePoint3Y" fmla="*/ 183198 h 2566238"/>
              <a:gd name="GluePoint4X" fmla="*/ 0 w 3390617"/>
              <a:gd name="GluePoint4Y" fmla="*/ 2566238 h 2566238"/>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2138572" h="2551414">
                <a:moveTo>
                  <a:pt x="2138572" y="0"/>
                </a:moveTo>
                <a:lnTo>
                  <a:pt x="2004062" y="32364"/>
                </a:lnTo>
                <a:cubicBezTo>
                  <a:pt x="929578" y="344792"/>
                  <a:pt x="122371" y="1285252"/>
                  <a:pt x="6130" y="2430004"/>
                </a:cubicBezTo>
                <a:lnTo>
                  <a:pt x="0" y="2551414"/>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446" name="任意多边形: 形状 97"/>
          <p:cNvSpPr/>
          <p:nvPr/>
        </p:nvSpPr>
        <p:spPr>
          <a:xfrm flipH="1" rot="10506000">
            <a:off x="10101240" y="-80280"/>
            <a:ext cx="1993680" cy="2379240"/>
          </a:xfrm>
          <a:custGeom>
            <a:avLst/>
            <a:gdLst>
              <a:gd name="textAreaLeft" fmla="*/ -720 w 1993680"/>
              <a:gd name="textAreaRight" fmla="*/ 1994400 w 1993680"/>
              <a:gd name="textAreaTop" fmla="*/ 0 h 2379240"/>
              <a:gd name="textAreaBottom" fmla="*/ 2380680 h 2379240"/>
              <a:gd name="GluePoint1X" fmla="*/ 3247441 w 3247441"/>
              <a:gd name="GluePoint1Y" fmla="*/ 176150 h 2388211"/>
              <a:gd name="GluePoint2X" fmla="*/ 3232327 w 3247441"/>
              <a:gd name="GluePoint2Y" fmla="*/ 0 h 2388211"/>
              <a:gd name="GluePoint3X" fmla="*/ 3247441 w 3247441"/>
              <a:gd name="GluePoint3Y" fmla="*/ 176150 h 2388211"/>
              <a:gd name="GluePoint4X" fmla="*/ 0 w 3247441"/>
              <a:gd name="GluePoint4Y" fmla="*/ 2388211 h 2388211"/>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1995359" h="2380863">
                <a:moveTo>
                  <a:pt x="1995359" y="0"/>
                </a:moveTo>
                <a:lnTo>
                  <a:pt x="1891005" y="25109"/>
                </a:lnTo>
                <a:cubicBezTo>
                  <a:pt x="876524" y="320088"/>
                  <a:pt x="114395" y="1208028"/>
                  <a:pt x="4645" y="2288853"/>
                </a:cubicBezTo>
                <a:lnTo>
                  <a:pt x="0" y="2380863"/>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447" name="任意多边形: 形状 91"/>
          <p:cNvSpPr/>
          <p:nvPr/>
        </p:nvSpPr>
        <p:spPr>
          <a:xfrm flipH="1" rot="10506000">
            <a:off x="10251720" y="-73080"/>
            <a:ext cx="1848240" cy="2205000"/>
          </a:xfrm>
          <a:custGeom>
            <a:avLst/>
            <a:gdLst>
              <a:gd name="textAreaLeft" fmla="*/ -720 w 1848240"/>
              <a:gd name="textAreaRight" fmla="*/ 1848960 w 1848240"/>
              <a:gd name="textAreaTop" fmla="*/ 0 h 2205000"/>
              <a:gd name="textAreaBottom" fmla="*/ 2205360 h 2205000"/>
              <a:gd name="GluePoint1X" fmla="*/ 3101494 w 3221135"/>
              <a:gd name="GluePoint1Y" fmla="*/ 163645 h 2207585"/>
              <a:gd name="GluePoint2X" fmla="*/ 3221135 w 3221135"/>
              <a:gd name="GluePoint2Y" fmla="*/ 36184 h 2207585"/>
              <a:gd name="GluePoint3X" fmla="*/ 3087752 w 3221135"/>
              <a:gd name="GluePoint3Y" fmla="*/ 3494 h 2207585"/>
              <a:gd name="GluePoint4X" fmla="*/ 3101494 w 3221135"/>
              <a:gd name="GluePoint4Y" fmla="*/ 163645 h 2207585"/>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1849854" h="2207585">
                <a:moveTo>
                  <a:pt x="1849854" y="0"/>
                </a:moveTo>
                <a:lnTo>
                  <a:pt x="1776137" y="17738"/>
                </a:lnTo>
                <a:cubicBezTo>
                  <a:pt x="822621" y="294991"/>
                  <a:pt x="106291" y="1129571"/>
                  <a:pt x="3137" y="2145444"/>
                </a:cubicBezTo>
                <a:lnTo>
                  <a:pt x="0" y="2207585"/>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448" name="任意多边形: 形状 83"/>
          <p:cNvSpPr/>
          <p:nvPr/>
        </p:nvSpPr>
        <p:spPr>
          <a:xfrm flipH="1" rot="10506000">
            <a:off x="10416600" y="-65520"/>
            <a:ext cx="1691640" cy="2009520"/>
          </a:xfrm>
          <a:custGeom>
            <a:avLst/>
            <a:gdLst>
              <a:gd name="textAreaLeft" fmla="*/ 720 w 1691640"/>
              <a:gd name="textAreaRight" fmla="*/ 1693800 w 1691640"/>
              <a:gd name="textAreaTop" fmla="*/ 0 h 2009520"/>
              <a:gd name="textAreaBottom" fmla="*/ 2010600 h 2009520"/>
              <a:gd name="GluePoint1X" fmla="*/ 2942292 w 2983139"/>
              <a:gd name="GluePoint1Y" fmla="*/ 138056 h 2011644"/>
              <a:gd name="GluePoint2X" fmla="*/ 2983139 w 2983139"/>
              <a:gd name="GluePoint2Y" fmla="*/ 13891 h 2011644"/>
              <a:gd name="GluePoint3X" fmla="*/ 2930598 w 2983139"/>
              <a:gd name="GluePoint3Y" fmla="*/ 1780 h 2011644"/>
              <a:gd name="GluePoint4X" fmla="*/ 2942292 w 2983139"/>
              <a:gd name="GluePoint4Y" fmla="*/ 138056 h 2011644"/>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1692848" h="2011644">
                <a:moveTo>
                  <a:pt x="1692848" y="0"/>
                </a:moveTo>
                <a:lnTo>
                  <a:pt x="1450924" y="70211"/>
                </a:lnTo>
                <a:cubicBezTo>
                  <a:pt x="665008" y="380153"/>
                  <a:pt x="90124" y="1109131"/>
                  <a:pt x="1503" y="1981879"/>
                </a:cubicBezTo>
                <a:lnTo>
                  <a:pt x="0" y="2011644"/>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449" name="任意多边形: 形状 74"/>
          <p:cNvSpPr/>
          <p:nvPr/>
        </p:nvSpPr>
        <p:spPr>
          <a:xfrm flipH="1" rot="10506000">
            <a:off x="10728720" y="-54360"/>
            <a:ext cx="1395000" cy="1660320"/>
          </a:xfrm>
          <a:custGeom>
            <a:avLst/>
            <a:gdLst>
              <a:gd name="textAreaLeft" fmla="*/ 720 w 1395000"/>
              <a:gd name="textAreaRight" fmla="*/ 1397160 w 1395000"/>
              <a:gd name="textAreaTop" fmla="*/ 0 h 1660320"/>
              <a:gd name="textAreaBottom" fmla="*/ 1661760 h 1660320"/>
              <a:gd name="GluePoint1X" fmla="*/ 1396099 w 2676094"/>
              <a:gd name="GluePoint1Y" fmla="*/ 0 h 1662070"/>
              <a:gd name="GluePoint2X" fmla="*/ 1289233 w 2676094"/>
              <a:gd name="GluePoint2Y" fmla="*/ 28870 h 1662070"/>
              <a:gd name="GluePoint3X" fmla="*/ 25423 w 2676094"/>
              <a:gd name="GluePoint3Y" fmla="*/ 1495464 h 1662070"/>
              <a:gd name="GluePoint4X" fmla="*/ 0 w 2676094"/>
              <a:gd name="GluePoint4Y" fmla="*/ 1662070 h 1662070"/>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1396099" h="1662070">
                <a:moveTo>
                  <a:pt x="1396099" y="0"/>
                </a:moveTo>
                <a:lnTo>
                  <a:pt x="1289233" y="28870"/>
                </a:lnTo>
                <a:cubicBezTo>
                  <a:pt x="649948" y="262972"/>
                  <a:pt x="164425" y="816097"/>
                  <a:pt x="25423" y="1495464"/>
                </a:cubicBezTo>
                <a:lnTo>
                  <a:pt x="0" y="1662070"/>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450" name="任意多边形: 形状 77"/>
          <p:cNvSpPr/>
          <p:nvPr/>
        </p:nvSpPr>
        <p:spPr>
          <a:xfrm flipH="1" rot="10506000">
            <a:off x="10877040" y="-46440"/>
            <a:ext cx="1250640" cy="1492560"/>
          </a:xfrm>
          <a:custGeom>
            <a:avLst/>
            <a:gdLst>
              <a:gd name="textAreaLeft" fmla="*/ -720 w 1250640"/>
              <a:gd name="textAreaRight" fmla="*/ 1251360 w 1250640"/>
              <a:gd name="textAreaTop" fmla="*/ 0 h 1492560"/>
              <a:gd name="textAreaBottom" fmla="*/ 1494000 h 1492560"/>
              <a:gd name="GluePoint1X" fmla="*/ 1359023 w 1450463"/>
              <a:gd name="GluePoint1Y" fmla="*/ 1242430 h 1493935"/>
              <a:gd name="GluePoint2X" fmla="*/ 1252415 w 1450463"/>
              <a:gd name="GluePoint2Y" fmla="*/ 0 h 1493935"/>
              <a:gd name="GluePoint3X" fmla="*/ 1184988 w 1450463"/>
              <a:gd name="GluePoint3Y" fmla="*/ 18216 h 1493935"/>
              <a:gd name="GluePoint4X" fmla="*/ 18654 w 1450463"/>
              <a:gd name="GluePoint4Y" fmla="*/ 1371695 h 1493935"/>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1252415" h="1493935">
                <a:moveTo>
                  <a:pt x="1252415" y="0"/>
                </a:moveTo>
                <a:lnTo>
                  <a:pt x="1184988" y="18216"/>
                </a:lnTo>
                <a:cubicBezTo>
                  <a:pt x="595010" y="234262"/>
                  <a:pt x="146936" y="744726"/>
                  <a:pt x="18654" y="1371695"/>
                </a:cubicBezTo>
                <a:lnTo>
                  <a:pt x="0" y="1493935"/>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451" name="任意多边形: 形状 47"/>
          <p:cNvSpPr/>
          <p:nvPr/>
        </p:nvSpPr>
        <p:spPr>
          <a:xfrm flipH="1" rot="10506000">
            <a:off x="11979720" y="1080"/>
            <a:ext cx="200520" cy="240120"/>
          </a:xfrm>
          <a:custGeom>
            <a:avLst/>
            <a:gdLst>
              <a:gd name="textAreaLeft" fmla="*/ 720 w 200520"/>
              <a:gd name="textAreaRight" fmla="*/ 202680 w 200520"/>
              <a:gd name="textAreaTop" fmla="*/ 0 h 240120"/>
              <a:gd name="textAreaBottom" fmla="*/ 240480 h 240120"/>
              <a:gd name="GluePoint1X" fmla="*/ 221266 w 312706"/>
              <a:gd name="GluePoint1Y" fmla="*/ 223634 h 315074"/>
              <a:gd name="GluePoint2X" fmla="*/ 202077 w 312706"/>
              <a:gd name="GluePoint2Y" fmla="*/ 0 h 315074"/>
              <a:gd name="GluePoint3X" fmla="*/ 159333 w 312706"/>
              <a:gd name="GluePoint3Y" fmla="*/ 30379 h 315074"/>
              <a:gd name="GluePoint4X" fmla="*/ 41048 w 312706"/>
              <a:gd name="GluePoint4Y" fmla="*/ 166986 h 315074"/>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202077" h="242620">
                <a:moveTo>
                  <a:pt x="202077" y="0"/>
                </a:moveTo>
                <a:lnTo>
                  <a:pt x="159333" y="30379"/>
                </a:lnTo>
                <a:cubicBezTo>
                  <a:pt x="114688" y="70961"/>
                  <a:pt x="74931" y="116826"/>
                  <a:pt x="41048" y="166986"/>
                </a:cubicBezTo>
                <a:lnTo>
                  <a:pt x="0" y="242620"/>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452" name="任意多边形: 形状 53"/>
          <p:cNvSpPr/>
          <p:nvPr/>
        </p:nvSpPr>
        <p:spPr>
          <a:xfrm flipH="1" rot="10506000">
            <a:off x="11631600" y="-15480"/>
            <a:ext cx="533880" cy="645480"/>
          </a:xfrm>
          <a:custGeom>
            <a:avLst/>
            <a:gdLst>
              <a:gd name="textAreaLeft" fmla="*/ 720 w 533880"/>
              <a:gd name="textAreaRight" fmla="*/ 536040 w 533880"/>
              <a:gd name="textAreaTop" fmla="*/ 0 h 645480"/>
              <a:gd name="textAreaBottom" fmla="*/ 646920 h 645480"/>
              <a:gd name="GluePoint1X" fmla="*/ 586582 w 678022"/>
              <a:gd name="GluePoint1Y" fmla="*/ 596584 h 688024"/>
              <a:gd name="GluePoint2X" fmla="*/ 535392 w 678022"/>
              <a:gd name="GluePoint2Y" fmla="*/ 0 h 688024"/>
              <a:gd name="GluePoint3X" fmla="*/ 425863 w 678022"/>
              <a:gd name="GluePoint3Y" fmla="*/ 62963 h 688024"/>
              <a:gd name="GluePoint4X" fmla="*/ 33247 w 678022"/>
              <a:gd name="GluePoint4Y" fmla="*/ 539799 h 688024"/>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535392" h="646916">
                <a:moveTo>
                  <a:pt x="535392" y="0"/>
                </a:moveTo>
                <a:lnTo>
                  <a:pt x="425863" y="62963"/>
                </a:lnTo>
                <a:cubicBezTo>
                  <a:pt x="252910" y="179822"/>
                  <a:pt x="115502" y="345305"/>
                  <a:pt x="33247" y="539799"/>
                </a:cubicBezTo>
                <a:lnTo>
                  <a:pt x="0" y="646916"/>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453" name="任意多边形: 形状 50"/>
          <p:cNvSpPr/>
          <p:nvPr/>
        </p:nvSpPr>
        <p:spPr>
          <a:xfrm flipH="1" rot="10506000">
            <a:off x="11794320" y="-7560"/>
            <a:ext cx="377640" cy="455760"/>
          </a:xfrm>
          <a:custGeom>
            <a:avLst/>
            <a:gdLst>
              <a:gd name="textAreaLeft" fmla="*/ 720 w 377640"/>
              <a:gd name="textAreaRight" fmla="*/ 379800 w 377640"/>
              <a:gd name="textAreaTop" fmla="*/ 0 h 455760"/>
              <a:gd name="textAreaBottom" fmla="*/ 457200 h 455760"/>
              <a:gd name="GluePoint1X" fmla="*/ 415479 w 506919"/>
              <a:gd name="GluePoint1Y" fmla="*/ 421348 h 512788"/>
              <a:gd name="GluePoint2X" fmla="*/ 379325 w 506919"/>
              <a:gd name="GluePoint2Y" fmla="*/ 0 h 512788"/>
              <a:gd name="GluePoint3X" fmla="*/ 344103 w 506919"/>
              <a:gd name="GluePoint3Y" fmla="*/ 20248 h 512788"/>
              <a:gd name="GluePoint4X" fmla="*/ 9381 w 506919"/>
              <a:gd name="GluePoint4Y" fmla="*/ 426772 h 512788"/>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379325" h="456998">
                <a:moveTo>
                  <a:pt x="379325" y="0"/>
                </a:moveTo>
                <a:lnTo>
                  <a:pt x="344103" y="20248"/>
                </a:lnTo>
                <a:cubicBezTo>
                  <a:pt x="196654" y="119875"/>
                  <a:pt x="79507" y="260957"/>
                  <a:pt x="9381" y="426772"/>
                </a:cubicBezTo>
                <a:lnTo>
                  <a:pt x="0" y="456998"/>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454" name="任意多边形: 形状 65"/>
          <p:cNvSpPr/>
          <p:nvPr/>
        </p:nvSpPr>
        <p:spPr>
          <a:xfrm flipH="1" rot="10506000">
            <a:off x="11327760" y="-27360"/>
            <a:ext cx="824040" cy="984240"/>
          </a:xfrm>
          <a:custGeom>
            <a:avLst/>
            <a:gdLst>
              <a:gd name="textAreaLeft" fmla="*/ 720 w 824040"/>
              <a:gd name="textAreaRight" fmla="*/ 826200 w 824040"/>
              <a:gd name="textAreaTop" fmla="*/ 0 h 984240"/>
              <a:gd name="textAreaBottom" fmla="*/ 985680 h 984240"/>
              <a:gd name="GluePoint1X" fmla="*/ 903428 w 994868"/>
              <a:gd name="GluePoint1Y" fmla="*/ 908160 h 999600"/>
              <a:gd name="GluePoint2X" fmla="*/ 825503 w 994868"/>
              <a:gd name="GluePoint2Y" fmla="*/ 0 h 999600"/>
              <a:gd name="GluePoint3X" fmla="*/ 750494 w 994868"/>
              <a:gd name="GluePoint3Y" fmla="*/ 29558 h 999600"/>
              <a:gd name="GluePoint4X" fmla="*/ 77440 w 994868"/>
              <a:gd name="GluePoint4Y" fmla="*/ 736181 h 999600"/>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825503" h="985679">
                <a:moveTo>
                  <a:pt x="825503" y="0"/>
                </a:moveTo>
                <a:lnTo>
                  <a:pt x="750494" y="29558"/>
                </a:lnTo>
                <a:cubicBezTo>
                  <a:pt x="448938" y="174881"/>
                  <a:pt x="208333" y="426677"/>
                  <a:pt x="77440" y="736181"/>
                </a:cubicBezTo>
                <a:lnTo>
                  <a:pt x="0" y="985679"/>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455" name="任意多边形: 形状 59"/>
          <p:cNvSpPr/>
          <p:nvPr/>
        </p:nvSpPr>
        <p:spPr>
          <a:xfrm flipH="1" rot="10506000">
            <a:off x="11481120" y="-20520"/>
            <a:ext cx="676080" cy="813960"/>
          </a:xfrm>
          <a:custGeom>
            <a:avLst/>
            <a:gdLst>
              <a:gd name="textAreaLeft" fmla="*/ -720 w 676080"/>
              <a:gd name="textAreaRight" fmla="*/ 676800 w 676080"/>
              <a:gd name="textAreaTop" fmla="*/ 0 h 813960"/>
              <a:gd name="textAreaBottom" fmla="*/ 815040 h 813960"/>
              <a:gd name="GluePoint1X" fmla="*/ 742235 w 833675"/>
              <a:gd name="GluePoint1Y" fmla="*/ 752012 h 843452"/>
              <a:gd name="GluePoint2X" fmla="*/ 677710 w 833675"/>
              <a:gd name="GluePoint2Y" fmla="*/ 0 h 843452"/>
              <a:gd name="GluePoint3X" fmla="*/ 654567 w 833675"/>
              <a:gd name="GluePoint3Y" fmla="*/ 9120 h 843452"/>
              <a:gd name="GluePoint4X" fmla="*/ 54956 w 833675"/>
              <a:gd name="GluePoint4Y" fmla="*/ 638637 h 843452"/>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677710" h="815699">
                <a:moveTo>
                  <a:pt x="677710" y="0"/>
                </a:moveTo>
                <a:lnTo>
                  <a:pt x="654567" y="9120"/>
                </a:lnTo>
                <a:cubicBezTo>
                  <a:pt x="385916" y="138585"/>
                  <a:pt x="171567" y="362905"/>
                  <a:pt x="54956" y="638637"/>
                </a:cubicBezTo>
                <a:lnTo>
                  <a:pt x="0" y="815699"/>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456" name="任意多边形: 形状 68"/>
          <p:cNvSpPr/>
          <p:nvPr/>
        </p:nvSpPr>
        <p:spPr>
          <a:xfrm flipH="1" rot="10506000">
            <a:off x="11038320" y="-39600"/>
            <a:ext cx="1100880" cy="1321200"/>
          </a:xfrm>
          <a:custGeom>
            <a:avLst/>
            <a:gdLst>
              <a:gd name="textAreaLeft" fmla="*/ -720 w 1100880"/>
              <a:gd name="textAreaRight" fmla="*/ 1101600 w 1100880"/>
              <a:gd name="textAreaTop" fmla="*/ 0 h 1321200"/>
              <a:gd name="textAreaBottom" fmla="*/ 1322640 h 1321200"/>
              <a:gd name="GluePoint1X" fmla="*/ 1204103 w 1295543"/>
              <a:gd name="GluePoint1Y" fmla="*/ 1187291 h 1322555"/>
              <a:gd name="GluePoint2X" fmla="*/ 1102227 w 1295543"/>
              <a:gd name="GluePoint2Y" fmla="*/ 0 h 1322555"/>
              <a:gd name="GluePoint3X" fmla="*/ 1074916 w 1295543"/>
              <a:gd name="GluePoint3Y" fmla="*/ 7378 h 1322555"/>
              <a:gd name="GluePoint4X" fmla="*/ 7737 w 1295543"/>
              <a:gd name="GluePoint4Y" fmla="*/ 1245792 h 1322555"/>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1102227" h="1322555">
                <a:moveTo>
                  <a:pt x="1102227" y="0"/>
                </a:moveTo>
                <a:lnTo>
                  <a:pt x="1074916" y="7378"/>
                </a:lnTo>
                <a:cubicBezTo>
                  <a:pt x="535095" y="205058"/>
                  <a:pt x="125113" y="672125"/>
                  <a:pt x="7737" y="1245792"/>
                </a:cubicBezTo>
                <a:lnTo>
                  <a:pt x="0" y="1322555"/>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457" name="任意多边形: 形状 71"/>
          <p:cNvSpPr/>
          <p:nvPr/>
        </p:nvSpPr>
        <p:spPr>
          <a:xfrm flipH="1" rot="10506000">
            <a:off x="11179800" y="-34560"/>
            <a:ext cx="963000" cy="1155240"/>
          </a:xfrm>
          <a:custGeom>
            <a:avLst/>
            <a:gdLst>
              <a:gd name="textAreaLeft" fmla="*/ 720 w 963000"/>
              <a:gd name="textAreaRight" fmla="*/ 965160 w 963000"/>
              <a:gd name="textAreaTop" fmla="*/ 0 h 1155240"/>
              <a:gd name="textAreaBottom" fmla="*/ 1156680 h 1155240"/>
              <a:gd name="GluePoint1X" fmla="*/ 1055982 w 1147422"/>
              <a:gd name="GluePoint1Y" fmla="*/ 1066021 h 1157461"/>
              <a:gd name="GluePoint2X" fmla="*/ 964511 w 1147422"/>
              <a:gd name="GluePoint2Y" fmla="*/ 0 h 1157461"/>
              <a:gd name="GluePoint3X" fmla="*/ 740170 w 1147422"/>
              <a:gd name="GluePoint3Y" fmla="*/ 104674 h 1157461"/>
              <a:gd name="GluePoint4X" fmla="*/ 3394 w 1147422"/>
              <a:gd name="GluePoint4Y" fmla="*/ 1122952 h 1157461"/>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964511" h="1156630">
                <a:moveTo>
                  <a:pt x="964511" y="0"/>
                </a:moveTo>
                <a:lnTo>
                  <a:pt x="740170" y="104674"/>
                </a:lnTo>
                <a:cubicBezTo>
                  <a:pt x="366685" y="319460"/>
                  <a:pt x="92491" y="687490"/>
                  <a:pt x="3394" y="1122952"/>
                </a:cubicBezTo>
                <a:lnTo>
                  <a:pt x="0" y="1156630"/>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458" name="KSO_TEMPLATE" hidden="1"/>
          <p:cNvSpPr/>
          <p:nvPr/>
        </p:nvSpPr>
        <p:spPr>
          <a:xfrm>
            <a:off x="0" y="0"/>
            <a:ext cx="360" cy="360"/>
          </a:xfrm>
          <a:prstGeom prst="rect">
            <a:avLst/>
          </a:prstGeom>
          <a:solidFill>
            <a:schemeClr val="accent1"/>
          </a:solidFill>
          <a:ln>
            <a:solidFill>
              <a:srgbClr val="ad822f"/>
            </a:solidFill>
          </a:ln>
        </p:spPr>
        <p:style>
          <a:lnRef idx="2">
            <a:schemeClr val="accent1">
              <a:shade val="50000"/>
            </a:schemeClr>
          </a:lnRef>
          <a:fillRef idx="1">
            <a:schemeClr val="accent1"/>
          </a:fillRef>
          <a:effectRef idx="0">
            <a:schemeClr val="accent1"/>
          </a:effectRef>
          <a:fontRef idx="minor"/>
        </p:style>
        <p:txBody>
          <a:bodyPr lIns="90000" rIns="90000" tIns="-44280" bIns="-44280" anchor="ctr">
            <a:noAutofit/>
          </a:bodyPr>
          <a:p>
            <a:pPr algn="ctr" defTabSz="914400">
              <a:lnSpc>
                <a:spcPct val="100000"/>
              </a:lnSpc>
            </a:pPr>
            <a:endParaRPr lang="en-US" sz="1800" b="0" u="none" strike="noStrike">
              <a:solidFill>
                <a:schemeClr val="lt1"/>
              </a:solidFill>
              <a:effectLst/>
              <a:uFillTx/>
              <a:latin typeface="Arial"/>
              <a:ea typeface="微软雅黑"/>
            </a:endParaRPr>
          </a:p>
        </p:txBody>
      </p:sp>
      <p:sp>
        <p:nvSpPr>
          <p:cNvPr id="459" name="PlaceHolder 1"/>
          <p:cNvSpPr>
            <a:spLocks noGrp="1"/>
          </p:cNvSpPr>
          <p:nvPr>
            <p:ph type="body"/>
          </p:nvPr>
        </p:nvSpPr>
        <p:spPr>
          <a:xfrm>
            <a:off x="695880" y="360000"/>
            <a:ext cx="10800720" cy="5816520"/>
          </a:xfrm>
          <a:prstGeom prst="rect">
            <a:avLst/>
          </a:prstGeom>
          <a:noFill/>
          <a:ln w="0">
            <a:noFill/>
          </a:ln>
        </p:spPr>
        <p:txBody>
          <a:bodyPr lIns="0" rIns="0" tIns="0" bIns="0" anchor="t">
            <a:normAutofit/>
          </a:bodyPr>
          <a:p>
            <a:pPr marL="228600" indent="-228600" defTabSz="914400">
              <a:lnSpc>
                <a:spcPct val="130000"/>
              </a:lnSpc>
              <a:spcBef>
                <a:spcPts val="1001"/>
              </a:spcBef>
              <a:buClr>
                <a:srgbClr val="000000"/>
              </a:buClr>
              <a:buFont typeface="Arial"/>
              <a:buChar char="•"/>
            </a:pPr>
            <a:r>
              <a:rPr lang="zh-CN" sz="2400" b="0" u="none" strike="noStrike">
                <a:solidFill>
                  <a:schemeClr val="dk1"/>
                </a:solidFill>
                <a:effectLst/>
                <a:uFillTx/>
                <a:latin typeface="Arial"/>
                <a:ea typeface="微软雅黑"/>
              </a:rPr>
              <a:t>单击此处编辑母版文本样式</a:t>
            </a:r>
            <a:endParaRPr lang="en-US" sz="2400" b="0" u="none" strike="noStrike">
              <a:solidFill>
                <a:srgbClr val="000000"/>
              </a:solidFill>
              <a:effectLst/>
              <a:uFillTx/>
              <a:latin typeface="Arial"/>
            </a:endParaRPr>
          </a:p>
          <a:p>
            <a:pPr marL="538560" lvl="1" indent="-206280" defTabSz="914400">
              <a:lnSpc>
                <a:spcPct val="130000"/>
              </a:lnSpc>
              <a:buClr>
                <a:srgbClr val="595959"/>
              </a:buClr>
              <a:buFont typeface="Arial"/>
              <a:buChar char="•"/>
            </a:pPr>
            <a:r>
              <a:rPr lang="zh-CN" sz="2000" b="0" u="none" strike="noStrike">
                <a:solidFill>
                  <a:schemeClr val="dk1">
                    <a:lumMod val="65000"/>
                    <a:lumOff val="35000"/>
                  </a:schemeClr>
                </a:solidFill>
                <a:effectLst/>
                <a:uFillTx/>
                <a:latin typeface="Arial"/>
                <a:ea typeface="微软雅黑"/>
              </a:rPr>
              <a:t>第二级</a:t>
            </a:r>
            <a:endParaRPr lang="en-US" sz="2000" b="0" u="none" strike="noStrike">
              <a:solidFill>
                <a:srgbClr val="000000"/>
              </a:solidFill>
              <a:effectLst/>
              <a:uFillTx/>
              <a:latin typeface="Arial"/>
            </a:endParaRPr>
          </a:p>
          <a:p>
            <a:pPr marL="798840" lvl="2" indent="-162000" defTabSz="914400">
              <a:lnSpc>
                <a:spcPct val="130000"/>
              </a:lnSpc>
              <a:buClr>
                <a:srgbClr val="595959"/>
              </a:buClr>
              <a:buFont typeface="Arial"/>
              <a:buChar char="•"/>
            </a:pPr>
            <a:r>
              <a:rPr lang="zh-CN" sz="1800" b="0" u="none" strike="noStrike">
                <a:solidFill>
                  <a:schemeClr val="dk1">
                    <a:lumMod val="65000"/>
                    <a:lumOff val="35000"/>
                  </a:schemeClr>
                </a:solidFill>
                <a:effectLst/>
                <a:uFillTx/>
                <a:latin typeface="Arial"/>
                <a:ea typeface="微软雅黑"/>
              </a:rPr>
              <a:t>第三级</a:t>
            </a:r>
            <a:endParaRPr lang="en-US" sz="1800" b="0" u="none" strike="noStrike">
              <a:solidFill>
                <a:srgbClr val="000000"/>
              </a:solidFill>
              <a:effectLst/>
              <a:uFillTx/>
              <a:latin typeface="Arial"/>
            </a:endParaRPr>
          </a:p>
          <a:p>
            <a:pPr marL="1030680" lvl="3" indent="-149400" defTabSz="914400">
              <a:lnSpc>
                <a:spcPct val="130000"/>
              </a:lnSpc>
              <a:buClr>
                <a:srgbClr val="595959"/>
              </a:buClr>
              <a:buFont typeface="Arial"/>
              <a:buChar char="•"/>
            </a:pPr>
            <a:r>
              <a:rPr lang="zh-CN" sz="1600" b="0" u="none" strike="noStrike">
                <a:solidFill>
                  <a:schemeClr val="dk1">
                    <a:lumMod val="65000"/>
                    <a:lumOff val="35000"/>
                  </a:schemeClr>
                </a:solidFill>
                <a:effectLst/>
                <a:uFillTx/>
                <a:latin typeface="Arial"/>
                <a:ea typeface="微软雅黑"/>
              </a:rPr>
              <a:t>第四级</a:t>
            </a:r>
            <a:endParaRPr lang="en-US" sz="1600" b="0" u="none" strike="noStrike">
              <a:solidFill>
                <a:srgbClr val="000000"/>
              </a:solidFill>
              <a:effectLst/>
              <a:uFillTx/>
              <a:latin typeface="Arial"/>
            </a:endParaRPr>
          </a:p>
          <a:p>
            <a:pPr marL="1235160" lvl="4" indent="-127080" defTabSz="914400">
              <a:lnSpc>
                <a:spcPct val="130000"/>
              </a:lnSpc>
              <a:buClr>
                <a:srgbClr val="595959"/>
              </a:buClr>
              <a:buFont typeface="Arial"/>
              <a:buChar char="•"/>
            </a:pPr>
            <a:r>
              <a:rPr lang="zh-CN" sz="1400" b="0" u="none" strike="noStrike">
                <a:solidFill>
                  <a:schemeClr val="dk1">
                    <a:lumMod val="65000"/>
                    <a:lumOff val="35000"/>
                  </a:schemeClr>
                </a:solidFill>
                <a:effectLst/>
                <a:uFillTx/>
                <a:latin typeface="Arial"/>
                <a:ea typeface="微软雅黑"/>
              </a:rPr>
              <a:t>第五级</a:t>
            </a:r>
            <a:endParaRPr lang="en-US" sz="1400" b="0" u="none" strike="noStrike">
              <a:solidFill>
                <a:srgbClr val="000000"/>
              </a:solidFill>
              <a:effectLst/>
              <a:uFillTx/>
              <a:latin typeface="Arial"/>
            </a:endParaRPr>
          </a:p>
        </p:txBody>
      </p:sp>
      <p:sp>
        <p:nvSpPr>
          <p:cNvPr id="460" name="PlaceHolder 2"/>
          <p:cNvSpPr>
            <a:spLocks noGrp="1"/>
          </p:cNvSpPr>
          <p:nvPr>
            <p:ph type="dt" idx="25"/>
          </p:nvPr>
        </p:nvSpPr>
        <p:spPr>
          <a:xfrm>
            <a:off x="695880" y="6356520"/>
            <a:ext cx="2741760" cy="363600"/>
          </a:xfrm>
          <a:prstGeom prst="rect">
            <a:avLst/>
          </a:prstGeom>
          <a:noFill/>
          <a:ln w="0">
            <a:noFill/>
          </a:ln>
        </p:spPr>
        <p:txBody>
          <a:bodyPr lIns="91440" rIns="91440" tIns="45720" bIns="45720" anchor="ctr">
            <a:normAutofit/>
          </a:bodyPr>
          <a:lstStyle>
            <a:lvl1pPr indent="0">
              <a:lnSpc>
                <a:spcPct val="100000"/>
              </a:lnSpc>
              <a:buNone/>
              <a:tabLst>
                <a:tab algn="l" pos="0"/>
              </a:tabLst>
              <a:defRPr lang="en-US" sz="1400" b="0" u="none" strike="noStrike">
                <a:solidFill>
                  <a:srgbClr val="000000"/>
                </a:solidFill>
                <a:effectLst/>
                <a:uFillTx/>
                <a:latin typeface="Times New Roman"/>
              </a:defRPr>
            </a:lvl1pPr>
          </a:lstStyle>
          <a:p>
            <a:pPr indent="0">
              <a:lnSpc>
                <a:spcPct val="100000"/>
              </a:lnSpc>
              <a:buNone/>
              <a:tabLst>
                <a:tab algn="l" pos="0"/>
              </a:tabLst>
            </a:pPr>
            <a:r>
              <a:rPr lang="en-US" sz="1400" b="0" u="none" strike="noStrike">
                <a:solidFill>
                  <a:srgbClr val="000000"/>
                </a:solidFill>
                <a:effectLst/>
                <a:uFillTx/>
                <a:latin typeface="Times New Roman"/>
              </a:rPr>
              <a:t>&lt;date/time&gt;</a:t>
            </a:r>
            <a:endParaRPr lang="en-US" sz="1400" b="0" u="none" strike="noStrike">
              <a:solidFill>
                <a:srgbClr val="000000"/>
              </a:solidFill>
              <a:effectLst/>
              <a:uFillTx/>
              <a:latin typeface="Times New Roman"/>
            </a:endParaRPr>
          </a:p>
        </p:txBody>
      </p:sp>
      <p:sp>
        <p:nvSpPr>
          <p:cNvPr id="461" name="PlaceHolder 3"/>
          <p:cNvSpPr>
            <a:spLocks noGrp="1"/>
          </p:cNvSpPr>
          <p:nvPr>
            <p:ph type="ftr" idx="26"/>
          </p:nvPr>
        </p:nvSpPr>
        <p:spPr>
          <a:xfrm>
            <a:off x="4038480" y="6356520"/>
            <a:ext cx="4113360" cy="36360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n-US" sz="1400" b="0" u="none" strike="noStrike">
                <a:solidFill>
                  <a:srgbClr val="000000"/>
                </a:solidFill>
                <a:effectLst/>
                <a:uFillTx/>
                <a:latin typeface="Times New Roman"/>
              </a:defRPr>
            </a:lvl1pPr>
          </a:lstStyle>
          <a:p>
            <a:pPr indent="0" algn="ctr">
              <a:lnSpc>
                <a:spcPct val="100000"/>
              </a:lnSpc>
              <a:buNone/>
              <a:tabLst>
                <a:tab algn="l" pos="0"/>
              </a:tabLst>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462" name="PlaceHolder 4"/>
          <p:cNvSpPr>
            <a:spLocks noGrp="1"/>
          </p:cNvSpPr>
          <p:nvPr>
            <p:ph type="sldNum" idx="27"/>
          </p:nvPr>
        </p:nvSpPr>
        <p:spPr>
          <a:xfrm>
            <a:off x="8754120" y="6356520"/>
            <a:ext cx="2741760" cy="363600"/>
          </a:xfrm>
          <a:prstGeom prst="rect">
            <a:avLst/>
          </a:prstGeom>
          <a:noFill/>
          <a:ln w="0">
            <a:noFill/>
          </a:ln>
        </p:spPr>
        <p:txBody>
          <a:bodyPr lIns="91440" rIns="91440" tIns="45720" bIns="45720" anchor="ctr">
            <a:normAutofit fontScale="70000" lnSpcReduction="19999"/>
          </a:bodyPr>
          <a:p>
            <a:pPr indent="0">
              <a:buNone/>
            </a:pPr>
            <a:endParaRPr lang="en-US" sz="1800" b="0" u="none" strike="noStrike">
              <a:solidFill>
                <a:srgbClr val="000000"/>
              </a:solidFill>
              <a:effectLst/>
              <a:uFillTx/>
              <a:latin typeface="Times New Roman"/>
            </a:endParaRP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标题幻灯片">
    <p:bg>
      <p:bgPr>
        <a:solidFill>
          <a:srgbClr val="fbf4ea"/>
        </a:solidFill>
      </p:bgPr>
    </p:bg>
    <p:spTree>
      <p:nvGrpSpPr>
        <p:cNvPr id="1" name=""/>
        <p:cNvGrpSpPr/>
        <p:nvPr/>
      </p:nvGrpSpPr>
      <p:grpSpPr>
        <a:xfrm>
          <a:off x="0" y="0"/>
          <a:ext cx="0" cy="0"/>
          <a:chOff x="0" y="0"/>
          <a:chExt cx="0" cy="0"/>
        </a:xfrm>
      </p:grpSpPr>
      <p:sp>
        <p:nvSpPr>
          <p:cNvPr id="463" name="任意多边形: 形状 80" hidden="1"/>
          <p:cNvSpPr/>
          <p:nvPr/>
        </p:nvSpPr>
        <p:spPr>
          <a:xfrm flipH="1" rot="10506000">
            <a:off x="10570680" y="-60480"/>
            <a:ext cx="1543680" cy="1835280"/>
          </a:xfrm>
          <a:custGeom>
            <a:avLst/>
            <a:gdLst>
              <a:gd name="textAreaLeft" fmla="*/ -720 w 1543680"/>
              <a:gd name="textAreaRight" fmla="*/ 1544400 w 1543680"/>
              <a:gd name="textAreaTop" fmla="*/ 0 h 1835280"/>
              <a:gd name="textAreaBottom" fmla="*/ 1836720 h 1835280"/>
              <a:gd name="GluePoint1X" fmla="*/ 2792134 w 2792134"/>
              <a:gd name="GluePoint1Y" fmla="*/ 114232 h 1836002"/>
              <a:gd name="GluePoint2X" fmla="*/ 2783173 w 2792134"/>
              <a:gd name="GluePoint2Y" fmla="*/ 9795 h 1836002"/>
              <a:gd name="GluePoint3X" fmla="*/ 2792134 w 2792134"/>
              <a:gd name="GluePoint3Y" fmla="*/ 114232 h 1836002"/>
              <a:gd name="GluePoint4X" fmla="*/ 0 w 2792134"/>
              <a:gd name="GluePoint4Y" fmla="*/ 1836002 h 1836002"/>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1544734" h="1836002">
                <a:moveTo>
                  <a:pt x="1544734" y="0"/>
                </a:moveTo>
                <a:lnTo>
                  <a:pt x="1397073" y="39891"/>
                </a:lnTo>
                <a:cubicBezTo>
                  <a:pt x="706781" y="292672"/>
                  <a:pt x="182520" y="889930"/>
                  <a:pt x="32427" y="1623501"/>
                </a:cubicBezTo>
                <a:lnTo>
                  <a:pt x="0" y="1836002"/>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464" name="任意多边形: 形状 4" hidden="1"/>
          <p:cNvSpPr/>
          <p:nvPr/>
        </p:nvSpPr>
        <p:spPr>
          <a:xfrm flipH="1" rot="10506000">
            <a:off x="7315560" y="3581280"/>
            <a:ext cx="1772280" cy="1882440"/>
          </a:xfrm>
          <a:custGeom>
            <a:avLst/>
            <a:gdLst>
              <a:gd name="textAreaLeft" fmla="*/ 720 w 1772280"/>
              <a:gd name="textAreaRight" fmla="*/ 1774440 w 1772280"/>
              <a:gd name="textAreaTop" fmla="*/ 0 h 1882440"/>
              <a:gd name="textAreaBottom" fmla="*/ 1883160 h 1882440"/>
              <a:gd name="GluePoint1X" fmla="*/ 1042541 w 1207728"/>
              <a:gd name="GluePoint1Y" fmla="*/ 79574 h 1283476"/>
              <a:gd name="GluePoint2X" fmla="*/ 1207728 w 1207728"/>
              <a:gd name="GluePoint2Y" fmla="*/ 0 h 1283476"/>
              <a:gd name="GluePoint3X" fmla="*/ 1136917 w 1207728"/>
              <a:gd name="GluePoint3Y" fmla="*/ 50355 h 1283476"/>
              <a:gd name="GluePoint4X" fmla="*/ 79165 w 1207728"/>
              <a:gd name="GluePoint4Y" fmla="*/ 1159992 h 1283476"/>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1207728" h="1283476">
                <a:moveTo>
                  <a:pt x="1207728" y="0"/>
                </a:moveTo>
                <a:lnTo>
                  <a:pt x="1136917" y="50355"/>
                </a:lnTo>
                <a:cubicBezTo>
                  <a:pt x="725367" y="358134"/>
                  <a:pt x="367298" y="733498"/>
                  <a:pt x="79165" y="1159992"/>
                </a:cubicBezTo>
                <a:lnTo>
                  <a:pt x="0" y="1283476"/>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465" name="任意多边形: 形状 5" hidden="1"/>
          <p:cNvSpPr/>
          <p:nvPr/>
        </p:nvSpPr>
        <p:spPr>
          <a:xfrm flipH="1" rot="10506000">
            <a:off x="7380720" y="710640"/>
            <a:ext cx="4323600" cy="4608000"/>
          </a:xfrm>
          <a:custGeom>
            <a:avLst/>
            <a:gdLst>
              <a:gd name="textAreaLeft" fmla="*/ -720 w 4323600"/>
              <a:gd name="textAreaRight" fmla="*/ 4324320 w 4323600"/>
              <a:gd name="textAreaTop" fmla="*/ 0 h 4608000"/>
              <a:gd name="textAreaBottom" fmla="*/ 4609440 h 4608000"/>
              <a:gd name="GluePoint1X" fmla="*/ 328916 w 3017844"/>
              <a:gd name="GluePoint1Y" fmla="*/ 2179446 h 3183247"/>
              <a:gd name="GluePoint2X" fmla="*/ 30466 w 3017844"/>
              <a:gd name="GluePoint2Y" fmla="*/ 3170046 h 3183247"/>
              <a:gd name="GluePoint3X" fmla="*/ 27504 w 3017844"/>
              <a:gd name="GluePoint3Y" fmla="*/ 3183247 h 3183247"/>
              <a:gd name="GluePoint4X" fmla="*/ 0 w 3017844"/>
              <a:gd name="GluePoint4Y" fmla="*/ 3138693 h 3183247"/>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2945236" h="3138693">
                <a:moveTo>
                  <a:pt x="0" y="3138693"/>
                </a:moveTo>
                <a:lnTo>
                  <a:pt x="1500" y="3126894"/>
                </a:lnTo>
                <a:cubicBezTo>
                  <a:pt x="231547" y="1621315"/>
                  <a:pt x="1347493" y="407251"/>
                  <a:pt x="2800676" y="33364"/>
                </a:cubicBezTo>
                <a:lnTo>
                  <a:pt x="2945236" y="0"/>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466" name="任意多边形: 形状 6" hidden="1"/>
          <p:cNvSpPr/>
          <p:nvPr/>
        </p:nvSpPr>
        <p:spPr>
          <a:xfrm flipH="1" rot="10506000">
            <a:off x="7542000" y="397440"/>
            <a:ext cx="4448160" cy="4739040"/>
          </a:xfrm>
          <a:custGeom>
            <a:avLst/>
            <a:gdLst>
              <a:gd name="textAreaLeft" fmla="*/ -720 w 4448160"/>
              <a:gd name="textAreaRight" fmla="*/ 4448880 w 4448160"/>
              <a:gd name="textAreaTop" fmla="*/ 0 h 4739040"/>
              <a:gd name="textAreaBottom" fmla="*/ 4740120 h 4739040"/>
              <a:gd name="GluePoint1X" fmla="*/ 2962086 w 3092451"/>
              <a:gd name="GluePoint1Y" fmla="*/ 9776 h 3270607"/>
              <a:gd name="GluePoint2X" fmla="*/ 3012498 w 3092451"/>
              <a:gd name="GluePoint2Y" fmla="*/ 0 h 3270607"/>
              <a:gd name="GluePoint3X" fmla="*/ 3092451 w 3092451"/>
              <a:gd name="GluePoint3Y" fmla="*/ 42327 h 3270607"/>
              <a:gd name="GluePoint4X" fmla="*/ 2952423 w 3092451"/>
              <a:gd name="GluePoint4Y" fmla="*/ 67333 h 3270607"/>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3030313" h="3228280">
                <a:moveTo>
                  <a:pt x="3030313" y="0"/>
                </a:moveTo>
                <a:lnTo>
                  <a:pt x="2890285" y="25006"/>
                </a:lnTo>
                <a:cubicBezTo>
                  <a:pt x="1348940" y="340411"/>
                  <a:pt x="162205" y="1629308"/>
                  <a:pt x="536" y="3221241"/>
                </a:cubicBezTo>
                <a:cubicBezTo>
                  <a:pt x="357" y="3223587"/>
                  <a:pt x="179" y="3225934"/>
                  <a:pt x="0" y="3228280"/>
                </a:cubicBez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467" name="任意多边形: 形状 127" hidden="1"/>
          <p:cNvSpPr/>
          <p:nvPr/>
        </p:nvSpPr>
        <p:spPr>
          <a:xfrm flipH="1" rot="10506000">
            <a:off x="8095320" y="-164880"/>
            <a:ext cx="3903840" cy="4644360"/>
          </a:xfrm>
          <a:custGeom>
            <a:avLst/>
            <a:gdLst>
              <a:gd name="textAreaLeft" fmla="*/ -720 w 3903840"/>
              <a:gd name="textAreaRight" fmla="*/ 3904560 w 3903840"/>
              <a:gd name="textAreaTop" fmla="*/ 0 h 4644360"/>
              <a:gd name="textAreaBottom" fmla="*/ 4645800 h 4644360"/>
              <a:gd name="GluePoint1X" fmla="*/ 3954163 w 4045603"/>
              <a:gd name="GluePoint1Y" fmla="*/ 567055 h 4646186"/>
              <a:gd name="GluePoint2X" fmla="*/ 3905507 w 4045603"/>
              <a:gd name="GluePoint2Y" fmla="*/ 0 h 4646186"/>
              <a:gd name="GluePoint3X" fmla="*/ 3567107 w 4045603"/>
              <a:gd name="GluePoint3Y" fmla="*/ 67546 h 4646186"/>
              <a:gd name="GluePoint4X" fmla="*/ 0 w 4045603"/>
              <a:gd name="GluePoint4Y" fmla="*/ 4644643 h 4646186"/>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3905507" h="4646186">
                <a:moveTo>
                  <a:pt x="3905507" y="0"/>
                </a:moveTo>
                <a:lnTo>
                  <a:pt x="3567107" y="67546"/>
                </a:lnTo>
                <a:cubicBezTo>
                  <a:pt x="1517708" y="581295"/>
                  <a:pt x="0" y="2435707"/>
                  <a:pt x="0" y="4644643"/>
                </a:cubicBezTo>
                <a:cubicBezTo>
                  <a:pt x="13" y="4645157"/>
                  <a:pt x="26" y="4645672"/>
                  <a:pt x="39" y="4646186"/>
                </a:cubicBez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468" name="任意多边形: 形状 124" hidden="1"/>
          <p:cNvSpPr/>
          <p:nvPr/>
        </p:nvSpPr>
        <p:spPr>
          <a:xfrm flipH="1" rot="10506000">
            <a:off x="8283240" y="-159120"/>
            <a:ext cx="3724200" cy="4434120"/>
          </a:xfrm>
          <a:custGeom>
            <a:avLst/>
            <a:gdLst>
              <a:gd name="textAreaLeft" fmla="*/ 720 w 3724200"/>
              <a:gd name="textAreaRight" fmla="*/ 3726360 w 3724200"/>
              <a:gd name="textAreaTop" fmla="*/ 0 h 4434120"/>
              <a:gd name="textAreaBottom" fmla="*/ 4435560 h 4434120"/>
              <a:gd name="GluePoint1X" fmla="*/ 3787180 w 3878620"/>
              <a:gd name="GluePoint1Y" fmla="*/ 715349 h 4435247"/>
              <a:gd name="GluePoint2X" fmla="*/ 3725799 w 3878620"/>
              <a:gd name="GluePoint2Y" fmla="*/ 0 h 4435247"/>
              <a:gd name="GluePoint3X" fmla="*/ 3665439 w 3878620"/>
              <a:gd name="GluePoint3Y" fmla="*/ 8632 h 4435247"/>
              <a:gd name="GluePoint4X" fmla="*/ 22575 w 3878620"/>
              <a:gd name="GluePoint4Y" fmla="*/ 3988117 h 4435247"/>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3725799" h="4435247">
                <a:moveTo>
                  <a:pt x="3725799" y="0"/>
                </a:moveTo>
                <a:lnTo>
                  <a:pt x="3665439" y="8632"/>
                </a:lnTo>
                <a:cubicBezTo>
                  <a:pt x="1725033" y="380466"/>
                  <a:pt x="225214" y="1992527"/>
                  <a:pt x="22575" y="3988117"/>
                </a:cubicBezTo>
                <a:lnTo>
                  <a:pt x="0" y="4435247"/>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469" name="任意多边形: 形状 9" hidden="1"/>
          <p:cNvSpPr/>
          <p:nvPr/>
        </p:nvSpPr>
        <p:spPr>
          <a:xfrm flipH="1" rot="10506000">
            <a:off x="7066440" y="2034000"/>
            <a:ext cx="3428280" cy="3656880"/>
          </a:xfrm>
          <a:custGeom>
            <a:avLst/>
            <a:gdLst>
              <a:gd name="textAreaLeft" fmla="*/ 720 w 3428280"/>
              <a:gd name="textAreaRight" fmla="*/ 3430440 w 3428280"/>
              <a:gd name="textAreaTop" fmla="*/ 0 h 3656880"/>
              <a:gd name="textAreaBottom" fmla="*/ 3657600 h 3656880"/>
              <a:gd name="GluePoint1X" fmla="*/ 2114901 w 2335534"/>
              <a:gd name="GluePoint1Y" fmla="*/ 14872 h 2491287"/>
              <a:gd name="GluePoint2X" fmla="*/ 2335534 w 2335534"/>
              <a:gd name="GluePoint2Y" fmla="*/ 0 h 2491287"/>
              <a:gd name="GluePoint3X" fmla="*/ 2166244 w 2335534"/>
              <a:gd name="GluePoint3Y" fmla="*/ 76534 h 2491287"/>
              <a:gd name="GluePoint4X" fmla="*/ 14436 w 2335534"/>
              <a:gd name="GluePoint4Y" fmla="*/ 2448623 h 2491287"/>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2335534" h="2491287">
                <a:moveTo>
                  <a:pt x="2335534" y="0"/>
                </a:moveTo>
                <a:lnTo>
                  <a:pt x="2166244" y="76534"/>
                </a:lnTo>
                <a:cubicBezTo>
                  <a:pt x="1174276" y="554513"/>
                  <a:pt x="396178" y="1406038"/>
                  <a:pt x="14436" y="2448623"/>
                </a:cubicBezTo>
                <a:lnTo>
                  <a:pt x="0" y="2491287"/>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470" name="任意多边形: 形状 16" hidden="1"/>
          <p:cNvSpPr/>
          <p:nvPr/>
        </p:nvSpPr>
        <p:spPr>
          <a:xfrm flipH="1" rot="10506000">
            <a:off x="7094880" y="2736720"/>
            <a:ext cx="2743200" cy="2936880"/>
          </a:xfrm>
          <a:custGeom>
            <a:avLst/>
            <a:gdLst>
              <a:gd name="textAreaLeft" fmla="*/ -720 w 2743200"/>
              <a:gd name="textAreaRight" fmla="*/ 2743920 w 2743200"/>
              <a:gd name="textAreaTop" fmla="*/ 0 h 2936880"/>
              <a:gd name="textAreaBottom" fmla="*/ 2938320 h 2936880"/>
              <a:gd name="GluePoint1X" fmla="*/ 720197 w 2006436"/>
              <a:gd name="GluePoint1Y" fmla="*/ 1027963 h 2148811"/>
              <a:gd name="GluePoint2X" fmla="*/ 14075 w 2006436"/>
              <a:gd name="GluePoint2Y" fmla="*/ 2123638 h 2148811"/>
              <a:gd name="GluePoint3X" fmla="*/ 0 w 2006436"/>
              <a:gd name="GluePoint3Y" fmla="*/ 2148811 h 2148811"/>
              <a:gd name="GluePoint4X" fmla="*/ 70 w 2006436"/>
              <a:gd name="GluePoint4Y" fmla="*/ 2009948 h 2148811"/>
              <a:gd name="GluePoint5X" fmla="*/ 1638 w 2006436"/>
              <a:gd name="GluePoint5Y" fmla="*/ 1999672 h 2148811"/>
            </a:gdLst>
            <a:ahLst/>
            <a:cxnLst>
              <a:cxn ang="0">
                <a:pos x="GluePoint1X" y="GluePoint1Y"/>
              </a:cxn>
              <a:cxn ang="0">
                <a:pos x="GluePoint2X" y="GluePoint2Y"/>
              </a:cxn>
              <a:cxn ang="0">
                <a:pos x="GluePoint3X" y="GluePoint3Y"/>
              </a:cxn>
              <a:cxn ang="0">
                <a:pos x="GluePoint4X" y="GluePoint4Y"/>
              </a:cxn>
              <a:cxn ang="0">
                <a:pos x="GluePoint5X" y="GluePoint5Y"/>
              </a:cxn>
            </a:cxnLst>
            <a:rect l="textAreaLeft" t="textAreaTop" r="textAreaRight" b="textAreaBottom"/>
            <a:pathLst>
              <a:path w="1869053" h="2000692">
                <a:moveTo>
                  <a:pt x="0" y="2000692"/>
                </a:moveTo>
                <a:lnTo>
                  <a:pt x="1568" y="1990416"/>
                </a:lnTo>
                <a:lnTo>
                  <a:pt x="15892" y="1958733"/>
                </a:lnTo>
                <a:cubicBezTo>
                  <a:pt x="389303" y="1183777"/>
                  <a:pt x="981584" y="534133"/>
                  <a:pt x="1712542" y="89993"/>
                </a:cubicBezTo>
                <a:lnTo>
                  <a:pt x="1869053" y="0"/>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471" name="任意多边形: 形状 17" hidden="1"/>
          <p:cNvSpPr/>
          <p:nvPr/>
        </p:nvSpPr>
        <p:spPr>
          <a:xfrm flipH="1" rot="10506000">
            <a:off x="7128360" y="1531800"/>
            <a:ext cx="3835080" cy="4082400"/>
          </a:xfrm>
          <a:custGeom>
            <a:avLst/>
            <a:gdLst>
              <a:gd name="textAreaLeft" fmla="*/ 720 w 3835080"/>
              <a:gd name="textAreaRight" fmla="*/ 3837240 w 3835080"/>
              <a:gd name="textAreaTop" fmla="*/ 0 h 4082400"/>
              <a:gd name="textAreaBottom" fmla="*/ 4083480 h 4082400"/>
              <a:gd name="GluePoint1X" fmla="*/ 2151789 w 2692052"/>
              <a:gd name="GluePoint1Y" fmla="*/ 261907 h 2832246"/>
              <a:gd name="GluePoint2X" fmla="*/ 1478689 w 2692052"/>
              <a:gd name="GluePoint2Y" fmla="*/ 661957 h 2832246"/>
              <a:gd name="GluePoint3X" fmla="*/ 964339 w 2692052"/>
              <a:gd name="GluePoint3Y" fmla="*/ 1150907 h 2832246"/>
              <a:gd name="GluePoint4X" fmla="*/ 564289 w 2692052"/>
              <a:gd name="GluePoint4Y" fmla="*/ 1633507 h 2832246"/>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2612863" h="2781134">
                <a:moveTo>
                  <a:pt x="0" y="2781134"/>
                </a:moveTo>
                <a:lnTo>
                  <a:pt x="35434" y="2656357"/>
                </a:lnTo>
                <a:cubicBezTo>
                  <a:pt x="414818" y="1436598"/>
                  <a:pt x="1348392" y="461005"/>
                  <a:pt x="2541633" y="24101"/>
                </a:cubicBezTo>
                <a:lnTo>
                  <a:pt x="2612863" y="0"/>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472" name="任意多边形: 形状 18" hidden="1"/>
          <p:cNvSpPr/>
          <p:nvPr/>
        </p:nvSpPr>
        <p:spPr>
          <a:xfrm flipH="1" rot="10506000">
            <a:off x="7241400" y="1079640"/>
            <a:ext cx="4133160" cy="4399200"/>
          </a:xfrm>
          <a:custGeom>
            <a:avLst/>
            <a:gdLst>
              <a:gd name="textAreaLeft" fmla="*/ 720 w 4133160"/>
              <a:gd name="textAreaRight" fmla="*/ 4135320 w 4133160"/>
              <a:gd name="textAreaTop" fmla="*/ 0 h 4399200"/>
              <a:gd name="textAreaBottom" fmla="*/ 4400640 h 4399200"/>
              <a:gd name="GluePoint1X" fmla="*/ 2644879 w 2852093"/>
              <a:gd name="GluePoint1Y" fmla="*/ 27487 h 3028139"/>
              <a:gd name="GluePoint2X" fmla="*/ 2740621 w 2852093"/>
              <a:gd name="GluePoint2Y" fmla="*/ 0 h 3028139"/>
              <a:gd name="GluePoint3X" fmla="*/ 2814697 w 2852093"/>
              <a:gd name="GluePoint3Y" fmla="*/ 17806 h 3028139"/>
              <a:gd name="GluePoint4X" fmla="*/ 2852093 w 2852093"/>
              <a:gd name="GluePoint4Y" fmla="*/ 31493 h 3028139"/>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2815694" h="2996646">
                <a:moveTo>
                  <a:pt x="2815694" y="0"/>
                </a:moveTo>
                <a:lnTo>
                  <a:pt x="2686366" y="36725"/>
                </a:lnTo>
                <a:cubicBezTo>
                  <a:pt x="1390883" y="439662"/>
                  <a:pt x="382022" y="1493150"/>
                  <a:pt x="41909" y="2815064"/>
                </a:cubicBezTo>
                <a:lnTo>
                  <a:pt x="0" y="2996646"/>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473" name="任意多边形: 形状 133" hidden="1"/>
          <p:cNvSpPr/>
          <p:nvPr/>
        </p:nvSpPr>
        <p:spPr>
          <a:xfrm flipH="1" rot="10506000">
            <a:off x="7709040" y="142920"/>
            <a:ext cx="4286520" cy="4781520"/>
          </a:xfrm>
          <a:custGeom>
            <a:avLst/>
            <a:gdLst>
              <a:gd name="textAreaLeft" fmla="*/ 720 w 4286520"/>
              <a:gd name="textAreaRight" fmla="*/ 4288680 w 4286520"/>
              <a:gd name="textAreaTop" fmla="*/ 0 h 4781520"/>
              <a:gd name="textAreaBottom" fmla="*/ 4782960 h 4781520"/>
              <a:gd name="GluePoint1X" fmla="*/ 4304865 w 4396305"/>
              <a:gd name="GluePoint1Y" fmla="*/ 195751 h 4782905"/>
              <a:gd name="GluePoint2X" fmla="*/ 4288068 w 4396305"/>
              <a:gd name="GluePoint2Y" fmla="*/ 0 h 4782905"/>
              <a:gd name="GluePoint3X" fmla="*/ 3928555 w 4396305"/>
              <a:gd name="GluePoint3Y" fmla="*/ 70602 h 4782905"/>
              <a:gd name="GluePoint4X" fmla="*/ 17839 w 4396305"/>
              <a:gd name="GluePoint4Y" fmla="*/ 4548292 h 4782905"/>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4288068" h="4782905">
                <a:moveTo>
                  <a:pt x="4288068" y="0"/>
                </a:moveTo>
                <a:lnTo>
                  <a:pt x="3928555" y="70602"/>
                </a:lnTo>
                <a:cubicBezTo>
                  <a:pt x="1835095" y="574619"/>
                  <a:pt x="240192" y="2358551"/>
                  <a:pt x="17839" y="4548292"/>
                </a:cubicBezTo>
                <a:lnTo>
                  <a:pt x="0" y="4782905"/>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474" name="任意多边形: 形状 130" hidden="1"/>
          <p:cNvSpPr/>
          <p:nvPr/>
        </p:nvSpPr>
        <p:spPr>
          <a:xfrm flipH="1" rot="10506000">
            <a:off x="7884720" y="-79920"/>
            <a:ext cx="4107600" cy="4792680"/>
          </a:xfrm>
          <a:custGeom>
            <a:avLst/>
            <a:gdLst>
              <a:gd name="textAreaLeft" fmla="*/ -720 w 4107600"/>
              <a:gd name="textAreaRight" fmla="*/ 4108320 w 4107600"/>
              <a:gd name="textAreaTop" fmla="*/ 0 h 4792680"/>
              <a:gd name="textAreaBottom" fmla="*/ 4794120 h 4792680"/>
              <a:gd name="GluePoint1X" fmla="*/ 4141638 w 4233078"/>
              <a:gd name="GluePoint1Y" fmla="*/ 380598 h 4794215"/>
              <a:gd name="GluePoint2X" fmla="*/ 4108980 w 4233078"/>
              <a:gd name="GluePoint2Y" fmla="*/ 0 h 4794215"/>
              <a:gd name="GluePoint3X" fmla="*/ 3989868 w 4233078"/>
              <a:gd name="GluePoint3Y" fmla="*/ 17610 h 4794215"/>
              <a:gd name="GluePoint4X" fmla="*/ 4531 w 4233078"/>
              <a:gd name="GluePoint4Y" fmla="*/ 4615010 h 4794215"/>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4108980" h="4794215">
                <a:moveTo>
                  <a:pt x="4108980" y="0"/>
                </a:moveTo>
                <a:lnTo>
                  <a:pt x="3989868" y="17610"/>
                </a:lnTo>
                <a:cubicBezTo>
                  <a:pt x="1795783" y="445192"/>
                  <a:pt x="120627" y="2324411"/>
                  <a:pt x="4531" y="4615010"/>
                </a:cubicBezTo>
                <a:cubicBezTo>
                  <a:pt x="3020" y="4674745"/>
                  <a:pt x="1511" y="4734480"/>
                  <a:pt x="0" y="4794215"/>
                </a:cubicBez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475" name="任意多边形: 形状 121" hidden="1"/>
          <p:cNvSpPr/>
          <p:nvPr/>
        </p:nvSpPr>
        <p:spPr>
          <a:xfrm flipH="1" rot="10506000">
            <a:off x="8479440" y="-151200"/>
            <a:ext cx="3537360" cy="4214160"/>
          </a:xfrm>
          <a:custGeom>
            <a:avLst/>
            <a:gdLst>
              <a:gd name="textAreaLeft" fmla="*/ -720 w 3537360"/>
              <a:gd name="textAreaRight" fmla="*/ 3538080 w 3537360"/>
              <a:gd name="textAreaTop" fmla="*/ 0 h 4214160"/>
              <a:gd name="textAreaBottom" fmla="*/ 4215600 h 4214160"/>
              <a:gd name="GluePoint1X" fmla="*/ 3612025 w 3703465"/>
              <a:gd name="GluePoint1Y" fmla="*/ 853309 h 4214790"/>
              <a:gd name="GluePoint2X" fmla="*/ 3538807 w 3703465"/>
              <a:gd name="GluePoint2Y" fmla="*/ 0 h 4214790"/>
              <a:gd name="GluePoint3X" fmla="*/ 3499564 w 3703465"/>
              <a:gd name="GluePoint3Y" fmla="*/ 5613 h 4214790"/>
              <a:gd name="GluePoint4X" fmla="*/ 20639 w 3703465"/>
              <a:gd name="GluePoint4Y" fmla="*/ 3806010 h 4214790"/>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3538807" h="4214790">
                <a:moveTo>
                  <a:pt x="3538807" y="0"/>
                </a:moveTo>
                <a:lnTo>
                  <a:pt x="3499564" y="5613"/>
                </a:lnTo>
                <a:cubicBezTo>
                  <a:pt x="1646482" y="360713"/>
                  <a:pt x="214158" y="1900228"/>
                  <a:pt x="20639" y="3806010"/>
                </a:cubicBezTo>
                <a:lnTo>
                  <a:pt x="0" y="4214790"/>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476" name="任意多边形: 形状 118" hidden="1"/>
          <p:cNvSpPr/>
          <p:nvPr/>
        </p:nvSpPr>
        <p:spPr>
          <a:xfrm flipH="1" rot="10506000">
            <a:off x="8676360" y="-141840"/>
            <a:ext cx="3349440" cy="3992040"/>
          </a:xfrm>
          <a:custGeom>
            <a:avLst/>
            <a:gdLst>
              <a:gd name="textAreaLeft" fmla="*/ -720 w 3349440"/>
              <a:gd name="textAreaRight" fmla="*/ 3350160 w 3349440"/>
              <a:gd name="textAreaTop" fmla="*/ 0 h 3992040"/>
              <a:gd name="textAreaBottom" fmla="*/ 3993480 h 3992040"/>
              <a:gd name="GluePoint1X" fmla="*/ 3435065 w 3526505"/>
              <a:gd name="GluePoint1Y" fmla="*/ 979859 h 3993354"/>
              <a:gd name="GluePoint2X" fmla="*/ 3350988 w 3526505"/>
              <a:gd name="GluePoint2Y" fmla="*/ 0 h 3993354"/>
              <a:gd name="GluePoint3X" fmla="*/ 3332955 w 3526505"/>
              <a:gd name="GluePoint3Y" fmla="*/ 2579 h 3993354"/>
              <a:gd name="GluePoint4X" fmla="*/ 18694 w 3526505"/>
              <a:gd name="GluePoint4Y" fmla="*/ 3623095 h 3993354"/>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3350988" h="3993354">
                <a:moveTo>
                  <a:pt x="3350988" y="0"/>
                </a:moveTo>
                <a:lnTo>
                  <a:pt x="3332955" y="2579"/>
                </a:lnTo>
                <a:cubicBezTo>
                  <a:pt x="1567581" y="340872"/>
                  <a:pt x="203053" y="1807517"/>
                  <a:pt x="18694" y="3623095"/>
                </a:cubicBezTo>
                <a:lnTo>
                  <a:pt x="0" y="3993354"/>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477" name="任意多边形: 形状 115" hidden="1"/>
          <p:cNvSpPr/>
          <p:nvPr/>
        </p:nvSpPr>
        <p:spPr>
          <a:xfrm flipH="1" rot="10506000">
            <a:off x="8872200" y="-132480"/>
            <a:ext cx="3163320" cy="3771360"/>
          </a:xfrm>
          <a:custGeom>
            <a:avLst/>
            <a:gdLst>
              <a:gd name="textAreaLeft" fmla="*/ 720 w 3163320"/>
              <a:gd name="textAreaRight" fmla="*/ 3165480 w 3163320"/>
              <a:gd name="textAreaTop" fmla="*/ 0 h 3771360"/>
              <a:gd name="textAreaBottom" fmla="*/ 3771720 h 3771360"/>
              <a:gd name="GluePoint1X" fmla="*/ 3257626 w 3349066"/>
              <a:gd name="GluePoint1Y" fmla="*/ 1081231 h 3773592"/>
              <a:gd name="GluePoint2X" fmla="*/ 3164851 w 3349066"/>
              <a:gd name="GluePoint2Y" fmla="*/ 0 h 3773592"/>
              <a:gd name="GluePoint3X" fmla="*/ 2814251 w 3349066"/>
              <a:gd name="GluePoint3Y" fmla="*/ 84359 h 3773592"/>
              <a:gd name="GluePoint4X" fmla="*/ 16767 w 3349066"/>
              <a:gd name="GluePoint4Y" fmla="*/ 3441508 h 3773592"/>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3164851" h="3773592">
                <a:moveTo>
                  <a:pt x="3164851" y="0"/>
                </a:moveTo>
                <a:lnTo>
                  <a:pt x="2814251" y="84359"/>
                </a:lnTo>
                <a:cubicBezTo>
                  <a:pt x="1309770" y="521817"/>
                  <a:pt x="179528" y="1838638"/>
                  <a:pt x="16767" y="3441508"/>
                </a:cubicBezTo>
                <a:lnTo>
                  <a:pt x="0" y="3773592"/>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478" name="任意多边形: 形状 112" hidden="1"/>
          <p:cNvSpPr/>
          <p:nvPr/>
        </p:nvSpPr>
        <p:spPr>
          <a:xfrm flipH="1" rot="10506000">
            <a:off x="9049680" y="-125640"/>
            <a:ext cx="2993760" cy="3569400"/>
          </a:xfrm>
          <a:custGeom>
            <a:avLst/>
            <a:gdLst>
              <a:gd name="textAreaLeft" fmla="*/ -720 w 2993760"/>
              <a:gd name="textAreaRight" fmla="*/ 2994480 w 2993760"/>
              <a:gd name="textAreaTop" fmla="*/ 0 h 3569400"/>
              <a:gd name="textAreaBottom" fmla="*/ 3570840 h 3569400"/>
              <a:gd name="GluePoint1X" fmla="*/ 3095132 w 3186572"/>
              <a:gd name="GluePoint1Y" fmla="*/ 1166743 h 3571337"/>
              <a:gd name="GluePoint2X" fmla="*/ 2995020 w 3186572"/>
              <a:gd name="GluePoint2Y" fmla="*/ 0 h 3571337"/>
              <a:gd name="GluePoint3X" fmla="*/ 2680178 w 3186572"/>
              <a:gd name="GluePoint3Y" fmla="*/ 75755 h 3571337"/>
              <a:gd name="GluePoint4X" fmla="*/ 15007 w 3186572"/>
              <a:gd name="GluePoint4Y" fmla="*/ 3274119 h 3571337"/>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2995020" h="3571337">
                <a:moveTo>
                  <a:pt x="2995020" y="0"/>
                </a:moveTo>
                <a:lnTo>
                  <a:pt x="2680178" y="75755"/>
                </a:lnTo>
                <a:cubicBezTo>
                  <a:pt x="1246854" y="492521"/>
                  <a:pt x="170070" y="1747060"/>
                  <a:pt x="15007" y="3274119"/>
                </a:cubicBezTo>
                <a:lnTo>
                  <a:pt x="0" y="3571337"/>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479" name="任意多边形: 形状 109" hidden="1"/>
          <p:cNvSpPr/>
          <p:nvPr/>
        </p:nvSpPr>
        <p:spPr>
          <a:xfrm flipH="1" rot="10506000">
            <a:off x="9254520" y="-117360"/>
            <a:ext cx="2799720" cy="3339000"/>
          </a:xfrm>
          <a:custGeom>
            <a:avLst/>
            <a:gdLst>
              <a:gd name="textAreaLeft" fmla="*/ 720 w 2799720"/>
              <a:gd name="textAreaRight" fmla="*/ 2801880 w 2799720"/>
              <a:gd name="textAreaTop" fmla="*/ 0 h 3339000"/>
              <a:gd name="textAreaBottom" fmla="*/ 3340440 h 3339000"/>
              <a:gd name="GluePoint1X" fmla="*/ 2907576 w 2999016"/>
              <a:gd name="GluePoint1Y" fmla="*/ 1242950 h 3340194"/>
              <a:gd name="GluePoint2X" fmla="*/ 2800924 w 2999016"/>
              <a:gd name="GluePoint2Y" fmla="*/ 0 h 3340194"/>
              <a:gd name="GluePoint3X" fmla="*/ 2526951 w 2999016"/>
              <a:gd name="GluePoint3Y" fmla="*/ 65921 h 3340194"/>
              <a:gd name="GluePoint4X" fmla="*/ 12994 w 2999016"/>
              <a:gd name="GluePoint4Y" fmla="*/ 3082818 h 3340194"/>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2800924" h="3340194">
                <a:moveTo>
                  <a:pt x="2800924" y="0"/>
                </a:moveTo>
                <a:lnTo>
                  <a:pt x="2526951" y="65921"/>
                </a:lnTo>
                <a:cubicBezTo>
                  <a:pt x="1174950" y="459042"/>
                  <a:pt x="159259" y="1642401"/>
                  <a:pt x="12994" y="3082818"/>
                </a:cubicBezTo>
                <a:lnTo>
                  <a:pt x="0" y="3340194"/>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480" name="任意多边形: 形状 106" hidden="1"/>
          <p:cNvSpPr/>
          <p:nvPr/>
        </p:nvSpPr>
        <p:spPr>
          <a:xfrm flipH="1" rot="10506000">
            <a:off x="9437400" y="-108000"/>
            <a:ext cx="2624760" cy="3130920"/>
          </a:xfrm>
          <a:custGeom>
            <a:avLst/>
            <a:gdLst>
              <a:gd name="textAreaLeft" fmla="*/ 720 w 2624760"/>
              <a:gd name="textAreaRight" fmla="*/ 2626920 w 2624760"/>
              <a:gd name="textAreaTop" fmla="*/ 0 h 3130920"/>
              <a:gd name="textAreaBottom" fmla="*/ 3132360 h 3130920"/>
              <a:gd name="GluePoint1X" fmla="*/ 2737327 w 2828767"/>
              <a:gd name="GluePoint1Y" fmla="*/ 1294665 h 3132161"/>
              <a:gd name="GluePoint2X" fmla="*/ 2626238 w 2828767"/>
              <a:gd name="GluePoint2Y" fmla="*/ 0 h 3132161"/>
              <a:gd name="GluePoint3X" fmla="*/ 2389046 w 2828767"/>
              <a:gd name="GluePoint3Y" fmla="*/ 57071 h 3132161"/>
              <a:gd name="GluePoint4X" fmla="*/ 11184 w 2828767"/>
              <a:gd name="GluePoint4Y" fmla="*/ 2910647 h 3132161"/>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2626238" h="3132161">
                <a:moveTo>
                  <a:pt x="2626238" y="0"/>
                </a:moveTo>
                <a:lnTo>
                  <a:pt x="2389046" y="57071"/>
                </a:lnTo>
                <a:cubicBezTo>
                  <a:pt x="1110238" y="428910"/>
                  <a:pt x="149531" y="1548208"/>
                  <a:pt x="11184" y="2910647"/>
                </a:cubicBezTo>
                <a:lnTo>
                  <a:pt x="0" y="3132161"/>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481" name="任意多边形: 形状 100" hidden="1"/>
          <p:cNvSpPr/>
          <p:nvPr/>
        </p:nvSpPr>
        <p:spPr>
          <a:xfrm flipH="1" rot="10506000">
            <a:off x="9608760" y="-102600"/>
            <a:ext cx="2462400" cy="2937960"/>
          </a:xfrm>
          <a:custGeom>
            <a:avLst/>
            <a:gdLst>
              <a:gd name="textAreaLeft" fmla="*/ -720 w 2462400"/>
              <a:gd name="textAreaRight" fmla="*/ 2463120 w 2462400"/>
              <a:gd name="textAreaTop" fmla="*/ 0 h 2937960"/>
              <a:gd name="textAreaBottom" fmla="*/ 2939400 h 2937960"/>
              <a:gd name="GluePoint1X" fmla="*/ 3712449 w 3831197"/>
              <a:gd name="GluePoint1Y" fmla="*/ 152245 h 2962385"/>
              <a:gd name="GluePoint2X" fmla="*/ 3831197 w 3831197"/>
              <a:gd name="GluePoint2Y" fmla="*/ 25916 h 2962385"/>
              <a:gd name="GluePoint3X" fmla="*/ 3699385 w 3831197"/>
              <a:gd name="GluePoint3Y" fmla="*/ 0 h 2962385"/>
              <a:gd name="GluePoint4X" fmla="*/ 3712449 w 3831197"/>
              <a:gd name="GluePoint4Y" fmla="*/ 152245 h 2962385"/>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2463816" h="2938740">
                <a:moveTo>
                  <a:pt x="2463816" y="0"/>
                </a:moveTo>
                <a:lnTo>
                  <a:pt x="2260826" y="48842"/>
                </a:lnTo>
                <a:cubicBezTo>
                  <a:pt x="1050068" y="400893"/>
                  <a:pt x="140486" y="1460628"/>
                  <a:pt x="9502" y="2750565"/>
                </a:cubicBezTo>
                <a:lnTo>
                  <a:pt x="0" y="2938740"/>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482" name="任意多边形: 形状 103" hidden="1"/>
          <p:cNvSpPr/>
          <p:nvPr/>
        </p:nvSpPr>
        <p:spPr>
          <a:xfrm flipH="1" rot="10506000">
            <a:off x="9788400" y="-93600"/>
            <a:ext cx="2291040" cy="2733480"/>
          </a:xfrm>
          <a:custGeom>
            <a:avLst/>
            <a:gdLst>
              <a:gd name="textAreaLeft" fmla="*/ -720 w 2291040"/>
              <a:gd name="textAreaRight" fmla="*/ 2291760 w 2291040"/>
              <a:gd name="textAreaTop" fmla="*/ 0 h 2733480"/>
              <a:gd name="textAreaBottom" fmla="*/ 2734920 h 2733480"/>
              <a:gd name="GluePoint1X" fmla="*/ 3543454 w 3550854"/>
              <a:gd name="GluePoint1Y" fmla="*/ 174590 h 2755357"/>
              <a:gd name="GluePoint2X" fmla="*/ 3550854 w 3550854"/>
              <a:gd name="GluePoint2Y" fmla="*/ 3416 h 2755357"/>
              <a:gd name="GluePoint3X" fmla="*/ 3528473 w 3550854"/>
              <a:gd name="GluePoint3Y" fmla="*/ 0 h 2755357"/>
              <a:gd name="GluePoint4X" fmla="*/ 3543454 w 3550854"/>
              <a:gd name="GluePoint4Y" fmla="*/ 174590 h 2755357"/>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2292632" h="2734880">
                <a:moveTo>
                  <a:pt x="2292632" y="0"/>
                </a:moveTo>
                <a:lnTo>
                  <a:pt x="2125687" y="40169"/>
                </a:lnTo>
                <a:cubicBezTo>
                  <a:pt x="986652" y="371366"/>
                  <a:pt x="130951" y="1368324"/>
                  <a:pt x="7726" y="2581848"/>
                </a:cubicBezTo>
                <a:lnTo>
                  <a:pt x="0" y="2734880"/>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483" name="任意多边形: 形状 94" hidden="1"/>
          <p:cNvSpPr/>
          <p:nvPr/>
        </p:nvSpPr>
        <p:spPr>
          <a:xfrm flipH="1" rot="10506000">
            <a:off x="9949320" y="-86040"/>
            <a:ext cx="2137320" cy="2549880"/>
          </a:xfrm>
          <a:custGeom>
            <a:avLst/>
            <a:gdLst>
              <a:gd name="textAreaLeft" fmla="*/ 720 w 2137320"/>
              <a:gd name="textAreaRight" fmla="*/ 2139480 w 2137320"/>
              <a:gd name="textAreaTop" fmla="*/ 0 h 2549880"/>
              <a:gd name="textAreaBottom" fmla="*/ 2551320 h 2549880"/>
              <a:gd name="GluePoint1X" fmla="*/ 3390617 w 3390617"/>
              <a:gd name="GluePoint1Y" fmla="*/ 183198 h 2566238"/>
              <a:gd name="GluePoint2X" fmla="*/ 3374898 w 3390617"/>
              <a:gd name="GluePoint2Y" fmla="*/ 0 h 2566238"/>
              <a:gd name="GluePoint3X" fmla="*/ 3390617 w 3390617"/>
              <a:gd name="GluePoint3Y" fmla="*/ 183198 h 2566238"/>
              <a:gd name="GluePoint4X" fmla="*/ 0 w 3390617"/>
              <a:gd name="GluePoint4Y" fmla="*/ 2566238 h 2566238"/>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2138572" h="2551414">
                <a:moveTo>
                  <a:pt x="2138572" y="0"/>
                </a:moveTo>
                <a:lnTo>
                  <a:pt x="2004062" y="32364"/>
                </a:lnTo>
                <a:cubicBezTo>
                  <a:pt x="929578" y="344792"/>
                  <a:pt x="122371" y="1285252"/>
                  <a:pt x="6130" y="2430004"/>
                </a:cubicBezTo>
                <a:lnTo>
                  <a:pt x="0" y="2551414"/>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484" name="任意多边形: 形状 97" hidden="1"/>
          <p:cNvSpPr/>
          <p:nvPr/>
        </p:nvSpPr>
        <p:spPr>
          <a:xfrm flipH="1" rot="10506000">
            <a:off x="10101240" y="-80280"/>
            <a:ext cx="1993680" cy="2379240"/>
          </a:xfrm>
          <a:custGeom>
            <a:avLst/>
            <a:gdLst>
              <a:gd name="textAreaLeft" fmla="*/ -720 w 1993680"/>
              <a:gd name="textAreaRight" fmla="*/ 1994400 w 1993680"/>
              <a:gd name="textAreaTop" fmla="*/ 0 h 2379240"/>
              <a:gd name="textAreaBottom" fmla="*/ 2380680 h 2379240"/>
              <a:gd name="GluePoint1X" fmla="*/ 3247441 w 3247441"/>
              <a:gd name="GluePoint1Y" fmla="*/ 176150 h 2388211"/>
              <a:gd name="GluePoint2X" fmla="*/ 3232327 w 3247441"/>
              <a:gd name="GluePoint2Y" fmla="*/ 0 h 2388211"/>
              <a:gd name="GluePoint3X" fmla="*/ 3247441 w 3247441"/>
              <a:gd name="GluePoint3Y" fmla="*/ 176150 h 2388211"/>
              <a:gd name="GluePoint4X" fmla="*/ 0 w 3247441"/>
              <a:gd name="GluePoint4Y" fmla="*/ 2388211 h 2388211"/>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1995359" h="2380863">
                <a:moveTo>
                  <a:pt x="1995359" y="0"/>
                </a:moveTo>
                <a:lnTo>
                  <a:pt x="1891005" y="25109"/>
                </a:lnTo>
                <a:cubicBezTo>
                  <a:pt x="876524" y="320088"/>
                  <a:pt x="114395" y="1208028"/>
                  <a:pt x="4645" y="2288853"/>
                </a:cubicBezTo>
                <a:lnTo>
                  <a:pt x="0" y="2380863"/>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485" name="任意多边形: 形状 91" hidden="1"/>
          <p:cNvSpPr/>
          <p:nvPr/>
        </p:nvSpPr>
        <p:spPr>
          <a:xfrm flipH="1" rot="10506000">
            <a:off x="10251720" y="-73080"/>
            <a:ext cx="1848240" cy="2205000"/>
          </a:xfrm>
          <a:custGeom>
            <a:avLst/>
            <a:gdLst>
              <a:gd name="textAreaLeft" fmla="*/ -720 w 1848240"/>
              <a:gd name="textAreaRight" fmla="*/ 1848960 w 1848240"/>
              <a:gd name="textAreaTop" fmla="*/ 0 h 2205000"/>
              <a:gd name="textAreaBottom" fmla="*/ 2205360 h 2205000"/>
              <a:gd name="GluePoint1X" fmla="*/ 3101494 w 3221135"/>
              <a:gd name="GluePoint1Y" fmla="*/ 163645 h 2207585"/>
              <a:gd name="GluePoint2X" fmla="*/ 3221135 w 3221135"/>
              <a:gd name="GluePoint2Y" fmla="*/ 36184 h 2207585"/>
              <a:gd name="GluePoint3X" fmla="*/ 3087752 w 3221135"/>
              <a:gd name="GluePoint3Y" fmla="*/ 3494 h 2207585"/>
              <a:gd name="GluePoint4X" fmla="*/ 3101494 w 3221135"/>
              <a:gd name="GluePoint4Y" fmla="*/ 163645 h 2207585"/>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1849854" h="2207585">
                <a:moveTo>
                  <a:pt x="1849854" y="0"/>
                </a:moveTo>
                <a:lnTo>
                  <a:pt x="1776137" y="17738"/>
                </a:lnTo>
                <a:cubicBezTo>
                  <a:pt x="822621" y="294991"/>
                  <a:pt x="106291" y="1129571"/>
                  <a:pt x="3137" y="2145444"/>
                </a:cubicBezTo>
                <a:lnTo>
                  <a:pt x="0" y="2207585"/>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486" name="任意多边形: 形状 83" hidden="1"/>
          <p:cNvSpPr/>
          <p:nvPr/>
        </p:nvSpPr>
        <p:spPr>
          <a:xfrm flipH="1" rot="10506000">
            <a:off x="10416600" y="-65520"/>
            <a:ext cx="1691640" cy="2009520"/>
          </a:xfrm>
          <a:custGeom>
            <a:avLst/>
            <a:gdLst>
              <a:gd name="textAreaLeft" fmla="*/ 720 w 1691640"/>
              <a:gd name="textAreaRight" fmla="*/ 1693800 w 1691640"/>
              <a:gd name="textAreaTop" fmla="*/ 0 h 2009520"/>
              <a:gd name="textAreaBottom" fmla="*/ 2010600 h 2009520"/>
              <a:gd name="GluePoint1X" fmla="*/ 2942292 w 2983139"/>
              <a:gd name="GluePoint1Y" fmla="*/ 138056 h 2011644"/>
              <a:gd name="GluePoint2X" fmla="*/ 2983139 w 2983139"/>
              <a:gd name="GluePoint2Y" fmla="*/ 13891 h 2011644"/>
              <a:gd name="GluePoint3X" fmla="*/ 2930598 w 2983139"/>
              <a:gd name="GluePoint3Y" fmla="*/ 1780 h 2011644"/>
              <a:gd name="GluePoint4X" fmla="*/ 2942292 w 2983139"/>
              <a:gd name="GluePoint4Y" fmla="*/ 138056 h 2011644"/>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1692848" h="2011644">
                <a:moveTo>
                  <a:pt x="1692848" y="0"/>
                </a:moveTo>
                <a:lnTo>
                  <a:pt x="1450924" y="70211"/>
                </a:lnTo>
                <a:cubicBezTo>
                  <a:pt x="665008" y="380153"/>
                  <a:pt x="90124" y="1109131"/>
                  <a:pt x="1503" y="1981879"/>
                </a:cubicBezTo>
                <a:lnTo>
                  <a:pt x="0" y="2011644"/>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487" name="任意多边形: 形状 74" hidden="1"/>
          <p:cNvSpPr/>
          <p:nvPr/>
        </p:nvSpPr>
        <p:spPr>
          <a:xfrm flipH="1" rot="10506000">
            <a:off x="10728720" y="-54360"/>
            <a:ext cx="1395000" cy="1660320"/>
          </a:xfrm>
          <a:custGeom>
            <a:avLst/>
            <a:gdLst>
              <a:gd name="textAreaLeft" fmla="*/ 720 w 1395000"/>
              <a:gd name="textAreaRight" fmla="*/ 1397160 w 1395000"/>
              <a:gd name="textAreaTop" fmla="*/ 0 h 1660320"/>
              <a:gd name="textAreaBottom" fmla="*/ 1661760 h 1660320"/>
              <a:gd name="GluePoint1X" fmla="*/ 1396099 w 2676094"/>
              <a:gd name="GluePoint1Y" fmla="*/ 0 h 1662070"/>
              <a:gd name="GluePoint2X" fmla="*/ 1289233 w 2676094"/>
              <a:gd name="GluePoint2Y" fmla="*/ 28870 h 1662070"/>
              <a:gd name="GluePoint3X" fmla="*/ 25423 w 2676094"/>
              <a:gd name="GluePoint3Y" fmla="*/ 1495464 h 1662070"/>
              <a:gd name="GluePoint4X" fmla="*/ 0 w 2676094"/>
              <a:gd name="GluePoint4Y" fmla="*/ 1662070 h 1662070"/>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1396099" h="1662070">
                <a:moveTo>
                  <a:pt x="1396099" y="0"/>
                </a:moveTo>
                <a:lnTo>
                  <a:pt x="1289233" y="28870"/>
                </a:lnTo>
                <a:cubicBezTo>
                  <a:pt x="649948" y="262972"/>
                  <a:pt x="164425" y="816097"/>
                  <a:pt x="25423" y="1495464"/>
                </a:cubicBezTo>
                <a:lnTo>
                  <a:pt x="0" y="1662070"/>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488" name="任意多边形: 形状 77" hidden="1"/>
          <p:cNvSpPr/>
          <p:nvPr/>
        </p:nvSpPr>
        <p:spPr>
          <a:xfrm flipH="1" rot="10506000">
            <a:off x="10877040" y="-46440"/>
            <a:ext cx="1250640" cy="1492560"/>
          </a:xfrm>
          <a:custGeom>
            <a:avLst/>
            <a:gdLst>
              <a:gd name="textAreaLeft" fmla="*/ -720 w 1250640"/>
              <a:gd name="textAreaRight" fmla="*/ 1251360 w 1250640"/>
              <a:gd name="textAreaTop" fmla="*/ 0 h 1492560"/>
              <a:gd name="textAreaBottom" fmla="*/ 1494000 h 1492560"/>
              <a:gd name="GluePoint1X" fmla="*/ 1359023 w 1450463"/>
              <a:gd name="GluePoint1Y" fmla="*/ 1242430 h 1493935"/>
              <a:gd name="GluePoint2X" fmla="*/ 1252415 w 1450463"/>
              <a:gd name="GluePoint2Y" fmla="*/ 0 h 1493935"/>
              <a:gd name="GluePoint3X" fmla="*/ 1184988 w 1450463"/>
              <a:gd name="GluePoint3Y" fmla="*/ 18216 h 1493935"/>
              <a:gd name="GluePoint4X" fmla="*/ 18654 w 1450463"/>
              <a:gd name="GluePoint4Y" fmla="*/ 1371695 h 1493935"/>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1252415" h="1493935">
                <a:moveTo>
                  <a:pt x="1252415" y="0"/>
                </a:moveTo>
                <a:lnTo>
                  <a:pt x="1184988" y="18216"/>
                </a:lnTo>
                <a:cubicBezTo>
                  <a:pt x="595010" y="234262"/>
                  <a:pt x="146936" y="744726"/>
                  <a:pt x="18654" y="1371695"/>
                </a:cubicBezTo>
                <a:lnTo>
                  <a:pt x="0" y="1493935"/>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489" name="任意多边形: 形状 47" hidden="1"/>
          <p:cNvSpPr/>
          <p:nvPr/>
        </p:nvSpPr>
        <p:spPr>
          <a:xfrm flipH="1" rot="10506000">
            <a:off x="11979720" y="1080"/>
            <a:ext cx="200520" cy="240120"/>
          </a:xfrm>
          <a:custGeom>
            <a:avLst/>
            <a:gdLst>
              <a:gd name="textAreaLeft" fmla="*/ 720 w 200520"/>
              <a:gd name="textAreaRight" fmla="*/ 202680 w 200520"/>
              <a:gd name="textAreaTop" fmla="*/ 0 h 240120"/>
              <a:gd name="textAreaBottom" fmla="*/ 240480 h 240120"/>
              <a:gd name="GluePoint1X" fmla="*/ 221266 w 312706"/>
              <a:gd name="GluePoint1Y" fmla="*/ 223634 h 315074"/>
              <a:gd name="GluePoint2X" fmla="*/ 202077 w 312706"/>
              <a:gd name="GluePoint2Y" fmla="*/ 0 h 315074"/>
              <a:gd name="GluePoint3X" fmla="*/ 159333 w 312706"/>
              <a:gd name="GluePoint3Y" fmla="*/ 30379 h 315074"/>
              <a:gd name="GluePoint4X" fmla="*/ 41048 w 312706"/>
              <a:gd name="GluePoint4Y" fmla="*/ 166986 h 315074"/>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202077" h="242620">
                <a:moveTo>
                  <a:pt x="202077" y="0"/>
                </a:moveTo>
                <a:lnTo>
                  <a:pt x="159333" y="30379"/>
                </a:lnTo>
                <a:cubicBezTo>
                  <a:pt x="114688" y="70961"/>
                  <a:pt x="74931" y="116826"/>
                  <a:pt x="41048" y="166986"/>
                </a:cubicBezTo>
                <a:lnTo>
                  <a:pt x="0" y="242620"/>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490" name="任意多边形: 形状 53" hidden="1"/>
          <p:cNvSpPr/>
          <p:nvPr/>
        </p:nvSpPr>
        <p:spPr>
          <a:xfrm flipH="1" rot="10506000">
            <a:off x="11631600" y="-15480"/>
            <a:ext cx="533880" cy="645480"/>
          </a:xfrm>
          <a:custGeom>
            <a:avLst/>
            <a:gdLst>
              <a:gd name="textAreaLeft" fmla="*/ 720 w 533880"/>
              <a:gd name="textAreaRight" fmla="*/ 536040 w 533880"/>
              <a:gd name="textAreaTop" fmla="*/ 0 h 645480"/>
              <a:gd name="textAreaBottom" fmla="*/ 646920 h 645480"/>
              <a:gd name="GluePoint1X" fmla="*/ 586582 w 678022"/>
              <a:gd name="GluePoint1Y" fmla="*/ 596584 h 688024"/>
              <a:gd name="GluePoint2X" fmla="*/ 535392 w 678022"/>
              <a:gd name="GluePoint2Y" fmla="*/ 0 h 688024"/>
              <a:gd name="GluePoint3X" fmla="*/ 425863 w 678022"/>
              <a:gd name="GluePoint3Y" fmla="*/ 62963 h 688024"/>
              <a:gd name="GluePoint4X" fmla="*/ 33247 w 678022"/>
              <a:gd name="GluePoint4Y" fmla="*/ 539799 h 688024"/>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535392" h="646916">
                <a:moveTo>
                  <a:pt x="535392" y="0"/>
                </a:moveTo>
                <a:lnTo>
                  <a:pt x="425863" y="62963"/>
                </a:lnTo>
                <a:cubicBezTo>
                  <a:pt x="252910" y="179822"/>
                  <a:pt x="115502" y="345305"/>
                  <a:pt x="33247" y="539799"/>
                </a:cubicBezTo>
                <a:lnTo>
                  <a:pt x="0" y="646916"/>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491" name="任意多边形: 形状 50" hidden="1"/>
          <p:cNvSpPr/>
          <p:nvPr/>
        </p:nvSpPr>
        <p:spPr>
          <a:xfrm flipH="1" rot="10506000">
            <a:off x="11794320" y="-7560"/>
            <a:ext cx="377640" cy="455760"/>
          </a:xfrm>
          <a:custGeom>
            <a:avLst/>
            <a:gdLst>
              <a:gd name="textAreaLeft" fmla="*/ 720 w 377640"/>
              <a:gd name="textAreaRight" fmla="*/ 379800 w 377640"/>
              <a:gd name="textAreaTop" fmla="*/ 0 h 455760"/>
              <a:gd name="textAreaBottom" fmla="*/ 457200 h 455760"/>
              <a:gd name="GluePoint1X" fmla="*/ 415479 w 506919"/>
              <a:gd name="GluePoint1Y" fmla="*/ 421348 h 512788"/>
              <a:gd name="GluePoint2X" fmla="*/ 379325 w 506919"/>
              <a:gd name="GluePoint2Y" fmla="*/ 0 h 512788"/>
              <a:gd name="GluePoint3X" fmla="*/ 344103 w 506919"/>
              <a:gd name="GluePoint3Y" fmla="*/ 20248 h 512788"/>
              <a:gd name="GluePoint4X" fmla="*/ 9381 w 506919"/>
              <a:gd name="GluePoint4Y" fmla="*/ 426772 h 512788"/>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379325" h="456998">
                <a:moveTo>
                  <a:pt x="379325" y="0"/>
                </a:moveTo>
                <a:lnTo>
                  <a:pt x="344103" y="20248"/>
                </a:lnTo>
                <a:cubicBezTo>
                  <a:pt x="196654" y="119875"/>
                  <a:pt x="79507" y="260957"/>
                  <a:pt x="9381" y="426772"/>
                </a:cubicBezTo>
                <a:lnTo>
                  <a:pt x="0" y="456998"/>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492" name="任意多边形: 形状 65" hidden="1"/>
          <p:cNvSpPr/>
          <p:nvPr/>
        </p:nvSpPr>
        <p:spPr>
          <a:xfrm flipH="1" rot="10506000">
            <a:off x="11327760" y="-27360"/>
            <a:ext cx="824040" cy="984240"/>
          </a:xfrm>
          <a:custGeom>
            <a:avLst/>
            <a:gdLst>
              <a:gd name="textAreaLeft" fmla="*/ 720 w 824040"/>
              <a:gd name="textAreaRight" fmla="*/ 826200 w 824040"/>
              <a:gd name="textAreaTop" fmla="*/ 0 h 984240"/>
              <a:gd name="textAreaBottom" fmla="*/ 985680 h 984240"/>
              <a:gd name="GluePoint1X" fmla="*/ 903428 w 994868"/>
              <a:gd name="GluePoint1Y" fmla="*/ 908160 h 999600"/>
              <a:gd name="GluePoint2X" fmla="*/ 825503 w 994868"/>
              <a:gd name="GluePoint2Y" fmla="*/ 0 h 999600"/>
              <a:gd name="GluePoint3X" fmla="*/ 750494 w 994868"/>
              <a:gd name="GluePoint3Y" fmla="*/ 29558 h 999600"/>
              <a:gd name="GluePoint4X" fmla="*/ 77440 w 994868"/>
              <a:gd name="GluePoint4Y" fmla="*/ 736181 h 999600"/>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825503" h="985679">
                <a:moveTo>
                  <a:pt x="825503" y="0"/>
                </a:moveTo>
                <a:lnTo>
                  <a:pt x="750494" y="29558"/>
                </a:lnTo>
                <a:cubicBezTo>
                  <a:pt x="448938" y="174881"/>
                  <a:pt x="208333" y="426677"/>
                  <a:pt x="77440" y="736181"/>
                </a:cubicBezTo>
                <a:lnTo>
                  <a:pt x="0" y="985679"/>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493" name="任意多边形: 形状 59" hidden="1"/>
          <p:cNvSpPr/>
          <p:nvPr/>
        </p:nvSpPr>
        <p:spPr>
          <a:xfrm flipH="1" rot="10506000">
            <a:off x="11481120" y="-20520"/>
            <a:ext cx="676080" cy="813960"/>
          </a:xfrm>
          <a:custGeom>
            <a:avLst/>
            <a:gdLst>
              <a:gd name="textAreaLeft" fmla="*/ -720 w 676080"/>
              <a:gd name="textAreaRight" fmla="*/ 676800 w 676080"/>
              <a:gd name="textAreaTop" fmla="*/ 0 h 813960"/>
              <a:gd name="textAreaBottom" fmla="*/ 815040 h 813960"/>
              <a:gd name="GluePoint1X" fmla="*/ 742235 w 833675"/>
              <a:gd name="GluePoint1Y" fmla="*/ 752012 h 843452"/>
              <a:gd name="GluePoint2X" fmla="*/ 677710 w 833675"/>
              <a:gd name="GluePoint2Y" fmla="*/ 0 h 843452"/>
              <a:gd name="GluePoint3X" fmla="*/ 654567 w 833675"/>
              <a:gd name="GluePoint3Y" fmla="*/ 9120 h 843452"/>
              <a:gd name="GluePoint4X" fmla="*/ 54956 w 833675"/>
              <a:gd name="GluePoint4Y" fmla="*/ 638637 h 843452"/>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677710" h="815699">
                <a:moveTo>
                  <a:pt x="677710" y="0"/>
                </a:moveTo>
                <a:lnTo>
                  <a:pt x="654567" y="9120"/>
                </a:lnTo>
                <a:cubicBezTo>
                  <a:pt x="385916" y="138585"/>
                  <a:pt x="171567" y="362905"/>
                  <a:pt x="54956" y="638637"/>
                </a:cubicBezTo>
                <a:lnTo>
                  <a:pt x="0" y="815699"/>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494" name="任意多边形: 形状 68" hidden="1"/>
          <p:cNvSpPr/>
          <p:nvPr/>
        </p:nvSpPr>
        <p:spPr>
          <a:xfrm flipH="1" rot="10506000">
            <a:off x="11038320" y="-39600"/>
            <a:ext cx="1100880" cy="1321200"/>
          </a:xfrm>
          <a:custGeom>
            <a:avLst/>
            <a:gdLst>
              <a:gd name="textAreaLeft" fmla="*/ -720 w 1100880"/>
              <a:gd name="textAreaRight" fmla="*/ 1101600 w 1100880"/>
              <a:gd name="textAreaTop" fmla="*/ 0 h 1321200"/>
              <a:gd name="textAreaBottom" fmla="*/ 1322640 h 1321200"/>
              <a:gd name="GluePoint1X" fmla="*/ 1204103 w 1295543"/>
              <a:gd name="GluePoint1Y" fmla="*/ 1187291 h 1322555"/>
              <a:gd name="GluePoint2X" fmla="*/ 1102227 w 1295543"/>
              <a:gd name="GluePoint2Y" fmla="*/ 0 h 1322555"/>
              <a:gd name="GluePoint3X" fmla="*/ 1074916 w 1295543"/>
              <a:gd name="GluePoint3Y" fmla="*/ 7378 h 1322555"/>
              <a:gd name="GluePoint4X" fmla="*/ 7737 w 1295543"/>
              <a:gd name="GluePoint4Y" fmla="*/ 1245792 h 1322555"/>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1102227" h="1322555">
                <a:moveTo>
                  <a:pt x="1102227" y="0"/>
                </a:moveTo>
                <a:lnTo>
                  <a:pt x="1074916" y="7378"/>
                </a:lnTo>
                <a:cubicBezTo>
                  <a:pt x="535095" y="205058"/>
                  <a:pt x="125113" y="672125"/>
                  <a:pt x="7737" y="1245792"/>
                </a:cubicBezTo>
                <a:lnTo>
                  <a:pt x="0" y="1322555"/>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495" name="任意多边形: 形状 71" hidden="1"/>
          <p:cNvSpPr/>
          <p:nvPr/>
        </p:nvSpPr>
        <p:spPr>
          <a:xfrm flipH="1" rot="10506000">
            <a:off x="11179800" y="-34560"/>
            <a:ext cx="963000" cy="1155240"/>
          </a:xfrm>
          <a:custGeom>
            <a:avLst/>
            <a:gdLst>
              <a:gd name="textAreaLeft" fmla="*/ 720 w 963000"/>
              <a:gd name="textAreaRight" fmla="*/ 965160 w 963000"/>
              <a:gd name="textAreaTop" fmla="*/ 0 h 1155240"/>
              <a:gd name="textAreaBottom" fmla="*/ 1156680 h 1155240"/>
              <a:gd name="GluePoint1X" fmla="*/ 1055982 w 1147422"/>
              <a:gd name="GluePoint1Y" fmla="*/ 1066021 h 1157461"/>
              <a:gd name="GluePoint2X" fmla="*/ 964511 w 1147422"/>
              <a:gd name="GluePoint2Y" fmla="*/ 0 h 1157461"/>
              <a:gd name="GluePoint3X" fmla="*/ 740170 w 1147422"/>
              <a:gd name="GluePoint3Y" fmla="*/ 104674 h 1157461"/>
              <a:gd name="GluePoint4X" fmla="*/ 3394 w 1147422"/>
              <a:gd name="GluePoint4Y" fmla="*/ 1122952 h 1157461"/>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964511" h="1156630">
                <a:moveTo>
                  <a:pt x="964511" y="0"/>
                </a:moveTo>
                <a:lnTo>
                  <a:pt x="740170" y="104674"/>
                </a:lnTo>
                <a:cubicBezTo>
                  <a:pt x="366685" y="319460"/>
                  <a:pt x="92491" y="687490"/>
                  <a:pt x="3394" y="1122952"/>
                </a:cubicBezTo>
                <a:lnTo>
                  <a:pt x="0" y="1156630"/>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496" name="KSO_TEMPLATE" hidden="1"/>
          <p:cNvSpPr/>
          <p:nvPr/>
        </p:nvSpPr>
        <p:spPr>
          <a:xfrm>
            <a:off x="0" y="0"/>
            <a:ext cx="360" cy="360"/>
          </a:xfrm>
          <a:prstGeom prst="rect">
            <a:avLst/>
          </a:prstGeom>
          <a:solidFill>
            <a:schemeClr val="accent1"/>
          </a:solidFill>
          <a:ln>
            <a:solidFill>
              <a:srgbClr val="ad822f"/>
            </a:solidFill>
          </a:ln>
        </p:spPr>
        <p:style>
          <a:lnRef idx="2">
            <a:schemeClr val="accent1">
              <a:shade val="50000"/>
            </a:schemeClr>
          </a:lnRef>
          <a:fillRef idx="1">
            <a:schemeClr val="accent1"/>
          </a:fillRef>
          <a:effectRef idx="0">
            <a:schemeClr val="accent1"/>
          </a:effectRef>
          <a:fontRef idx="minor"/>
        </p:style>
        <p:txBody>
          <a:bodyPr lIns="90000" rIns="90000" tIns="-44280" bIns="-44280" anchor="ctr">
            <a:noAutofit/>
          </a:bodyPr>
          <a:p>
            <a:pPr algn="ctr" defTabSz="914400">
              <a:lnSpc>
                <a:spcPct val="100000"/>
              </a:lnSpc>
            </a:pPr>
            <a:endParaRPr lang="en-US" sz="1800" b="0" u="none" strike="noStrike">
              <a:solidFill>
                <a:schemeClr val="lt1"/>
              </a:solidFill>
              <a:effectLst/>
              <a:uFillTx/>
              <a:latin typeface="Arial"/>
              <a:ea typeface="微软雅黑"/>
            </a:endParaRPr>
          </a:p>
        </p:txBody>
      </p:sp>
      <p:sp>
        <p:nvSpPr>
          <p:cNvPr id="497" name="矩形 13"/>
          <p:cNvSpPr/>
          <p:nvPr/>
        </p:nvSpPr>
        <p:spPr>
          <a:xfrm>
            <a:off x="-720" y="0"/>
            <a:ext cx="12191760" cy="6856560"/>
          </a:xfrm>
          <a:prstGeom prst="rect">
            <a:avLst/>
          </a:prstGeom>
          <a:solidFill>
            <a:schemeClr val="dk2"/>
          </a:solidFill>
          <a:ln>
            <a:noFill/>
          </a:ln>
        </p:spPr>
        <p:style>
          <a:lnRef idx="2">
            <a:schemeClr val="accent1">
              <a:shade val="15000"/>
            </a:schemeClr>
          </a:lnRef>
          <a:fillRef idx="1">
            <a:schemeClr val="accent1"/>
          </a:fillRef>
          <a:effectRef idx="0">
            <a:schemeClr val="accent1"/>
          </a:effectRef>
          <a:fontRef idx="minor"/>
        </p:style>
        <p:txBody>
          <a:bodyPr numCol="1" spcCol="0" horzOverflow="overflow" lIns="90000" rIns="90000" tIns="45000" bIns="45000" anchor="ctr">
            <a:noAutofit/>
          </a:bodyPr>
          <a:p>
            <a:pPr algn="ctr" defTabSz="914400">
              <a:lnSpc>
                <a:spcPct val="100000"/>
              </a:lnSpc>
            </a:pPr>
            <a:endParaRPr lang="en-US" sz="1800" b="0" u="none" strike="noStrike">
              <a:solidFill>
                <a:schemeClr val="lt1"/>
              </a:solidFill>
              <a:effectLst/>
              <a:uFillTx/>
              <a:latin typeface="Arial"/>
              <a:ea typeface="微软雅黑"/>
            </a:endParaRPr>
          </a:p>
        </p:txBody>
      </p:sp>
      <p:sp>
        <p:nvSpPr>
          <p:cNvPr id="498" name="PlaceHolder 1"/>
          <p:cNvSpPr>
            <a:spLocks noGrp="1"/>
          </p:cNvSpPr>
          <p:nvPr>
            <p:ph type="title"/>
          </p:nvPr>
        </p:nvSpPr>
        <p:spPr>
          <a:xfrm>
            <a:off x="866880" y="1656000"/>
            <a:ext cx="5050080" cy="1798560"/>
          </a:xfrm>
          <a:prstGeom prst="rect">
            <a:avLst/>
          </a:prstGeom>
          <a:noFill/>
          <a:ln w="0">
            <a:noFill/>
          </a:ln>
        </p:spPr>
        <p:txBody>
          <a:bodyPr lIns="0" rIns="0" tIns="0" bIns="0" anchor="b">
            <a:normAutofit/>
          </a:bodyPr>
          <a:p>
            <a:pPr indent="0" defTabSz="914400">
              <a:lnSpc>
                <a:spcPct val="100000"/>
              </a:lnSpc>
              <a:buNone/>
              <a:tabLst>
                <a:tab algn="l" pos="0"/>
              </a:tabLst>
            </a:pPr>
            <a:r>
              <a:rPr lang="zh-CN" sz="5800" b="1" u="none" strike="noStrike">
                <a:solidFill>
                  <a:schemeClr val="dk1"/>
                </a:solidFill>
                <a:effectLst/>
                <a:uFillTx/>
                <a:latin typeface="Arial"/>
                <a:ea typeface="微软雅黑"/>
              </a:rPr>
              <a:t>单击此处编辑母版标题</a:t>
            </a:r>
            <a:endParaRPr lang="en-US" sz="5800" b="0" u="none" strike="noStrike">
              <a:solidFill>
                <a:srgbClr val="000000"/>
              </a:solidFill>
              <a:effectLst/>
              <a:uFillTx/>
              <a:latin typeface="Arial"/>
            </a:endParaRPr>
          </a:p>
        </p:txBody>
      </p:sp>
      <p:sp>
        <p:nvSpPr>
          <p:cNvPr id="499" name="PlaceHolder 2"/>
          <p:cNvSpPr>
            <a:spLocks noGrp="1"/>
          </p:cNvSpPr>
          <p:nvPr>
            <p:ph type="dt" idx="28"/>
          </p:nvPr>
        </p:nvSpPr>
        <p:spPr>
          <a:xfrm>
            <a:off x="695880" y="6356520"/>
            <a:ext cx="2741760" cy="363600"/>
          </a:xfrm>
          <a:prstGeom prst="rect">
            <a:avLst/>
          </a:prstGeom>
          <a:noFill/>
          <a:ln w="0">
            <a:noFill/>
          </a:ln>
        </p:spPr>
        <p:txBody>
          <a:bodyPr lIns="91440" rIns="91440" tIns="45720" bIns="45720" anchor="ctr">
            <a:normAutofit/>
          </a:bodyPr>
          <a:lstStyle>
            <a:lvl1pPr indent="0">
              <a:lnSpc>
                <a:spcPct val="100000"/>
              </a:lnSpc>
              <a:buNone/>
              <a:tabLst>
                <a:tab algn="l" pos="0"/>
              </a:tabLst>
              <a:defRPr lang="en-US" sz="1400" b="0" u="none" strike="noStrike">
                <a:solidFill>
                  <a:srgbClr val="000000"/>
                </a:solidFill>
                <a:effectLst/>
                <a:uFillTx/>
                <a:latin typeface="Times New Roman"/>
              </a:defRPr>
            </a:lvl1pPr>
          </a:lstStyle>
          <a:p>
            <a:pPr indent="0">
              <a:lnSpc>
                <a:spcPct val="100000"/>
              </a:lnSpc>
              <a:buNone/>
              <a:tabLst>
                <a:tab algn="l" pos="0"/>
              </a:tabLst>
            </a:pPr>
            <a:r>
              <a:rPr lang="en-US" sz="1400" b="0" u="none" strike="noStrike">
                <a:solidFill>
                  <a:srgbClr val="000000"/>
                </a:solidFill>
                <a:effectLst/>
                <a:uFillTx/>
                <a:latin typeface="Times New Roman"/>
              </a:rPr>
              <a:t>&lt;date/time&gt;</a:t>
            </a:r>
            <a:endParaRPr lang="en-US" sz="1400" b="0" u="none" strike="noStrike">
              <a:solidFill>
                <a:srgbClr val="000000"/>
              </a:solidFill>
              <a:effectLst/>
              <a:uFillTx/>
              <a:latin typeface="Times New Roman"/>
            </a:endParaRPr>
          </a:p>
        </p:txBody>
      </p:sp>
      <p:sp>
        <p:nvSpPr>
          <p:cNvPr id="500" name="PlaceHolder 3"/>
          <p:cNvSpPr>
            <a:spLocks noGrp="1"/>
          </p:cNvSpPr>
          <p:nvPr>
            <p:ph type="ftr" idx="29"/>
          </p:nvPr>
        </p:nvSpPr>
        <p:spPr>
          <a:xfrm>
            <a:off x="4038480" y="6356520"/>
            <a:ext cx="4113360" cy="363600"/>
          </a:xfrm>
          <a:prstGeom prst="rect">
            <a:avLst/>
          </a:prstGeom>
          <a:noFill/>
          <a:ln w="0">
            <a:noFill/>
          </a:ln>
        </p:spPr>
        <p:txBody>
          <a:bodyPr lIns="91440" rIns="91440" tIns="45720" bIns="45720" anchor="ctr">
            <a:normAutofit/>
          </a:bodyPr>
          <a:lstStyle>
            <a:lvl1pPr indent="0" algn="ctr">
              <a:lnSpc>
                <a:spcPct val="100000"/>
              </a:lnSpc>
              <a:buNone/>
              <a:tabLst>
                <a:tab algn="l" pos="0"/>
              </a:tabLst>
              <a:defRPr lang="en-US" sz="1400" b="0" u="none" strike="noStrike">
                <a:solidFill>
                  <a:srgbClr val="000000"/>
                </a:solidFill>
                <a:effectLst/>
                <a:uFillTx/>
                <a:latin typeface="Times New Roman"/>
              </a:defRPr>
            </a:lvl1pPr>
          </a:lstStyle>
          <a:p>
            <a:pPr indent="0" algn="ctr">
              <a:lnSpc>
                <a:spcPct val="100000"/>
              </a:lnSpc>
              <a:buNone/>
              <a:tabLst>
                <a:tab algn="l" pos="0"/>
              </a:tabLst>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501" name="PlaceHolder 4"/>
          <p:cNvSpPr>
            <a:spLocks noGrp="1"/>
          </p:cNvSpPr>
          <p:nvPr>
            <p:ph type="sldNum" idx="30"/>
          </p:nvPr>
        </p:nvSpPr>
        <p:spPr>
          <a:xfrm>
            <a:off x="8610480" y="6356520"/>
            <a:ext cx="2741760" cy="363600"/>
          </a:xfrm>
          <a:prstGeom prst="rect">
            <a:avLst/>
          </a:prstGeom>
          <a:noFill/>
          <a:ln w="0">
            <a:noFill/>
          </a:ln>
        </p:spPr>
        <p:txBody>
          <a:bodyPr lIns="91440" rIns="91440" tIns="45720" bIns="45720" anchor="ctr">
            <a:normAutofit fontScale="70000" lnSpcReduction="19999"/>
          </a:bodyPr>
          <a:p>
            <a:pPr indent="0">
              <a:buNone/>
            </a:pPr>
            <a:endParaRPr lang="en-US" sz="1800" b="0" u="none" strike="noStrike">
              <a:solidFill>
                <a:srgbClr val="000000"/>
              </a:solidFill>
              <a:effectLst/>
              <a:uFillTx/>
              <a:latin typeface="Times New Roman"/>
            </a:endParaRPr>
          </a:p>
        </p:txBody>
      </p:sp>
      <p:sp>
        <p:nvSpPr>
          <p:cNvPr id="502" name="PlaceHolder 5"/>
          <p:cNvSpPr>
            <a:spLocks noGrp="1"/>
          </p:cNvSpPr>
          <p:nvPr>
            <p:ph type="body"/>
          </p:nvPr>
        </p:nvSpPr>
        <p:spPr>
          <a:xfrm>
            <a:off x="866880" y="5162760"/>
            <a:ext cx="2878560" cy="502560"/>
          </a:xfrm>
          <a:prstGeom prst="rect">
            <a:avLst/>
          </a:prstGeom>
          <a:noFill/>
          <a:ln w="0">
            <a:noFill/>
          </a:ln>
        </p:spPr>
        <p:txBody>
          <a:bodyPr lIns="0" rIns="0" tIns="0" bIns="0" anchor="ctr">
            <a:normAutofit/>
          </a:bodyPr>
          <a:p>
            <a:pPr indent="0" defTabSz="914400">
              <a:lnSpc>
                <a:spcPct val="100000"/>
              </a:lnSpc>
              <a:spcBef>
                <a:spcPts val="1001"/>
              </a:spcBef>
              <a:buNone/>
              <a:tabLst>
                <a:tab algn="l" pos="0"/>
              </a:tabLst>
            </a:pPr>
            <a:r>
              <a:rPr lang="zh-CN" sz="2000" b="1" u="none" strike="noStrike">
                <a:solidFill>
                  <a:schemeClr val="dk1">
                    <a:lumMod val="75000"/>
                    <a:lumOff val="25000"/>
                  </a:schemeClr>
                </a:solidFill>
                <a:effectLst/>
                <a:uFillTx/>
                <a:latin typeface="Arial"/>
                <a:ea typeface="微软雅黑"/>
              </a:rPr>
              <a:t>署名</a:t>
            </a:r>
            <a:endParaRPr lang="en-US" sz="2000" b="0" u="none" strike="noStrike">
              <a:solidFill>
                <a:srgbClr val="000000"/>
              </a:solidFill>
              <a:effectLst/>
              <a:uFillTx/>
              <a:latin typeface="Arial"/>
            </a:endParaRPr>
          </a:p>
        </p:txBody>
      </p:sp>
      <p:sp>
        <p:nvSpPr>
          <p:cNvPr id="503" name="任意多边形: 形状 15"/>
          <p:cNvSpPr/>
          <p:nvPr/>
        </p:nvSpPr>
        <p:spPr>
          <a:xfrm>
            <a:off x="9705960" y="3622680"/>
            <a:ext cx="1955520" cy="2041200"/>
          </a:xfrm>
          <a:custGeom>
            <a:avLst/>
            <a:gdLst>
              <a:gd name="textAreaLeft" fmla="*/ 0 w 1955520"/>
              <a:gd name="textAreaRight" fmla="*/ 1956960 w 1955520"/>
              <a:gd name="textAreaTop" fmla="*/ 0 h 2041200"/>
              <a:gd name="textAreaBottom" fmla="*/ 2042640 h 2041200"/>
              <a:gd name="GluePoint1X" fmla="*/ 2073494 w 2164934"/>
              <a:gd name="GluePoint1Y" fmla="*/ 155857 h 2169653"/>
              <a:gd name="GluePoint2X" fmla="*/ 2067084 w 2164934"/>
              <a:gd name="GluePoint2Y" fmla="*/ 197855 h 2169653"/>
              <a:gd name="GluePoint3X" fmla="*/ 2006035 w 2164934"/>
              <a:gd name="GluePoint3Y" fmla="*/ 175511 h 2169653"/>
              <a:gd name="GluePoint4X" fmla="*/ 1571400 w 2164934"/>
              <a:gd name="GluePoint4Y" fmla="*/ 109800 h 2169653"/>
              <a:gd name="GluePoint5X" fmla="*/ 109800 w 2164934"/>
              <a:gd name="GluePoint5Y" fmla="*/ 1571400 h 2169653"/>
              <a:gd name="GluePoint6X" fmla="*/ 224660 w 2164934"/>
              <a:gd name="GluePoint6Y" fmla="*/ 2140321 h 216965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Lst>
            <a:rect l="textAreaLeft" t="textAreaTop" r="textAreaRight" b="textAreaBottom"/>
            <a:pathLst>
              <a:path w="1957284" h="2042763">
                <a:moveTo>
                  <a:pt x="1957284" y="88055"/>
                </a:moveTo>
                <a:lnTo>
                  <a:pt x="1896235" y="65711"/>
                </a:lnTo>
                <a:cubicBezTo>
                  <a:pt x="1758934" y="23005"/>
                  <a:pt x="1612954" y="0"/>
                  <a:pt x="1461600" y="0"/>
                </a:cubicBezTo>
                <a:cubicBezTo>
                  <a:pt x="654381" y="0"/>
                  <a:pt x="0" y="654381"/>
                  <a:pt x="0" y="1461600"/>
                </a:cubicBezTo>
                <a:cubicBezTo>
                  <a:pt x="0" y="1663405"/>
                  <a:pt x="40899" y="1855657"/>
                  <a:pt x="114860" y="2030521"/>
                </a:cubicBezTo>
                <a:lnTo>
                  <a:pt x="120757" y="2042763"/>
                </a:lnTo>
              </a:path>
            </a:pathLst>
          </a:custGeom>
          <a:noFill/>
          <a:ln>
            <a:solidFill>
              <a:schemeClr val="accent1">
                <a:alpha val="7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504" name="任意多边形: 形状 16"/>
          <p:cNvSpPr/>
          <p:nvPr/>
        </p:nvSpPr>
        <p:spPr>
          <a:xfrm>
            <a:off x="10867320" y="4784040"/>
            <a:ext cx="361800" cy="380160"/>
          </a:xfrm>
          <a:custGeom>
            <a:avLst/>
            <a:gdLst>
              <a:gd name="textAreaLeft" fmla="*/ 0 w 361800"/>
              <a:gd name="textAreaRight" fmla="*/ 363240 w 361800"/>
              <a:gd name="textAreaTop" fmla="*/ 0 h 380160"/>
              <a:gd name="textAreaBottom" fmla="*/ 381600 h 380160"/>
              <a:gd name="GluePoint1X" fmla="*/ 150121 w 363138"/>
              <a:gd name="GluePoint1Y" fmla="*/ 256885 h 381923"/>
              <a:gd name="GluePoint2X" fmla="*/ 12546 w 363138"/>
              <a:gd name="GluePoint2Y" fmla="*/ 381923 h 381923"/>
              <a:gd name="GluePoint3X" fmla="*/ 6107 w 363138"/>
              <a:gd name="GluePoint3Y" fmla="*/ 361181 h 381923"/>
              <a:gd name="GluePoint4X" fmla="*/ 0 w 363138"/>
              <a:gd name="GluePoint4Y" fmla="*/ 300600 h 381923"/>
              <a:gd name="GluePoint5X" fmla="*/ 300600 w 363138"/>
              <a:gd name="GluePoint5Y" fmla="*/ 0 h 381923"/>
              <a:gd name="GluePoint6X" fmla="*/ 361181 w 363138"/>
              <a:gd name="GluePoint6Y" fmla="*/ 6107 h 3819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Lst>
            <a:rect l="textAreaLeft" t="textAreaTop" r="textAreaRight" b="textAreaBottom"/>
            <a:pathLst>
              <a:path w="363138" h="381923">
                <a:moveTo>
                  <a:pt x="12546" y="381923"/>
                </a:moveTo>
                <a:lnTo>
                  <a:pt x="6107" y="361181"/>
                </a:lnTo>
                <a:cubicBezTo>
                  <a:pt x="2103" y="341613"/>
                  <a:pt x="0" y="321352"/>
                  <a:pt x="0" y="300600"/>
                </a:cubicBezTo>
                <a:cubicBezTo>
                  <a:pt x="0" y="134583"/>
                  <a:pt x="134583" y="0"/>
                  <a:pt x="300600" y="0"/>
                </a:cubicBezTo>
                <a:cubicBezTo>
                  <a:pt x="321352" y="0"/>
                  <a:pt x="341613" y="2103"/>
                  <a:pt x="361181" y="6107"/>
                </a:cubicBezTo>
                <a:lnTo>
                  <a:pt x="363138" y="6715"/>
                </a:lnTo>
              </a:path>
            </a:pathLst>
          </a:custGeom>
          <a:noFill/>
          <a:ln>
            <a:solidFill>
              <a:schemeClr val="accent1">
                <a:alpha val="7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505" name="任意多边形: 形状 18"/>
          <p:cNvSpPr/>
          <p:nvPr/>
        </p:nvSpPr>
        <p:spPr>
          <a:xfrm>
            <a:off x="7289640" y="1363320"/>
            <a:ext cx="1206360" cy="1281960"/>
          </a:xfrm>
          <a:custGeom>
            <a:avLst/>
            <a:gdLst>
              <a:gd name="textAreaLeft" fmla="*/ 0 w 1206360"/>
              <a:gd name="textAreaRight" fmla="*/ 1207800 w 1206360"/>
              <a:gd name="textAreaTop" fmla="*/ 0 h 1281960"/>
              <a:gd name="textAreaBottom" fmla="*/ 1283400 h 1281960"/>
              <a:gd name="GluePoint1X" fmla="*/ 1042541 w 1207728"/>
              <a:gd name="GluePoint1Y" fmla="*/ 79574 h 1283476"/>
              <a:gd name="GluePoint2X" fmla="*/ 1207728 w 1207728"/>
              <a:gd name="GluePoint2Y" fmla="*/ 0 h 1283476"/>
              <a:gd name="GluePoint3X" fmla="*/ 1136917 w 1207728"/>
              <a:gd name="GluePoint3Y" fmla="*/ 50355 h 1283476"/>
              <a:gd name="GluePoint4X" fmla="*/ 79165 w 1207728"/>
              <a:gd name="GluePoint4Y" fmla="*/ 1159992 h 1283476"/>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1207728" h="1283476">
                <a:moveTo>
                  <a:pt x="1207728" y="0"/>
                </a:moveTo>
                <a:lnTo>
                  <a:pt x="1136917" y="50355"/>
                </a:lnTo>
                <a:cubicBezTo>
                  <a:pt x="725367" y="358134"/>
                  <a:pt x="367298" y="733498"/>
                  <a:pt x="79165" y="1159992"/>
                </a:cubicBezTo>
                <a:lnTo>
                  <a:pt x="0" y="1283476"/>
                </a:lnTo>
              </a:path>
            </a:pathLst>
          </a:custGeom>
          <a:noFill/>
          <a:ln>
            <a:solidFill>
              <a:schemeClr val="accent1">
                <a:alpha val="7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506" name="任意多边形: 形状 20"/>
          <p:cNvSpPr/>
          <p:nvPr/>
        </p:nvSpPr>
        <p:spPr>
          <a:xfrm>
            <a:off x="7419960" y="1380600"/>
            <a:ext cx="2943720" cy="3137400"/>
          </a:xfrm>
          <a:custGeom>
            <a:avLst/>
            <a:gdLst>
              <a:gd name="textAreaLeft" fmla="*/ 0 w 2943720"/>
              <a:gd name="textAreaRight" fmla="*/ 2945160 w 2943720"/>
              <a:gd name="textAreaTop" fmla="*/ 0 h 3137400"/>
              <a:gd name="textAreaBottom" fmla="*/ 3138840 h 3137400"/>
              <a:gd name="GluePoint1X" fmla="*/ 328916 w 3017844"/>
              <a:gd name="GluePoint1Y" fmla="*/ 2179446 h 3183247"/>
              <a:gd name="GluePoint2X" fmla="*/ 30466 w 3017844"/>
              <a:gd name="GluePoint2Y" fmla="*/ 3170046 h 3183247"/>
              <a:gd name="GluePoint3X" fmla="*/ 27504 w 3017844"/>
              <a:gd name="GluePoint3Y" fmla="*/ 3183247 h 3183247"/>
              <a:gd name="GluePoint4X" fmla="*/ 0 w 3017844"/>
              <a:gd name="GluePoint4Y" fmla="*/ 3138693 h 3183247"/>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2945236" h="3138693">
                <a:moveTo>
                  <a:pt x="0" y="3138693"/>
                </a:moveTo>
                <a:lnTo>
                  <a:pt x="1500" y="3126894"/>
                </a:lnTo>
                <a:cubicBezTo>
                  <a:pt x="231547" y="1621315"/>
                  <a:pt x="1347493" y="407251"/>
                  <a:pt x="2800676" y="33364"/>
                </a:cubicBezTo>
                <a:lnTo>
                  <a:pt x="2945236" y="0"/>
                </a:lnTo>
              </a:path>
            </a:pathLst>
          </a:custGeom>
          <a:noFill/>
          <a:ln>
            <a:solidFill>
              <a:schemeClr val="accent1">
                <a:alpha val="7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507" name="任意多边形: 形状 21"/>
          <p:cNvSpPr/>
          <p:nvPr/>
        </p:nvSpPr>
        <p:spPr>
          <a:xfrm>
            <a:off x="7543080" y="1490400"/>
            <a:ext cx="3028680" cy="3227040"/>
          </a:xfrm>
          <a:custGeom>
            <a:avLst/>
            <a:gdLst>
              <a:gd name="textAreaLeft" fmla="*/ 0 w 3028680"/>
              <a:gd name="textAreaRight" fmla="*/ 3030120 w 3028680"/>
              <a:gd name="textAreaTop" fmla="*/ 0 h 3227040"/>
              <a:gd name="textAreaBottom" fmla="*/ 3228480 h 3227040"/>
              <a:gd name="GluePoint1X" fmla="*/ 2962086 w 3092451"/>
              <a:gd name="GluePoint1Y" fmla="*/ 9776 h 3270607"/>
              <a:gd name="GluePoint2X" fmla="*/ 3012498 w 3092451"/>
              <a:gd name="GluePoint2Y" fmla="*/ 0 h 3270607"/>
              <a:gd name="GluePoint3X" fmla="*/ 3092451 w 3092451"/>
              <a:gd name="GluePoint3Y" fmla="*/ 42327 h 3270607"/>
              <a:gd name="GluePoint4X" fmla="*/ 2952423 w 3092451"/>
              <a:gd name="GluePoint4Y" fmla="*/ 67333 h 3270607"/>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3030313" h="3228280">
                <a:moveTo>
                  <a:pt x="3030313" y="0"/>
                </a:moveTo>
                <a:lnTo>
                  <a:pt x="2890285" y="25006"/>
                </a:lnTo>
                <a:cubicBezTo>
                  <a:pt x="1348940" y="340411"/>
                  <a:pt x="162205" y="1629308"/>
                  <a:pt x="536" y="3221241"/>
                </a:cubicBezTo>
                <a:cubicBezTo>
                  <a:pt x="357" y="3223587"/>
                  <a:pt x="179" y="3225934"/>
                  <a:pt x="0" y="3228280"/>
                </a:cubicBezTo>
              </a:path>
            </a:pathLst>
          </a:custGeom>
          <a:noFill/>
          <a:ln>
            <a:solidFill>
              <a:schemeClr val="accent1">
                <a:alpha val="7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508" name="任意多边形: 形状 22"/>
          <p:cNvSpPr/>
          <p:nvPr/>
        </p:nvSpPr>
        <p:spPr>
          <a:xfrm>
            <a:off x="7954560" y="1873800"/>
            <a:ext cx="3098160" cy="3298680"/>
          </a:xfrm>
          <a:custGeom>
            <a:avLst/>
            <a:gdLst>
              <a:gd name="textAreaLeft" fmla="*/ 0 w 3098160"/>
              <a:gd name="textAreaRight" fmla="*/ 3099600 w 3098160"/>
              <a:gd name="textAreaTop" fmla="*/ 0 h 3298680"/>
              <a:gd name="textAreaBottom" fmla="*/ 3300120 h 3298680"/>
              <a:gd name="GluePoint1X" fmla="*/ 46480 w 3122322"/>
              <a:gd name="GluePoint1Y" fmla="*/ 3335488 h 3426928"/>
              <a:gd name="GluePoint2X" fmla="*/ 16144 w 3122322"/>
              <a:gd name="GluePoint2Y" fmla="*/ 3312803 h 3426928"/>
              <a:gd name="GluePoint3X" fmla="*/ 2277 w 3122322"/>
              <a:gd name="GluePoint3Y" fmla="*/ 3300200 h 3426928"/>
              <a:gd name="GluePoint4X" fmla="*/ 0 w 3122322"/>
              <a:gd name="GluePoint4Y" fmla="*/ 3210137 h 3426928"/>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3099797" h="3300200">
                <a:moveTo>
                  <a:pt x="2277" y="3300200"/>
                </a:moveTo>
                <a:lnTo>
                  <a:pt x="0" y="3210137"/>
                </a:lnTo>
                <a:cubicBezTo>
                  <a:pt x="0" y="1491099"/>
                  <a:pt x="1350007" y="87372"/>
                  <a:pt x="3047659" y="1318"/>
                </a:cubicBezTo>
                <a:lnTo>
                  <a:pt x="3099797" y="0"/>
                </a:lnTo>
              </a:path>
            </a:pathLst>
          </a:custGeom>
          <a:noFill/>
          <a:ln>
            <a:solidFill>
              <a:schemeClr val="accent1">
                <a:alpha val="7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509" name="任意多边形: 形状 24"/>
          <p:cNvSpPr/>
          <p:nvPr/>
        </p:nvSpPr>
        <p:spPr>
          <a:xfrm>
            <a:off x="8088120" y="2004840"/>
            <a:ext cx="3081960" cy="3273840"/>
          </a:xfrm>
          <a:custGeom>
            <a:avLst/>
            <a:gdLst>
              <a:gd name="textAreaLeft" fmla="*/ 0 w 3081960"/>
              <a:gd name="textAreaRight" fmla="*/ 3083400 w 3081960"/>
              <a:gd name="textAreaTop" fmla="*/ 0 h 3273840"/>
              <a:gd name="textAreaBottom" fmla="*/ 3275280 h 3273840"/>
              <a:gd name="GluePoint1X" fmla="*/ 2944527 w 3109594"/>
              <a:gd name="GluePoint1Y" fmla="*/ 0 h 3332821"/>
              <a:gd name="GluePoint2X" fmla="*/ 3101828 w 3109594"/>
              <a:gd name="GluePoint2Y" fmla="*/ 47441 h 3332821"/>
              <a:gd name="GluePoint3X" fmla="*/ 3109594 w 3109594"/>
              <a:gd name="GluePoint3Y" fmla="*/ 57826 h 3332821"/>
              <a:gd name="GluePoint4X" fmla="*/ 3105926 w 3109594"/>
              <a:gd name="GluePoint4Y" fmla="*/ 57733 h 3332821"/>
              <a:gd name="GluePoint5X" fmla="*/ 26126 w 3109594"/>
              <a:gd name="GluePoint5Y" fmla="*/ 3137533 h 3332821"/>
            </a:gdLst>
            <a:ahLst/>
            <a:cxnLst>
              <a:cxn ang="0">
                <a:pos x="GluePoint1X" y="GluePoint1Y"/>
              </a:cxn>
              <a:cxn ang="0">
                <a:pos x="GluePoint2X" y="GluePoint2Y"/>
              </a:cxn>
              <a:cxn ang="0">
                <a:pos x="GluePoint3X" y="GluePoint3Y"/>
              </a:cxn>
              <a:cxn ang="0">
                <a:pos x="GluePoint4X" y="GluePoint4Y"/>
              </a:cxn>
              <a:cxn ang="0">
                <a:pos x="GluePoint5X" y="GluePoint5Y"/>
              </a:cxn>
            </a:cxnLst>
            <a:rect l="textAreaLeft" t="textAreaTop" r="textAreaRight" b="textAreaBottom"/>
            <a:pathLst>
              <a:path w="3083468" h="3275088">
                <a:moveTo>
                  <a:pt x="3083468" y="93"/>
                </a:moveTo>
                <a:lnTo>
                  <a:pt x="3079800" y="0"/>
                </a:lnTo>
                <a:cubicBezTo>
                  <a:pt x="1378873" y="0"/>
                  <a:pt x="0" y="1378873"/>
                  <a:pt x="0" y="3079800"/>
                </a:cubicBezTo>
                <a:cubicBezTo>
                  <a:pt x="0" y="3132954"/>
                  <a:pt x="1346" y="3185794"/>
                  <a:pt x="4007" y="3238286"/>
                </a:cubicBezTo>
                <a:lnTo>
                  <a:pt x="6805" y="3275088"/>
                </a:lnTo>
              </a:path>
            </a:pathLst>
          </a:custGeom>
          <a:noFill/>
          <a:ln>
            <a:solidFill>
              <a:schemeClr val="accent1">
                <a:alpha val="7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510" name="任意多边形: 形状 25"/>
          <p:cNvSpPr/>
          <p:nvPr/>
        </p:nvSpPr>
        <p:spPr>
          <a:xfrm>
            <a:off x="7157160" y="1172880"/>
            <a:ext cx="2334240" cy="2490480"/>
          </a:xfrm>
          <a:custGeom>
            <a:avLst/>
            <a:gdLst>
              <a:gd name="textAreaLeft" fmla="*/ 0 w 2334240"/>
              <a:gd name="textAreaRight" fmla="*/ 2335680 w 2334240"/>
              <a:gd name="textAreaTop" fmla="*/ 0 h 2490480"/>
              <a:gd name="textAreaBottom" fmla="*/ 2491920 h 2490480"/>
              <a:gd name="GluePoint1X" fmla="*/ 2114901 w 2335534"/>
              <a:gd name="GluePoint1Y" fmla="*/ 14872 h 2491287"/>
              <a:gd name="GluePoint2X" fmla="*/ 2335534 w 2335534"/>
              <a:gd name="GluePoint2Y" fmla="*/ 0 h 2491287"/>
              <a:gd name="GluePoint3X" fmla="*/ 2166244 w 2335534"/>
              <a:gd name="GluePoint3Y" fmla="*/ 76534 h 2491287"/>
              <a:gd name="GluePoint4X" fmla="*/ 14436 w 2335534"/>
              <a:gd name="GluePoint4Y" fmla="*/ 2448623 h 2491287"/>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2335534" h="2491287">
                <a:moveTo>
                  <a:pt x="2335534" y="0"/>
                </a:moveTo>
                <a:lnTo>
                  <a:pt x="2166244" y="76534"/>
                </a:lnTo>
                <a:cubicBezTo>
                  <a:pt x="1174276" y="554513"/>
                  <a:pt x="396178" y="1406038"/>
                  <a:pt x="14436" y="2448623"/>
                </a:cubicBezTo>
                <a:lnTo>
                  <a:pt x="0" y="2491287"/>
                </a:lnTo>
              </a:path>
            </a:pathLst>
          </a:custGeom>
          <a:noFill/>
          <a:ln>
            <a:solidFill>
              <a:schemeClr val="accent1">
                <a:alpha val="7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511" name="任意多边形: 形状 26"/>
          <p:cNvSpPr/>
          <p:nvPr/>
        </p:nvSpPr>
        <p:spPr>
          <a:xfrm>
            <a:off x="7157160" y="1203840"/>
            <a:ext cx="1867320" cy="1999440"/>
          </a:xfrm>
          <a:custGeom>
            <a:avLst/>
            <a:gdLst>
              <a:gd name="textAreaLeft" fmla="*/ 0 w 1867320"/>
              <a:gd name="textAreaRight" fmla="*/ 1868760 w 1867320"/>
              <a:gd name="textAreaTop" fmla="*/ 0 h 1999440"/>
              <a:gd name="textAreaBottom" fmla="*/ 2000880 h 1999440"/>
              <a:gd name="GluePoint1X" fmla="*/ 720197 w 2006436"/>
              <a:gd name="GluePoint1Y" fmla="*/ 1027963 h 2148811"/>
              <a:gd name="GluePoint2X" fmla="*/ 14075 w 2006436"/>
              <a:gd name="GluePoint2Y" fmla="*/ 2123638 h 2148811"/>
              <a:gd name="GluePoint3X" fmla="*/ 0 w 2006436"/>
              <a:gd name="GluePoint3Y" fmla="*/ 2148811 h 2148811"/>
              <a:gd name="GluePoint4X" fmla="*/ 70 w 2006436"/>
              <a:gd name="GluePoint4Y" fmla="*/ 2009948 h 2148811"/>
              <a:gd name="GluePoint5X" fmla="*/ 1638 w 2006436"/>
              <a:gd name="GluePoint5Y" fmla="*/ 1999672 h 2148811"/>
            </a:gdLst>
            <a:ahLst/>
            <a:cxnLst>
              <a:cxn ang="0">
                <a:pos x="GluePoint1X" y="GluePoint1Y"/>
              </a:cxn>
              <a:cxn ang="0">
                <a:pos x="GluePoint2X" y="GluePoint2Y"/>
              </a:cxn>
              <a:cxn ang="0">
                <a:pos x="GluePoint3X" y="GluePoint3Y"/>
              </a:cxn>
              <a:cxn ang="0">
                <a:pos x="GluePoint4X" y="GluePoint4Y"/>
              </a:cxn>
              <a:cxn ang="0">
                <a:pos x="GluePoint5X" y="GluePoint5Y"/>
              </a:cxn>
            </a:cxnLst>
            <a:rect l="textAreaLeft" t="textAreaTop" r="textAreaRight" b="textAreaBottom"/>
            <a:pathLst>
              <a:path w="1869053" h="2000692">
                <a:moveTo>
                  <a:pt x="0" y="2000692"/>
                </a:moveTo>
                <a:lnTo>
                  <a:pt x="1568" y="1990416"/>
                </a:lnTo>
                <a:lnTo>
                  <a:pt x="15892" y="1958733"/>
                </a:lnTo>
                <a:cubicBezTo>
                  <a:pt x="389303" y="1183777"/>
                  <a:pt x="981584" y="534133"/>
                  <a:pt x="1712542" y="89993"/>
                </a:cubicBezTo>
                <a:lnTo>
                  <a:pt x="1869053" y="0"/>
                </a:lnTo>
              </a:path>
            </a:pathLst>
          </a:custGeom>
          <a:noFill/>
          <a:ln>
            <a:solidFill>
              <a:schemeClr val="accent1">
                <a:alpha val="7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512" name="任意多边形: 形状 27"/>
          <p:cNvSpPr/>
          <p:nvPr/>
        </p:nvSpPr>
        <p:spPr>
          <a:xfrm>
            <a:off x="7216200" y="1208520"/>
            <a:ext cx="2611440" cy="2779920"/>
          </a:xfrm>
          <a:custGeom>
            <a:avLst/>
            <a:gdLst>
              <a:gd name="textAreaLeft" fmla="*/ 0 w 2611440"/>
              <a:gd name="textAreaRight" fmla="*/ 2612880 w 2611440"/>
              <a:gd name="textAreaTop" fmla="*/ 0 h 2779920"/>
              <a:gd name="textAreaBottom" fmla="*/ 2781360 h 2779920"/>
              <a:gd name="GluePoint1X" fmla="*/ 2151789 w 2692052"/>
              <a:gd name="GluePoint1Y" fmla="*/ 261907 h 2832246"/>
              <a:gd name="GluePoint2X" fmla="*/ 1478689 w 2692052"/>
              <a:gd name="GluePoint2Y" fmla="*/ 661957 h 2832246"/>
              <a:gd name="GluePoint3X" fmla="*/ 964339 w 2692052"/>
              <a:gd name="GluePoint3Y" fmla="*/ 1150907 h 2832246"/>
              <a:gd name="GluePoint4X" fmla="*/ 564289 w 2692052"/>
              <a:gd name="GluePoint4Y" fmla="*/ 1633507 h 2832246"/>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2612863" h="2781134">
                <a:moveTo>
                  <a:pt x="0" y="2781134"/>
                </a:moveTo>
                <a:lnTo>
                  <a:pt x="35434" y="2656357"/>
                </a:lnTo>
                <a:cubicBezTo>
                  <a:pt x="414818" y="1436598"/>
                  <a:pt x="1348392" y="461005"/>
                  <a:pt x="2541633" y="24101"/>
                </a:cubicBezTo>
                <a:lnTo>
                  <a:pt x="2612863" y="0"/>
                </a:lnTo>
              </a:path>
            </a:pathLst>
          </a:custGeom>
          <a:noFill/>
          <a:ln>
            <a:solidFill>
              <a:schemeClr val="accent1">
                <a:alpha val="7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513" name="任意多边形: 形状 28"/>
          <p:cNvSpPr/>
          <p:nvPr/>
        </p:nvSpPr>
        <p:spPr>
          <a:xfrm>
            <a:off x="7309440" y="1284480"/>
            <a:ext cx="2814120" cy="2995200"/>
          </a:xfrm>
          <a:custGeom>
            <a:avLst/>
            <a:gdLst>
              <a:gd name="textAreaLeft" fmla="*/ 0 w 2814120"/>
              <a:gd name="textAreaRight" fmla="*/ 2815560 w 2814120"/>
              <a:gd name="textAreaTop" fmla="*/ 0 h 2995200"/>
              <a:gd name="textAreaBottom" fmla="*/ 2996640 h 2995200"/>
              <a:gd name="GluePoint1X" fmla="*/ 2644879 w 2852093"/>
              <a:gd name="GluePoint1Y" fmla="*/ 27487 h 3028139"/>
              <a:gd name="GluePoint2X" fmla="*/ 2740621 w 2852093"/>
              <a:gd name="GluePoint2Y" fmla="*/ 0 h 3028139"/>
              <a:gd name="GluePoint3X" fmla="*/ 2814697 w 2852093"/>
              <a:gd name="GluePoint3Y" fmla="*/ 17806 h 3028139"/>
              <a:gd name="GluePoint4X" fmla="*/ 2852093 w 2852093"/>
              <a:gd name="GluePoint4Y" fmla="*/ 31493 h 3028139"/>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2815694" h="2996646">
                <a:moveTo>
                  <a:pt x="2815694" y="0"/>
                </a:moveTo>
                <a:lnTo>
                  <a:pt x="2686366" y="36725"/>
                </a:lnTo>
                <a:cubicBezTo>
                  <a:pt x="1390883" y="439662"/>
                  <a:pt x="382022" y="1493150"/>
                  <a:pt x="41909" y="2815064"/>
                </a:cubicBezTo>
                <a:lnTo>
                  <a:pt x="0" y="2996646"/>
                </a:lnTo>
              </a:path>
            </a:pathLst>
          </a:custGeom>
          <a:noFill/>
          <a:ln>
            <a:solidFill>
              <a:schemeClr val="accent1">
                <a:alpha val="7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514" name="任意多边形: 形状 29"/>
          <p:cNvSpPr/>
          <p:nvPr/>
        </p:nvSpPr>
        <p:spPr>
          <a:xfrm>
            <a:off x="7668720" y="1605960"/>
            <a:ext cx="3076920" cy="3278880"/>
          </a:xfrm>
          <a:custGeom>
            <a:avLst/>
            <a:gdLst>
              <a:gd name="textAreaLeft" fmla="*/ 0 w 3076920"/>
              <a:gd name="textAreaRight" fmla="*/ 3078360 w 3076920"/>
              <a:gd name="textAreaTop" fmla="*/ 0 h 3278880"/>
              <a:gd name="textAreaBottom" fmla="*/ 3280320 h 3278880"/>
              <a:gd name="GluePoint1X" fmla="*/ 47956 w 3093543"/>
              <a:gd name="GluePoint1Y" fmla="*/ 3217681 h 3312952"/>
              <a:gd name="GluePoint2X" fmla="*/ 35616 w 3093543"/>
              <a:gd name="GluePoint2Y" fmla="*/ 3283413 h 3312952"/>
              <a:gd name="GluePoint3X" fmla="*/ 29861 w 3093543"/>
              <a:gd name="GluePoint3Y" fmla="*/ 3312952 h 3312952"/>
              <a:gd name="GluePoint4X" fmla="*/ 0 w 3093543"/>
              <a:gd name="GluePoint4Y" fmla="*/ 3280097 h 3312952"/>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3078620" h="3280097">
                <a:moveTo>
                  <a:pt x="0" y="3280097"/>
                </a:moveTo>
                <a:lnTo>
                  <a:pt x="12149" y="3120339"/>
                </a:lnTo>
                <a:cubicBezTo>
                  <a:pt x="173672" y="1529845"/>
                  <a:pt x="1398725" y="253757"/>
                  <a:pt x="2964939" y="14445"/>
                </a:cubicBezTo>
                <a:lnTo>
                  <a:pt x="3078620" y="0"/>
                </a:lnTo>
              </a:path>
            </a:pathLst>
          </a:custGeom>
          <a:noFill/>
          <a:ln>
            <a:solidFill>
              <a:schemeClr val="accent1">
                <a:alpha val="7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515" name="任意多边形: 形状 30"/>
          <p:cNvSpPr/>
          <p:nvPr/>
        </p:nvSpPr>
        <p:spPr>
          <a:xfrm>
            <a:off x="7803000" y="1729800"/>
            <a:ext cx="3098520" cy="3302640"/>
          </a:xfrm>
          <a:custGeom>
            <a:avLst/>
            <a:gdLst>
              <a:gd name="textAreaLeft" fmla="*/ 0 w 3098520"/>
              <a:gd name="textAreaRight" fmla="*/ 3099960 w 3098520"/>
              <a:gd name="textAreaTop" fmla="*/ 0 h 3302640"/>
              <a:gd name="textAreaBottom" fmla="*/ 3304080 h 3302640"/>
              <a:gd name="GluePoint1X" fmla="*/ 3092741 w 3184181"/>
              <a:gd name="GluePoint1Y" fmla="*/ 8858 h 3367870"/>
              <a:gd name="GluePoint2X" fmla="*/ 3109679 w 3184181"/>
              <a:gd name="GluePoint2Y" fmla="*/ 21524 h 3367870"/>
              <a:gd name="GluePoint3X" fmla="*/ 3156821 w 3184181"/>
              <a:gd name="GluePoint3Y" fmla="*/ 64369 h 3367870"/>
              <a:gd name="GluePoint4X" fmla="*/ 3077063 w 3184181"/>
              <a:gd name="GluePoint4Y" fmla="*/ 70434 h 3367870"/>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3100310" h="3303501">
                <a:moveTo>
                  <a:pt x="3100310" y="0"/>
                </a:moveTo>
                <a:lnTo>
                  <a:pt x="3020552" y="6065"/>
                </a:lnTo>
                <a:cubicBezTo>
                  <a:pt x="1379804" y="172692"/>
                  <a:pt x="87421" y="1517722"/>
                  <a:pt x="3086" y="3181473"/>
                </a:cubicBezTo>
                <a:cubicBezTo>
                  <a:pt x="2057" y="3222149"/>
                  <a:pt x="1029" y="3262825"/>
                  <a:pt x="0" y="3303501"/>
                </a:cubicBezTo>
              </a:path>
            </a:pathLst>
          </a:custGeom>
          <a:noFill/>
          <a:ln>
            <a:solidFill>
              <a:schemeClr val="accent1">
                <a:alpha val="7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516" name="任意多边形: 形状 31"/>
          <p:cNvSpPr/>
          <p:nvPr/>
        </p:nvSpPr>
        <p:spPr>
          <a:xfrm>
            <a:off x="8226360" y="2143080"/>
            <a:ext cx="3049200" cy="3231360"/>
          </a:xfrm>
          <a:custGeom>
            <a:avLst/>
            <a:gdLst>
              <a:gd name="textAreaLeft" fmla="*/ 0 w 3049200"/>
              <a:gd name="textAreaRight" fmla="*/ 3050640 w 3049200"/>
              <a:gd name="textAreaTop" fmla="*/ 0 h 3231360"/>
              <a:gd name="textAreaBottom" fmla="*/ 3232800 h 3231360"/>
              <a:gd name="GluePoint1X" fmla="*/ 2941200 w 3076263"/>
              <a:gd name="GluePoint1Y" fmla="*/ 0 h 3242409"/>
              <a:gd name="GluePoint2X" fmla="*/ 3050508 w 3076263"/>
              <a:gd name="GluePoint2Y" fmla="*/ 2764 h 3242409"/>
              <a:gd name="GluePoint3X" fmla="*/ 3067664 w 3076263"/>
              <a:gd name="GluePoint3Y" fmla="*/ 25707 h 3242409"/>
              <a:gd name="GluePoint4X" fmla="*/ 3076263 w 3076263"/>
              <a:gd name="GluePoint4Y" fmla="*/ 39861 h 3242409"/>
              <a:gd name="GluePoint5X" fmla="*/ 3022689 w 3076263"/>
              <a:gd name="GluePoint5Y" fmla="*/ 37228 h 3242409"/>
            </a:gdLst>
            <a:ahLst/>
            <a:cxnLst>
              <a:cxn ang="0">
                <a:pos x="GluePoint1X" y="GluePoint1Y"/>
              </a:cxn>
              <a:cxn ang="0">
                <a:pos x="GluePoint2X" y="GluePoint2Y"/>
              </a:cxn>
              <a:cxn ang="0">
                <a:pos x="GluePoint3X" y="GluePoint3Y"/>
              </a:cxn>
              <a:cxn ang="0">
                <a:pos x="GluePoint4X" y="GluePoint4Y"/>
              </a:cxn>
              <a:cxn ang="0">
                <a:pos x="GluePoint5X" y="GluePoint5Y"/>
              </a:cxn>
            </a:cxnLst>
            <a:rect l="textAreaLeft" t="textAreaTop" r="textAreaRight" b="textAreaBottom"/>
            <a:pathLst>
              <a:path w="3050508" h="3232460">
                <a:moveTo>
                  <a:pt x="14465" y="3232460"/>
                </a:moveTo>
                <a:lnTo>
                  <a:pt x="3827" y="3092554"/>
                </a:lnTo>
                <a:cubicBezTo>
                  <a:pt x="1286" y="3042424"/>
                  <a:pt x="0" y="2991962"/>
                  <a:pt x="0" y="2941200"/>
                </a:cubicBezTo>
                <a:cubicBezTo>
                  <a:pt x="0" y="1316820"/>
                  <a:pt x="1316820" y="0"/>
                  <a:pt x="2941200" y="0"/>
                </a:cubicBezTo>
                <a:lnTo>
                  <a:pt x="3050508" y="2764"/>
                </a:lnTo>
              </a:path>
            </a:pathLst>
          </a:custGeom>
          <a:noFill/>
          <a:ln>
            <a:solidFill>
              <a:schemeClr val="accent1">
                <a:alpha val="7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517" name="任意多边形: 形状 32"/>
          <p:cNvSpPr/>
          <p:nvPr/>
        </p:nvSpPr>
        <p:spPr>
          <a:xfrm>
            <a:off x="8365320" y="2282040"/>
            <a:ext cx="3002040" cy="3177360"/>
          </a:xfrm>
          <a:custGeom>
            <a:avLst/>
            <a:gdLst>
              <a:gd name="textAreaLeft" fmla="*/ 0 w 3002040"/>
              <a:gd name="textAreaRight" fmla="*/ 3003480 w 3002040"/>
              <a:gd name="textAreaTop" fmla="*/ 0 h 3177360"/>
              <a:gd name="textAreaBottom" fmla="*/ 3178800 h 3177360"/>
              <a:gd name="GluePoint1X" fmla="*/ 2926606 w 3074685"/>
              <a:gd name="GluePoint1Y" fmla="*/ 0 h 3236039"/>
              <a:gd name="GluePoint2X" fmla="*/ 3020554 w 3074685"/>
              <a:gd name="GluePoint2Y" fmla="*/ 11955 h 3236039"/>
              <a:gd name="GluePoint3X" fmla="*/ 3045053 w 3074685"/>
              <a:gd name="GluePoint3Y" fmla="*/ 19013 h 3236039"/>
              <a:gd name="GluePoint4X" fmla="*/ 3074685 w 3074685"/>
              <a:gd name="GluePoint4Y" fmla="*/ 67789 h 3236039"/>
              <a:gd name="GluePoint5X" fmla="*/ 2873079 w 3074685"/>
              <a:gd name="GluePoint5Y" fmla="*/ 57609 h 3236039"/>
            </a:gdLst>
            <a:ahLst/>
            <a:cxnLst>
              <a:cxn ang="0">
                <a:pos x="GluePoint1X" y="GluePoint1Y"/>
              </a:cxn>
              <a:cxn ang="0">
                <a:pos x="GluePoint2X" y="GluePoint2Y"/>
              </a:cxn>
              <a:cxn ang="0">
                <a:pos x="GluePoint3X" y="GluePoint3Y"/>
              </a:cxn>
              <a:cxn ang="0">
                <a:pos x="GluePoint4X" y="GluePoint4Y"/>
              </a:cxn>
              <a:cxn ang="0">
                <a:pos x="GluePoint5X" y="GluePoint5Y"/>
              </a:cxn>
            </a:cxnLst>
            <a:rect l="textAreaLeft" t="textAreaTop" r="textAreaRight" b="textAreaBottom"/>
            <a:pathLst>
              <a:path w="3003593" h="3178430">
                <a:moveTo>
                  <a:pt x="3003593" y="10180"/>
                </a:moveTo>
                <a:lnTo>
                  <a:pt x="2801987" y="0"/>
                </a:lnTo>
                <a:cubicBezTo>
                  <a:pt x="1254492" y="0"/>
                  <a:pt x="0" y="1254492"/>
                  <a:pt x="0" y="2801987"/>
                </a:cubicBezTo>
                <a:cubicBezTo>
                  <a:pt x="0" y="2898706"/>
                  <a:pt x="4900" y="2994280"/>
                  <a:pt x="14466" y="3088474"/>
                </a:cubicBezTo>
                <a:lnTo>
                  <a:pt x="28195" y="3178430"/>
                </a:lnTo>
              </a:path>
            </a:pathLst>
          </a:custGeom>
          <a:noFill/>
          <a:ln>
            <a:solidFill>
              <a:schemeClr val="accent1">
                <a:alpha val="7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518" name="任意多边形: 形状 33"/>
          <p:cNvSpPr/>
          <p:nvPr/>
        </p:nvSpPr>
        <p:spPr>
          <a:xfrm>
            <a:off x="8503920" y="2420640"/>
            <a:ext cx="2940480" cy="3110040"/>
          </a:xfrm>
          <a:custGeom>
            <a:avLst/>
            <a:gdLst>
              <a:gd name="textAreaLeft" fmla="*/ 0 w 2940480"/>
              <a:gd name="textAreaRight" fmla="*/ 2941920 w 2940480"/>
              <a:gd name="textAreaTop" fmla="*/ 0 h 3110040"/>
              <a:gd name="textAreaBottom" fmla="*/ 3111480 h 3110040"/>
              <a:gd name="GluePoint1X" fmla="*/ 101588 w 2958929"/>
              <a:gd name="GluePoint1Y" fmla="*/ 3133638 h 3225078"/>
              <a:gd name="GluePoint2X" fmla="*/ 40443 w 2958929"/>
              <a:gd name="GluePoint2Y" fmla="*/ 3111259 h 3225078"/>
              <a:gd name="GluePoint3X" fmla="*/ 13754 w 2958929"/>
              <a:gd name="GluePoint3Y" fmla="*/ 2936379 h 3225078"/>
              <a:gd name="GluePoint4X" fmla="*/ 0 w 2958929"/>
              <a:gd name="GluePoint4Y" fmla="*/ 2664000 h 3225078"/>
              <a:gd name="GluePoint5X" fmla="*/ 2664000 w 2958929"/>
              <a:gd name="GluePoint5Y" fmla="*/ 0 h 3225078"/>
              <a:gd name="GluePoint6X" fmla="*/ 2936379 w 2958929"/>
              <a:gd name="GluePoint6Y" fmla="*/ 13754 h 3225078"/>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Lst>
            <a:rect l="textAreaLeft" t="textAreaTop" r="textAreaRight" b="textAreaBottom"/>
            <a:pathLst>
              <a:path w="2942190" h="3111259">
                <a:moveTo>
                  <a:pt x="40443" y="3111259"/>
                </a:moveTo>
                <a:lnTo>
                  <a:pt x="13754" y="2936379"/>
                </a:lnTo>
                <a:cubicBezTo>
                  <a:pt x="4659" y="2846823"/>
                  <a:pt x="0" y="2755956"/>
                  <a:pt x="0" y="2664000"/>
                </a:cubicBezTo>
                <a:cubicBezTo>
                  <a:pt x="0" y="1192713"/>
                  <a:pt x="1192713" y="0"/>
                  <a:pt x="2664000" y="0"/>
                </a:cubicBezTo>
                <a:cubicBezTo>
                  <a:pt x="2755955" y="0"/>
                  <a:pt x="2846823" y="4659"/>
                  <a:pt x="2936379" y="13754"/>
                </a:cubicBezTo>
                <a:lnTo>
                  <a:pt x="2942190" y="14641"/>
                </a:lnTo>
              </a:path>
            </a:pathLst>
          </a:custGeom>
          <a:noFill/>
          <a:ln>
            <a:solidFill>
              <a:schemeClr val="accent1">
                <a:alpha val="7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519" name="任意多边形: 形状 34"/>
          <p:cNvSpPr/>
          <p:nvPr/>
        </p:nvSpPr>
        <p:spPr>
          <a:xfrm>
            <a:off x="8629560" y="2546280"/>
            <a:ext cx="2878920" cy="3033360"/>
          </a:xfrm>
          <a:custGeom>
            <a:avLst/>
            <a:gdLst>
              <a:gd name="textAreaLeft" fmla="*/ 0 w 2878920"/>
              <a:gd name="textAreaRight" fmla="*/ 2880360 w 2878920"/>
              <a:gd name="textAreaTop" fmla="*/ 0 h 3033360"/>
              <a:gd name="textAreaBottom" fmla="*/ 3034800 h 3033360"/>
              <a:gd name="GluePoint1X" fmla="*/ 2843447 w 2934887"/>
              <a:gd name="GluePoint1Y" fmla="*/ 5692 h 3088840"/>
              <a:gd name="GluePoint2X" fmla="*/ 2879001 w 2934887"/>
              <a:gd name="GluePoint2Y" fmla="*/ 8125 h 3088840"/>
              <a:gd name="GluePoint3X" fmla="*/ 2904947 w 2934887"/>
              <a:gd name="GluePoint3Y" fmla="*/ 61985 h 3088840"/>
              <a:gd name="GluePoint4X" fmla="*/ 2911520 w 2934887"/>
              <a:gd name="GluePoint4Y" fmla="*/ 79943 h 3088840"/>
              <a:gd name="GluePoint5X" fmla="*/ 2828871 w 2934887"/>
              <a:gd name="GluePoint5Y" fmla="*/ 67329 h 3088840"/>
              <a:gd name="GluePoint6X" fmla="*/ 2569375 w 2934887"/>
              <a:gd name="GluePoint6Y" fmla="*/ 54226 h 308884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Lst>
            <a:rect l="textAreaLeft" t="textAreaTop" r="textAreaRight" b="textAreaBottom"/>
            <a:pathLst>
              <a:path w="2880145" h="3034614">
                <a:moveTo>
                  <a:pt x="2880145" y="25717"/>
                </a:moveTo>
                <a:lnTo>
                  <a:pt x="2797496" y="13103"/>
                </a:lnTo>
                <a:cubicBezTo>
                  <a:pt x="2712176" y="4439"/>
                  <a:pt x="2625606" y="0"/>
                  <a:pt x="2538000" y="0"/>
                </a:cubicBezTo>
                <a:cubicBezTo>
                  <a:pt x="1136301" y="0"/>
                  <a:pt x="0" y="1136301"/>
                  <a:pt x="0" y="2538000"/>
                </a:cubicBezTo>
                <a:cubicBezTo>
                  <a:pt x="0" y="2625606"/>
                  <a:pt x="4438" y="2712176"/>
                  <a:pt x="13103" y="2797496"/>
                </a:cubicBezTo>
                <a:lnTo>
                  <a:pt x="49291" y="3034614"/>
                </a:lnTo>
              </a:path>
            </a:pathLst>
          </a:custGeom>
          <a:noFill/>
          <a:ln>
            <a:solidFill>
              <a:schemeClr val="accent1">
                <a:alpha val="7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520" name="任意多边形: 形状 35"/>
          <p:cNvSpPr/>
          <p:nvPr/>
        </p:nvSpPr>
        <p:spPr>
          <a:xfrm>
            <a:off x="8773920" y="2690640"/>
            <a:ext cx="2791440" cy="2936880"/>
          </a:xfrm>
          <a:custGeom>
            <a:avLst/>
            <a:gdLst>
              <a:gd name="textAreaLeft" fmla="*/ 0 w 2791440"/>
              <a:gd name="textAreaRight" fmla="*/ 2792880 w 2791440"/>
              <a:gd name="textAreaTop" fmla="*/ 0 h 2936880"/>
              <a:gd name="textAreaBottom" fmla="*/ 2938320 h 2936880"/>
              <a:gd name="GluePoint1X" fmla="*/ 2356426 w 2821652"/>
              <a:gd name="GluePoint1Y" fmla="*/ 37517 h 2948079"/>
              <a:gd name="GluePoint2X" fmla="*/ 1803976 w 2821652"/>
              <a:gd name="GluePoint2Y" fmla="*/ 142292 h 2948079"/>
              <a:gd name="GluePoint3X" fmla="*/ 1165801 w 2821652"/>
              <a:gd name="GluePoint3Y" fmla="*/ 408992 h 2948079"/>
              <a:gd name="GluePoint4X" fmla="*/ 475239 w 2821652"/>
              <a:gd name="GluePoint4Y" fmla="*/ 1061455 h 2948079"/>
              <a:gd name="GluePoint5X" fmla="*/ 118051 w 2821652"/>
              <a:gd name="GluePoint5Y" fmla="*/ 1799642 h 2948079"/>
              <a:gd name="GluePoint6X" fmla="*/ 51376 w 2821652"/>
              <a:gd name="GluePoint6Y" fmla="*/ 2490205 h 2948079"/>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Lst>
            <a:rect l="textAreaLeft" t="textAreaTop" r="textAreaRight" b="textAreaBottom"/>
            <a:pathLst>
              <a:path w="2792551" h="2938086">
                <a:moveTo>
                  <a:pt x="64479" y="2938086"/>
                </a:moveTo>
                <a:lnTo>
                  <a:pt x="48638" y="2876475"/>
                </a:lnTo>
                <a:cubicBezTo>
                  <a:pt x="16747" y="2720631"/>
                  <a:pt x="0" y="2559271"/>
                  <a:pt x="0" y="2394000"/>
                </a:cubicBezTo>
                <a:cubicBezTo>
                  <a:pt x="0" y="1071830"/>
                  <a:pt x="1071830" y="0"/>
                  <a:pt x="2394000" y="0"/>
                </a:cubicBezTo>
                <a:cubicBezTo>
                  <a:pt x="2476636" y="0"/>
                  <a:pt x="2558293" y="4187"/>
                  <a:pt x="2638773" y="12360"/>
                </a:cubicBezTo>
                <a:lnTo>
                  <a:pt x="2792551" y="35829"/>
                </a:lnTo>
              </a:path>
            </a:pathLst>
          </a:custGeom>
          <a:noFill/>
          <a:ln>
            <a:solidFill>
              <a:schemeClr val="accent1">
                <a:alpha val="7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521" name="任意多边形: 形状 36"/>
          <p:cNvSpPr/>
          <p:nvPr/>
        </p:nvSpPr>
        <p:spPr>
          <a:xfrm>
            <a:off x="8903160" y="2819880"/>
            <a:ext cx="2700360" cy="2841480"/>
          </a:xfrm>
          <a:custGeom>
            <a:avLst/>
            <a:gdLst>
              <a:gd name="textAreaLeft" fmla="*/ 0 w 2700360"/>
              <a:gd name="textAreaRight" fmla="*/ 2701800 w 2700360"/>
              <a:gd name="textAreaTop" fmla="*/ 0 h 2841480"/>
              <a:gd name="textAreaBottom" fmla="*/ 2842920 h 2841480"/>
              <a:gd name="GluePoint1X" fmla="*/ 1950361 w 2739972"/>
              <a:gd name="GluePoint1Y" fmla="*/ 20793 h 2884022"/>
              <a:gd name="GluePoint2X" fmla="*/ 2267068 w 2739972"/>
              <a:gd name="GluePoint2Y" fmla="*/ 1743 h 2884022"/>
              <a:gd name="GluePoint3X" fmla="*/ 2526624 w 2739972"/>
              <a:gd name="GluePoint3Y" fmla="*/ 20793 h 2884022"/>
              <a:gd name="GluePoint4X" fmla="*/ 2693539 w 2739972"/>
              <a:gd name="GluePoint4Y" fmla="*/ 44345 h 2884022"/>
              <a:gd name="GluePoint5X" fmla="*/ 2731706 w 2739972"/>
              <a:gd name="GluePoint5Y" fmla="*/ 52449 h 2884022"/>
              <a:gd name="GluePoint6X" fmla="*/ 2739972 w 2739972"/>
              <a:gd name="GluePoint6Y" fmla="*/ 84597 h 2884022"/>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Lst>
            <a:rect l="textAreaLeft" t="textAreaTop" r="textAreaRight" b="textAreaBottom"/>
            <a:pathLst>
              <a:path w="2702112" h="2842584">
                <a:moveTo>
                  <a:pt x="2702112" y="43159"/>
                </a:moveTo>
                <a:lnTo>
                  <a:pt x="2495922" y="11691"/>
                </a:lnTo>
                <a:cubicBezTo>
                  <a:pt x="2419799" y="3960"/>
                  <a:pt x="2342562" y="0"/>
                  <a:pt x="2264400" y="0"/>
                </a:cubicBezTo>
                <a:cubicBezTo>
                  <a:pt x="1013806" y="0"/>
                  <a:pt x="0" y="1013806"/>
                  <a:pt x="0" y="2264400"/>
                </a:cubicBezTo>
                <a:cubicBezTo>
                  <a:pt x="0" y="2420724"/>
                  <a:pt x="15841" y="2573349"/>
                  <a:pt x="46005" y="2720756"/>
                </a:cubicBezTo>
                <a:lnTo>
                  <a:pt x="77330" y="2842584"/>
                </a:lnTo>
              </a:path>
            </a:pathLst>
          </a:custGeom>
          <a:noFill/>
          <a:ln>
            <a:solidFill>
              <a:schemeClr val="accent1">
                <a:alpha val="7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522" name="任意多边形: 形状 37"/>
          <p:cNvSpPr/>
          <p:nvPr/>
        </p:nvSpPr>
        <p:spPr>
          <a:xfrm>
            <a:off x="9024120" y="2940840"/>
            <a:ext cx="2612160" cy="2740320"/>
          </a:xfrm>
          <a:custGeom>
            <a:avLst/>
            <a:gdLst>
              <a:gd name="textAreaLeft" fmla="*/ 0 w 2612160"/>
              <a:gd name="textAreaRight" fmla="*/ 2613600 w 2612160"/>
              <a:gd name="textAreaTop" fmla="*/ 0 h 2740320"/>
              <a:gd name="textAreaBottom" fmla="*/ 2741760 h 2740320"/>
              <a:gd name="GluePoint1X" fmla="*/ 2627567 w 2719007"/>
              <a:gd name="GluePoint1Y" fmla="*/ 143842 h 2747074"/>
              <a:gd name="GluePoint2X" fmla="*/ 2539714 w 2719007"/>
              <a:gd name="GluePoint2Y" fmla="*/ 125555 h 2747074"/>
              <a:gd name="GluePoint3X" fmla="*/ 2430102 w 2719007"/>
              <a:gd name="GluePoint3Y" fmla="*/ 111119 h 2747074"/>
              <a:gd name="GluePoint4X" fmla="*/ 2417343 w 2719007"/>
              <a:gd name="GluePoint4Y" fmla="*/ 109795 h 2747074"/>
              <a:gd name="GluePoint5X" fmla="*/ 2314257 w 2719007"/>
              <a:gd name="GluePoint5Y" fmla="*/ 85632 h 2747074"/>
              <a:gd name="GluePoint6X" fmla="*/ 2001551 w 2719007"/>
              <a:gd name="GluePoint6Y" fmla="*/ 49355 h 274707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Lst>
            <a:rect l="textAreaLeft" t="textAreaTop" r="textAreaRight" b="textAreaBottom"/>
            <a:pathLst>
              <a:path w="2613744" h="2741829">
                <a:moveTo>
                  <a:pt x="86203" y="2741829"/>
                </a:moveTo>
                <a:lnTo>
                  <a:pt x="43556" y="2575971"/>
                </a:lnTo>
                <a:cubicBezTo>
                  <a:pt x="14998" y="2436408"/>
                  <a:pt x="0" y="2291906"/>
                  <a:pt x="0" y="2143900"/>
                </a:cubicBezTo>
                <a:cubicBezTo>
                  <a:pt x="0" y="959857"/>
                  <a:pt x="959857" y="0"/>
                  <a:pt x="2143900" y="0"/>
                </a:cubicBezTo>
                <a:cubicBezTo>
                  <a:pt x="2291905" y="0"/>
                  <a:pt x="2436408" y="14998"/>
                  <a:pt x="2575971" y="43556"/>
                </a:cubicBezTo>
                <a:lnTo>
                  <a:pt x="2613744" y="53268"/>
                </a:lnTo>
              </a:path>
            </a:pathLst>
          </a:custGeom>
          <a:noFill/>
          <a:ln>
            <a:solidFill>
              <a:schemeClr val="accent1">
                <a:alpha val="7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523" name="任意多边形: 形状 38"/>
          <p:cNvSpPr/>
          <p:nvPr/>
        </p:nvSpPr>
        <p:spPr>
          <a:xfrm>
            <a:off x="9150840" y="3067560"/>
            <a:ext cx="2506320" cy="2627640"/>
          </a:xfrm>
          <a:custGeom>
            <a:avLst/>
            <a:gdLst>
              <a:gd name="textAreaLeft" fmla="*/ 0 w 2506320"/>
              <a:gd name="textAreaRight" fmla="*/ 2507760 w 2506320"/>
              <a:gd name="textAreaTop" fmla="*/ 0 h 2627640"/>
              <a:gd name="textAreaBottom" fmla="*/ 2629080 h 2627640"/>
              <a:gd name="GluePoint1X" fmla="*/ 1948787 w 2572265"/>
              <a:gd name="GluePoint1Y" fmla="*/ 1363 h 2669917"/>
              <a:gd name="GluePoint2X" fmla="*/ 2231561 w 2572265"/>
              <a:gd name="GluePoint2Y" fmla="*/ 10888 h 2669917"/>
              <a:gd name="GluePoint3X" fmla="*/ 2355054 w 2572265"/>
              <a:gd name="GluePoint3Y" fmla="*/ 23703 h 2669917"/>
              <a:gd name="GluePoint4X" fmla="*/ 2361338 w 2572265"/>
              <a:gd name="GluePoint4Y" fmla="*/ 25176 h 2669917"/>
              <a:gd name="GluePoint5X" fmla="*/ 2553624 w 2572265"/>
              <a:gd name="GluePoint5Y" fmla="*/ 76670 h 2669917"/>
              <a:gd name="GluePoint6X" fmla="*/ 2568786 w 2572265"/>
              <a:gd name="GluePoint6Y" fmla="*/ 80732 h 2669917"/>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Lst>
            <a:rect l="textAreaLeft" t="textAreaTop" r="textAreaRight" b="textAreaBottom"/>
            <a:pathLst>
              <a:path w="2507554" h="2629009">
                <a:moveTo>
                  <a:pt x="2507554" y="62621"/>
                </a:moveTo>
                <a:lnTo>
                  <a:pt x="2423376" y="40976"/>
                </a:lnTo>
                <a:cubicBezTo>
                  <a:pt x="2292080" y="14109"/>
                  <a:pt x="2156138" y="0"/>
                  <a:pt x="2016900" y="0"/>
                </a:cubicBezTo>
                <a:cubicBezTo>
                  <a:pt x="902997" y="0"/>
                  <a:pt x="0" y="902997"/>
                  <a:pt x="0" y="2016900"/>
                </a:cubicBezTo>
                <a:cubicBezTo>
                  <a:pt x="0" y="2225757"/>
                  <a:pt x="31746" y="2427199"/>
                  <a:pt x="90676" y="2616664"/>
                </a:cubicBezTo>
                <a:lnTo>
                  <a:pt x="95194" y="2629009"/>
                </a:lnTo>
              </a:path>
            </a:pathLst>
          </a:custGeom>
          <a:noFill/>
          <a:ln>
            <a:solidFill>
              <a:schemeClr val="accent1">
                <a:alpha val="7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524" name="任意多边形: 形状 39"/>
          <p:cNvSpPr/>
          <p:nvPr/>
        </p:nvSpPr>
        <p:spPr>
          <a:xfrm>
            <a:off x="9265320" y="3182040"/>
            <a:ext cx="2405880" cy="2519640"/>
          </a:xfrm>
          <a:custGeom>
            <a:avLst/>
            <a:gdLst>
              <a:gd name="textAreaLeft" fmla="*/ 0 w 2405880"/>
              <a:gd name="textAreaRight" fmla="*/ 2407320 w 2405880"/>
              <a:gd name="textAreaTop" fmla="*/ 0 h 2519640"/>
              <a:gd name="textAreaBottom" fmla="*/ 2521080 h 2519640"/>
              <a:gd name="GluePoint1X" fmla="*/ 188304 w 2408159"/>
              <a:gd name="GluePoint1Y" fmla="*/ 1165193 h 2522818"/>
              <a:gd name="GluePoint2X" fmla="*/ 153701 w 2408159"/>
              <a:gd name="GluePoint2Y" fmla="*/ 1273317 h 2522818"/>
              <a:gd name="GluePoint3X" fmla="*/ 33051 w 2408159"/>
              <a:gd name="GluePoint3Y" fmla="*/ 1844817 h 2522818"/>
              <a:gd name="GluePoint4X" fmla="*/ 121951 w 2408159"/>
              <a:gd name="GluePoint4Y" fmla="*/ 2457592 h 2522818"/>
              <a:gd name="GluePoint5X" fmla="*/ 133501 w 2408159"/>
              <a:gd name="GluePoint5Y" fmla="*/ 2500839 h 2522818"/>
              <a:gd name="GluePoint6X" fmla="*/ 141486 w 2408159"/>
              <a:gd name="GluePoint6Y" fmla="*/ 2522818 h 2522818"/>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Lst>
            <a:rect l="textAreaLeft" t="textAreaTop" r="textAreaRight" b="textAreaBottom"/>
            <a:pathLst>
              <a:path w="2407041" h="2520965">
                <a:moveTo>
                  <a:pt x="104785" y="2520965"/>
                </a:moveTo>
                <a:lnTo>
                  <a:pt x="85537" y="2468375"/>
                </a:lnTo>
                <a:cubicBezTo>
                  <a:pt x="29947" y="2289647"/>
                  <a:pt x="0" y="2099621"/>
                  <a:pt x="0" y="1902600"/>
                </a:cubicBezTo>
                <a:cubicBezTo>
                  <a:pt x="0" y="851823"/>
                  <a:pt x="851823" y="0"/>
                  <a:pt x="1902600" y="0"/>
                </a:cubicBezTo>
                <a:cubicBezTo>
                  <a:pt x="2033947" y="0"/>
                  <a:pt x="2162186" y="13310"/>
                  <a:pt x="2286040" y="38654"/>
                </a:cubicBezTo>
                <a:lnTo>
                  <a:pt x="2407041" y="69766"/>
                </a:lnTo>
              </a:path>
            </a:pathLst>
          </a:custGeom>
          <a:noFill/>
          <a:ln>
            <a:solidFill>
              <a:schemeClr val="accent1">
                <a:alpha val="7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525" name="任意多边形: 形状 40"/>
          <p:cNvSpPr/>
          <p:nvPr/>
        </p:nvSpPr>
        <p:spPr>
          <a:xfrm>
            <a:off x="9371160" y="3287880"/>
            <a:ext cx="2304720" cy="2412360"/>
          </a:xfrm>
          <a:custGeom>
            <a:avLst/>
            <a:gdLst>
              <a:gd name="textAreaLeft" fmla="*/ 0 w 2304720"/>
              <a:gd name="textAreaRight" fmla="*/ 2306160 w 2304720"/>
              <a:gd name="textAreaTop" fmla="*/ 0 h 2412360"/>
              <a:gd name="textAreaBottom" fmla="*/ 2413800 h 2412360"/>
              <a:gd name="GluePoint1X" fmla="*/ 1819555 w 2357652"/>
              <a:gd name="GluePoint1Y" fmla="*/ 820 h 2459550"/>
              <a:gd name="GluePoint2X" fmla="*/ 2319618 w 2357652"/>
              <a:gd name="GluePoint2Y" fmla="*/ 69877 h 2459550"/>
              <a:gd name="GluePoint3X" fmla="*/ 2355557 w 2357652"/>
              <a:gd name="GluePoint3Y" fmla="*/ 77297 h 2459550"/>
              <a:gd name="GluePoint4X" fmla="*/ 2357652 w 2357652"/>
              <a:gd name="GluePoint4Y" fmla="*/ 118777 h 2459550"/>
              <a:gd name="GluePoint5X" fmla="*/ 2209631 w 2357652"/>
              <a:gd name="GluePoint5Y" fmla="*/ 80717 h 2459550"/>
              <a:gd name="GluePoint6X" fmla="*/ 1847604 w 2357652"/>
              <a:gd name="GluePoint6Y" fmla="*/ 44222 h 245955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Lst>
            <a:rect l="textAreaLeft" t="textAreaTop" r="textAreaRight" b="textAreaBottom"/>
            <a:pathLst>
              <a:path w="2306398" h="2413436">
                <a:moveTo>
                  <a:pt x="2306398" y="74555"/>
                </a:moveTo>
                <a:lnTo>
                  <a:pt x="2158377" y="36495"/>
                </a:lnTo>
                <a:cubicBezTo>
                  <a:pt x="2041439" y="12566"/>
                  <a:pt x="1920362" y="0"/>
                  <a:pt x="1796350" y="0"/>
                </a:cubicBezTo>
                <a:cubicBezTo>
                  <a:pt x="804253" y="0"/>
                  <a:pt x="0" y="804253"/>
                  <a:pt x="0" y="1796350"/>
                </a:cubicBezTo>
                <a:cubicBezTo>
                  <a:pt x="0" y="1982368"/>
                  <a:pt x="28275" y="2161783"/>
                  <a:pt x="80760" y="2330530"/>
                </a:cubicBezTo>
                <a:lnTo>
                  <a:pt x="111104" y="2413436"/>
                </a:lnTo>
              </a:path>
            </a:pathLst>
          </a:custGeom>
          <a:noFill/>
          <a:ln>
            <a:solidFill>
              <a:schemeClr val="accent1">
                <a:alpha val="7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526" name="任意多边形: 形状 41"/>
          <p:cNvSpPr/>
          <p:nvPr/>
        </p:nvSpPr>
        <p:spPr>
          <a:xfrm>
            <a:off x="9479160" y="3395880"/>
            <a:ext cx="2198880" cy="2298600"/>
          </a:xfrm>
          <a:custGeom>
            <a:avLst/>
            <a:gdLst>
              <a:gd name="textAreaLeft" fmla="*/ 0 w 2198880"/>
              <a:gd name="textAreaRight" fmla="*/ 2200320 w 2198880"/>
              <a:gd name="textAreaTop" fmla="*/ 0 h 2298600"/>
              <a:gd name="textAreaBottom" fmla="*/ 2300040 h 2298600"/>
              <a:gd name="GluePoint1X" fmla="*/ 100037 w 2200258"/>
              <a:gd name="GluePoint1Y" fmla="*/ 1249865 h 2299792"/>
              <a:gd name="GluePoint2X" fmla="*/ 81582 w 2200258"/>
              <a:gd name="GluePoint2Y" fmla="*/ 1320261 h 2299792"/>
              <a:gd name="GluePoint3X" fmla="*/ 48245 w 2200258"/>
              <a:gd name="GluePoint3Y" fmla="*/ 1817942 h 2299792"/>
              <a:gd name="GluePoint4X" fmla="*/ 141209 w 2200258"/>
              <a:gd name="GluePoint4Y" fmla="*/ 2266485 h 2299792"/>
              <a:gd name="GluePoint5X" fmla="*/ 150091 w 2200258"/>
              <a:gd name="GluePoint5Y" fmla="*/ 2298066 h 2299792"/>
              <a:gd name="GluePoint6X" fmla="*/ 115916 w 2200258"/>
              <a:gd name="GluePoint6Y" fmla="*/ 2299792 h 2299792"/>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Lst>
            <a:rect l="textAreaLeft" t="textAreaTop" r="textAreaRight" b="textAreaBottom"/>
            <a:pathLst>
              <a:path w="2200258" h="2299792">
                <a:moveTo>
                  <a:pt x="115916" y="2299792"/>
                </a:moveTo>
                <a:lnTo>
                  <a:pt x="75907" y="2190479"/>
                </a:lnTo>
                <a:cubicBezTo>
                  <a:pt x="26575" y="2031872"/>
                  <a:pt x="0" y="1863240"/>
                  <a:pt x="0" y="1688400"/>
                </a:cubicBezTo>
                <a:cubicBezTo>
                  <a:pt x="0" y="755922"/>
                  <a:pt x="755922" y="0"/>
                  <a:pt x="1688400" y="0"/>
                </a:cubicBezTo>
                <a:cubicBezTo>
                  <a:pt x="1863240" y="0"/>
                  <a:pt x="2031872" y="26575"/>
                  <a:pt x="2190479" y="75907"/>
                </a:cubicBezTo>
                <a:lnTo>
                  <a:pt x="2200258" y="79486"/>
                </a:lnTo>
              </a:path>
            </a:pathLst>
          </a:custGeom>
          <a:noFill/>
          <a:ln>
            <a:solidFill>
              <a:schemeClr val="accent1">
                <a:alpha val="7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527" name="任意多边形: 形状 42"/>
          <p:cNvSpPr/>
          <p:nvPr/>
        </p:nvSpPr>
        <p:spPr>
          <a:xfrm>
            <a:off x="9596160" y="3512880"/>
            <a:ext cx="2075760" cy="2168280"/>
          </a:xfrm>
          <a:custGeom>
            <a:avLst/>
            <a:gdLst>
              <a:gd name="textAreaLeft" fmla="*/ 0 w 2075760"/>
              <a:gd name="textAreaRight" fmla="*/ 2077200 w 2075760"/>
              <a:gd name="textAreaTop" fmla="*/ 0 h 2168280"/>
              <a:gd name="textAreaBottom" fmla="*/ 2169720 h 2168280"/>
              <a:gd name="GluePoint1X" fmla="*/ 2079319 w 2170759"/>
              <a:gd name="GluePoint1Y" fmla="*/ 80042 h 2235262"/>
              <a:gd name="GluePoint2X" fmla="*/ 2118665 w 2170759"/>
              <a:gd name="GluePoint2Y" fmla="*/ 92278 h 2235262"/>
              <a:gd name="GluePoint3X" fmla="*/ 2129549 w 2170759"/>
              <a:gd name="GluePoint3Y" fmla="*/ 97649 h 2235262"/>
              <a:gd name="GluePoint4X" fmla="*/ 2127280 w 2170759"/>
              <a:gd name="GluePoint4Y" fmla="*/ 142583 h 2235262"/>
              <a:gd name="GluePoint5X" fmla="*/ 2088879 w 2170759"/>
              <a:gd name="GluePoint5Y" fmla="*/ 128528 h 2235262"/>
              <a:gd name="GluePoint6X" fmla="*/ 1621593 w 2170759"/>
              <a:gd name="GluePoint6Y" fmla="*/ 57881 h 2235262"/>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Lst>
            <a:rect l="textAreaLeft" t="textAreaTop" r="textAreaRight" b="textAreaBottom"/>
            <a:pathLst>
              <a:path w="2077087" h="2169653">
                <a:moveTo>
                  <a:pt x="2077087" y="84702"/>
                </a:moveTo>
                <a:lnTo>
                  <a:pt x="2038686" y="70647"/>
                </a:lnTo>
                <a:cubicBezTo>
                  <a:pt x="1891071" y="24734"/>
                  <a:pt x="1734124" y="0"/>
                  <a:pt x="1571400" y="0"/>
                </a:cubicBezTo>
                <a:cubicBezTo>
                  <a:pt x="703540" y="0"/>
                  <a:pt x="0" y="703540"/>
                  <a:pt x="0" y="1571400"/>
                </a:cubicBezTo>
                <a:cubicBezTo>
                  <a:pt x="0" y="1734124"/>
                  <a:pt x="24734" y="1891071"/>
                  <a:pt x="70647" y="2038686"/>
                </a:cubicBezTo>
                <a:lnTo>
                  <a:pt x="118581" y="2169653"/>
                </a:lnTo>
              </a:path>
            </a:pathLst>
          </a:custGeom>
          <a:noFill/>
          <a:ln>
            <a:solidFill>
              <a:schemeClr val="accent1">
                <a:alpha val="7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528" name="任意多边形: 形状 43"/>
          <p:cNvSpPr/>
          <p:nvPr/>
        </p:nvSpPr>
        <p:spPr>
          <a:xfrm>
            <a:off x="9813960" y="3730680"/>
            <a:ext cx="1831320" cy="1909800"/>
          </a:xfrm>
          <a:custGeom>
            <a:avLst/>
            <a:gdLst>
              <a:gd name="textAreaLeft" fmla="*/ 0 w 1831320"/>
              <a:gd name="textAreaRight" fmla="*/ 1832760 w 1831320"/>
              <a:gd name="textAreaTop" fmla="*/ 0 h 1909800"/>
              <a:gd name="textAreaBottom" fmla="*/ 1911240 h 1909800"/>
              <a:gd name="GluePoint1X" fmla="*/ 1755255 w 1846695"/>
              <a:gd name="GluePoint1Y" fmla="*/ 122052 h 1911428"/>
              <a:gd name="GluePoint2X" fmla="*/ 1663689 w 1846695"/>
              <a:gd name="GluePoint2Y" fmla="*/ 94872 h 1911428"/>
              <a:gd name="GluePoint3X" fmla="*/ 1581049 w 1846695"/>
              <a:gd name="GluePoint3Y" fmla="*/ 81875 h 1911428"/>
              <a:gd name="GluePoint4X" fmla="*/ 1557351 w 1846695"/>
              <a:gd name="GluePoint4Y" fmla="*/ 73553 h 1911428"/>
              <a:gd name="GluePoint5X" fmla="*/ 1435089 w 1846695"/>
              <a:gd name="GluePoint5Y" fmla="*/ 42485 h 1911428"/>
              <a:gd name="GluePoint6X" fmla="*/ 1353494 w 1846695"/>
              <a:gd name="GluePoint6Y" fmla="*/ 33964 h 1911428"/>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Lst>
            <a:rect l="textAreaLeft" t="textAreaTop" r="textAreaRight" b="textAreaBottom"/>
            <a:pathLst>
              <a:path w="1832676" h="1911428">
                <a:moveTo>
                  <a:pt x="121280" y="1911428"/>
                </a:moveTo>
                <a:lnTo>
                  <a:pt x="106373" y="1880482"/>
                </a:lnTo>
                <a:cubicBezTo>
                  <a:pt x="37877" y="1718540"/>
                  <a:pt x="0" y="1540493"/>
                  <a:pt x="0" y="1353600"/>
                </a:cubicBezTo>
                <a:cubicBezTo>
                  <a:pt x="0" y="606027"/>
                  <a:pt x="606027" y="0"/>
                  <a:pt x="1353600" y="0"/>
                </a:cubicBezTo>
                <a:cubicBezTo>
                  <a:pt x="1493770" y="0"/>
                  <a:pt x="1628964" y="21306"/>
                  <a:pt x="1756119" y="60855"/>
                </a:cubicBezTo>
                <a:lnTo>
                  <a:pt x="1832676" y="88875"/>
                </a:lnTo>
              </a:path>
            </a:pathLst>
          </a:custGeom>
          <a:noFill/>
          <a:ln>
            <a:solidFill>
              <a:schemeClr val="accent1">
                <a:alpha val="7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529" name="任意多边形: 形状 44"/>
          <p:cNvSpPr/>
          <p:nvPr/>
        </p:nvSpPr>
        <p:spPr>
          <a:xfrm>
            <a:off x="9918720" y="3835440"/>
            <a:ext cx="1707840" cy="1779120"/>
          </a:xfrm>
          <a:custGeom>
            <a:avLst/>
            <a:gdLst>
              <a:gd name="textAreaLeft" fmla="*/ 0 w 1707840"/>
              <a:gd name="textAreaRight" fmla="*/ 1709280 w 1707840"/>
              <a:gd name="textAreaTop" fmla="*/ 0 h 1779120"/>
              <a:gd name="textAreaBottom" fmla="*/ 1780560 h 1779120"/>
              <a:gd name="GluePoint1X" fmla="*/ 1515801 w 1754515"/>
              <a:gd name="GluePoint1Y" fmla="*/ 16713 h 1828732"/>
              <a:gd name="GluePoint2X" fmla="*/ 1640113 w 1754515"/>
              <a:gd name="GluePoint2Y" fmla="*/ 60369 h 1828732"/>
              <a:gd name="GluePoint3X" fmla="*/ 1710518 w 1754515"/>
              <a:gd name="GluePoint3Y" fmla="*/ 87154 h 1828732"/>
              <a:gd name="GluePoint4X" fmla="*/ 1754515 w 1754515"/>
              <a:gd name="GluePoint4Y" fmla="*/ 104162 h 1828732"/>
              <a:gd name="GluePoint5X" fmla="*/ 1748429 w 1754515"/>
              <a:gd name="GluePoint5Y" fmla="*/ 127829 h 1828732"/>
              <a:gd name="GluePoint6X" fmla="*/ 1659826 w 1754515"/>
              <a:gd name="GluePoint6Y" fmla="*/ 95400 h 1828732"/>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Lst>
            <a:rect l="textAreaLeft" t="textAreaTop" r="textAreaRight" b="textAreaBottom"/>
            <a:pathLst>
              <a:path w="1709277" h="1780541">
                <a:moveTo>
                  <a:pt x="1709277" y="88591"/>
                </a:moveTo>
                <a:lnTo>
                  <a:pt x="1620674" y="56162"/>
                </a:lnTo>
                <a:cubicBezTo>
                  <a:pt x="1503325" y="19662"/>
                  <a:pt x="1378559" y="0"/>
                  <a:pt x="1249200" y="0"/>
                </a:cubicBezTo>
                <a:cubicBezTo>
                  <a:pt x="559286" y="0"/>
                  <a:pt x="0" y="559286"/>
                  <a:pt x="0" y="1249200"/>
                </a:cubicBezTo>
                <a:cubicBezTo>
                  <a:pt x="0" y="1421679"/>
                  <a:pt x="34955" y="1585993"/>
                  <a:pt x="98168" y="1735445"/>
                </a:cubicBezTo>
                <a:lnTo>
                  <a:pt x="119892" y="1780541"/>
                </a:lnTo>
              </a:path>
            </a:pathLst>
          </a:custGeom>
          <a:noFill/>
          <a:ln>
            <a:solidFill>
              <a:schemeClr val="accent1">
                <a:alpha val="7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530" name="任意多边形: 形状 45"/>
          <p:cNvSpPr/>
          <p:nvPr/>
        </p:nvSpPr>
        <p:spPr>
          <a:xfrm>
            <a:off x="10654200" y="4570560"/>
            <a:ext cx="698400" cy="728640"/>
          </a:xfrm>
          <a:custGeom>
            <a:avLst/>
            <a:gdLst>
              <a:gd name="textAreaLeft" fmla="*/ 0 w 698400"/>
              <a:gd name="textAreaRight" fmla="*/ 699840 w 698400"/>
              <a:gd name="textAreaTop" fmla="*/ 0 h 728640"/>
              <a:gd name="textAreaBottom" fmla="*/ 730080 h 728640"/>
              <a:gd name="GluePoint1X" fmla="*/ 190297 w 699728"/>
              <a:gd name="GluePoint1Y" fmla="*/ 174057 h 730385"/>
              <a:gd name="GluePoint2X" fmla="*/ 66472 w 699728"/>
              <a:gd name="GluePoint2Y" fmla="*/ 366938 h 730385"/>
              <a:gd name="GluePoint3X" fmla="*/ 61710 w 699728"/>
              <a:gd name="GluePoint3Y" fmla="*/ 659832 h 730385"/>
              <a:gd name="GluePoint4X" fmla="*/ 74893 w 699728"/>
              <a:gd name="GluePoint4Y" fmla="*/ 711398 h 730385"/>
              <a:gd name="GluePoint5X" fmla="*/ 49502 w 699728"/>
              <a:gd name="GluePoint5Y" fmla="*/ 730385 h 730385"/>
              <a:gd name="GluePoint6X" fmla="*/ 40363 w 699728"/>
              <a:gd name="GluePoint6Y" fmla="*/ 713547 h 73038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Lst>
            <a:rect l="textAreaLeft" t="textAreaTop" r="textAreaRight" b="textAreaBottom"/>
            <a:pathLst>
              <a:path w="699728" h="730385">
                <a:moveTo>
                  <a:pt x="49502" y="730385"/>
                </a:moveTo>
                <a:lnTo>
                  <a:pt x="40363" y="713547"/>
                </a:lnTo>
                <a:cubicBezTo>
                  <a:pt x="14372" y="652098"/>
                  <a:pt x="0" y="584539"/>
                  <a:pt x="0" y="513622"/>
                </a:cubicBezTo>
                <a:cubicBezTo>
                  <a:pt x="0" y="229956"/>
                  <a:pt x="229956" y="0"/>
                  <a:pt x="513622" y="0"/>
                </a:cubicBezTo>
                <a:cubicBezTo>
                  <a:pt x="549080" y="0"/>
                  <a:pt x="583699" y="3593"/>
                  <a:pt x="617135" y="10435"/>
                </a:cubicBezTo>
                <a:lnTo>
                  <a:pt x="699728" y="36073"/>
                </a:lnTo>
              </a:path>
            </a:pathLst>
          </a:custGeom>
          <a:noFill/>
          <a:ln>
            <a:solidFill>
              <a:schemeClr val="accent1">
                <a:alpha val="7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531" name="任意多边形: 形状 46"/>
          <p:cNvSpPr/>
          <p:nvPr/>
        </p:nvSpPr>
        <p:spPr>
          <a:xfrm>
            <a:off x="10771560" y="4688280"/>
            <a:ext cx="517320" cy="539640"/>
          </a:xfrm>
          <a:custGeom>
            <a:avLst/>
            <a:gdLst>
              <a:gd name="textAreaLeft" fmla="*/ 0 w 517320"/>
              <a:gd name="textAreaRight" fmla="*/ 518760 w 517320"/>
              <a:gd name="textAreaTop" fmla="*/ 0 h 539640"/>
              <a:gd name="textAreaBottom" fmla="*/ 541080 h 539640"/>
              <a:gd name="GluePoint1X" fmla="*/ 363883 w 585918"/>
              <a:gd name="GluePoint1Y" fmla="*/ 5616 h 615834"/>
              <a:gd name="GluePoint2X" fmla="*/ 566289 w 585918"/>
              <a:gd name="GluePoint2Y" fmla="*/ 15141 h 615834"/>
              <a:gd name="GluePoint3X" fmla="*/ 585918 w 585918"/>
              <a:gd name="GluePoint3Y" fmla="*/ 22849 h 615834"/>
              <a:gd name="GluePoint4X" fmla="*/ 562439 w 585918"/>
              <a:gd name="GluePoint4Y" fmla="*/ 61084 h 615834"/>
              <a:gd name="GluePoint5X" fmla="*/ 519365 w 585918"/>
              <a:gd name="GluePoint5Y" fmla="*/ 47713 h 615834"/>
              <a:gd name="GluePoint6X" fmla="*/ 439557 w 585918"/>
              <a:gd name="GluePoint6Y" fmla="*/ 39668 h 61583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Lst>
            <a:rect l="textAreaLeft" t="textAreaTop" r="textAreaRight" b="textAreaBottom"/>
            <a:pathLst>
              <a:path w="518882" h="540737">
                <a:moveTo>
                  <a:pt x="518882" y="21416"/>
                </a:moveTo>
                <a:lnTo>
                  <a:pt x="475808" y="8045"/>
                </a:lnTo>
                <a:cubicBezTo>
                  <a:pt x="450029" y="2770"/>
                  <a:pt x="423338" y="0"/>
                  <a:pt x="396000" y="0"/>
                </a:cubicBezTo>
                <a:cubicBezTo>
                  <a:pt x="177295" y="0"/>
                  <a:pt x="0" y="177295"/>
                  <a:pt x="0" y="396000"/>
                </a:cubicBezTo>
                <a:cubicBezTo>
                  <a:pt x="0" y="423338"/>
                  <a:pt x="2770" y="450029"/>
                  <a:pt x="8045" y="475808"/>
                </a:cubicBezTo>
                <a:lnTo>
                  <a:pt x="28201" y="540737"/>
                </a:lnTo>
              </a:path>
            </a:pathLst>
          </a:custGeom>
          <a:noFill/>
          <a:ln>
            <a:solidFill>
              <a:schemeClr val="accent1">
                <a:alpha val="7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532" name="任意多边形: 形状 47"/>
          <p:cNvSpPr/>
          <p:nvPr/>
        </p:nvSpPr>
        <p:spPr>
          <a:xfrm>
            <a:off x="10429920" y="4346640"/>
            <a:ext cx="1029960" cy="1071720"/>
          </a:xfrm>
          <a:custGeom>
            <a:avLst/>
            <a:gdLst>
              <a:gd name="textAreaLeft" fmla="*/ 0 w 1029960"/>
              <a:gd name="textAreaRight" fmla="*/ 1031400 w 1029960"/>
              <a:gd name="textAreaTop" fmla="*/ 0 h 1071720"/>
              <a:gd name="textAreaBottom" fmla="*/ 1073160 h 1071720"/>
              <a:gd name="GluePoint1X" fmla="*/ 678995 w 1031244"/>
              <a:gd name="GluePoint1Y" fmla="*/ 36486 h 1073200"/>
              <a:gd name="GluePoint2X" fmla="*/ 336095 w 1031244"/>
              <a:gd name="GluePoint2Y" fmla="*/ 160311 h 1073200"/>
              <a:gd name="GluePoint3X" fmla="*/ 109876 w 1031244"/>
              <a:gd name="GluePoint3Y" fmla="*/ 417486 h 1073200"/>
              <a:gd name="GluePoint4X" fmla="*/ 47964 w 1031244"/>
              <a:gd name="GluePoint4Y" fmla="*/ 810392 h 1073200"/>
              <a:gd name="GluePoint5X" fmla="*/ 87254 w 1031244"/>
              <a:gd name="GluePoint5Y" fmla="*/ 981991 h 1073200"/>
              <a:gd name="GluePoint6X" fmla="*/ 116073 w 1031244"/>
              <a:gd name="GluePoint6Y" fmla="*/ 1053724 h 107320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Lst>
            <a:rect l="textAreaLeft" t="textAreaTop" r="textAreaRight" b="textAreaBottom"/>
            <a:pathLst>
              <a:path w="1031244" h="1073200">
                <a:moveTo>
                  <a:pt x="84015" y="1073200"/>
                </a:moveTo>
                <a:lnTo>
                  <a:pt x="57996" y="1025263"/>
                </a:lnTo>
                <a:cubicBezTo>
                  <a:pt x="20651" y="936970"/>
                  <a:pt x="0" y="839897"/>
                  <a:pt x="0" y="738000"/>
                </a:cubicBezTo>
                <a:cubicBezTo>
                  <a:pt x="0" y="330414"/>
                  <a:pt x="330414" y="0"/>
                  <a:pt x="738000" y="0"/>
                </a:cubicBezTo>
                <a:cubicBezTo>
                  <a:pt x="839897" y="0"/>
                  <a:pt x="936970" y="20651"/>
                  <a:pt x="1025263" y="57996"/>
                </a:cubicBezTo>
                <a:lnTo>
                  <a:pt x="1031244" y="61242"/>
                </a:lnTo>
              </a:path>
            </a:pathLst>
          </a:custGeom>
          <a:noFill/>
          <a:ln>
            <a:solidFill>
              <a:schemeClr val="accent1">
                <a:alpha val="7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533" name="任意多边形: 形状 48"/>
          <p:cNvSpPr/>
          <p:nvPr/>
        </p:nvSpPr>
        <p:spPr>
          <a:xfrm>
            <a:off x="10538640" y="4455000"/>
            <a:ext cx="873720" cy="906480"/>
          </a:xfrm>
          <a:custGeom>
            <a:avLst/>
            <a:gdLst>
              <a:gd name="textAreaLeft" fmla="*/ 0 w 873720"/>
              <a:gd name="textAreaRight" fmla="*/ 875160 w 873720"/>
              <a:gd name="textAreaTop" fmla="*/ 0 h 906480"/>
              <a:gd name="textAreaBottom" fmla="*/ 907920 h 906480"/>
              <a:gd name="GluePoint1X" fmla="*/ 642985 w 930961"/>
              <a:gd name="GluePoint1Y" fmla="*/ 0 h 970323"/>
              <a:gd name="GluePoint2X" fmla="*/ 898039 w 930961"/>
              <a:gd name="GluePoint2Y" fmla="*/ 37393 h 970323"/>
              <a:gd name="GluePoint3X" fmla="*/ 930961 w 930961"/>
              <a:gd name="GluePoint3Y" fmla="*/ 52911 h 970323"/>
              <a:gd name="GluePoint4X" fmla="*/ 912706 w 930961"/>
              <a:gd name="GluePoint4Y" fmla="*/ 90807 h 970323"/>
              <a:gd name="GluePoint5X" fmla="*/ 911437 w 930961"/>
              <a:gd name="GluePoint5Y" fmla="*/ 90118 h 970323"/>
              <a:gd name="GluePoint6X" fmla="*/ 666533 w 930961"/>
              <a:gd name="GluePoint6Y" fmla="*/ 40674 h 9703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Lst>
            <a:rect l="textAreaLeft" t="textAreaTop" r="textAreaRight" b="textAreaBottom"/>
            <a:pathLst>
              <a:path w="875351" h="908062">
                <a:moveTo>
                  <a:pt x="875351" y="50133"/>
                </a:moveTo>
                <a:lnTo>
                  <a:pt x="874082" y="49444"/>
                </a:lnTo>
                <a:cubicBezTo>
                  <a:pt x="798808" y="17606"/>
                  <a:pt x="716049" y="0"/>
                  <a:pt x="629178" y="0"/>
                </a:cubicBezTo>
                <a:cubicBezTo>
                  <a:pt x="281693" y="0"/>
                  <a:pt x="0" y="281693"/>
                  <a:pt x="0" y="629178"/>
                </a:cubicBezTo>
                <a:cubicBezTo>
                  <a:pt x="0" y="716049"/>
                  <a:pt x="17606" y="798809"/>
                  <a:pt x="49444" y="874082"/>
                </a:cubicBezTo>
                <a:lnTo>
                  <a:pt x="67888" y="908062"/>
                </a:lnTo>
              </a:path>
            </a:pathLst>
          </a:custGeom>
          <a:noFill/>
          <a:ln>
            <a:solidFill>
              <a:schemeClr val="accent1">
                <a:alpha val="7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534" name="任意多边形: 形状 49"/>
          <p:cNvSpPr/>
          <p:nvPr/>
        </p:nvSpPr>
        <p:spPr>
          <a:xfrm>
            <a:off x="10227960" y="4144680"/>
            <a:ext cx="1309680" cy="1363680"/>
          </a:xfrm>
          <a:custGeom>
            <a:avLst/>
            <a:gdLst>
              <a:gd name="textAreaLeft" fmla="*/ 0 w 1309680"/>
              <a:gd name="textAreaRight" fmla="*/ 1311120 w 1309680"/>
              <a:gd name="textAreaTop" fmla="*/ 0 h 1363680"/>
              <a:gd name="textAreaBottom" fmla="*/ 1365120 h 1363680"/>
              <a:gd name="GluePoint1X" fmla="*/ 1276869 w 1368309"/>
              <a:gd name="GluePoint1Y" fmla="*/ 101883 h 1365195"/>
              <a:gd name="GluePoint2X" fmla="*/ 947191 w 1368309"/>
              <a:gd name="GluePoint2Y" fmla="*/ 28457 h 1365195"/>
              <a:gd name="GluePoint3X" fmla="*/ 575716 w 1368309"/>
              <a:gd name="GluePoint3Y" fmla="*/ 126088 h 1365195"/>
              <a:gd name="GluePoint4X" fmla="*/ 232816 w 1368309"/>
              <a:gd name="GluePoint4Y" fmla="*/ 380882 h 1365195"/>
              <a:gd name="GluePoint5X" fmla="*/ 30410 w 1368309"/>
              <a:gd name="GluePoint5Y" fmla="*/ 826176 h 1365195"/>
              <a:gd name="GluePoint6X" fmla="*/ 108991 w 1368309"/>
              <a:gd name="GluePoint6Y" fmla="*/ 1297663 h 136519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Lst>
            <a:rect l="textAreaLeft" t="textAreaTop" r="textAreaRight" b="textAreaBottom"/>
            <a:pathLst>
              <a:path w="1311055" h="1365195">
                <a:moveTo>
                  <a:pt x="102721" y="1365195"/>
                </a:moveTo>
                <a:lnTo>
                  <a:pt x="73832" y="1305225"/>
                </a:lnTo>
                <a:cubicBezTo>
                  <a:pt x="26290" y="1192822"/>
                  <a:pt x="0" y="1069242"/>
                  <a:pt x="0" y="939521"/>
                </a:cubicBezTo>
                <a:cubicBezTo>
                  <a:pt x="0" y="420638"/>
                  <a:pt x="420638" y="0"/>
                  <a:pt x="939521" y="0"/>
                </a:cubicBezTo>
                <a:cubicBezTo>
                  <a:pt x="1069242" y="0"/>
                  <a:pt x="1192822" y="26290"/>
                  <a:pt x="1305225" y="73832"/>
                </a:cubicBezTo>
                <a:lnTo>
                  <a:pt x="1311055" y="76640"/>
                </a:lnTo>
              </a:path>
            </a:pathLst>
          </a:custGeom>
          <a:noFill/>
          <a:ln>
            <a:solidFill>
              <a:schemeClr val="accent1">
                <a:alpha val="7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535" name="任意多边形: 形状 50"/>
          <p:cNvSpPr/>
          <p:nvPr/>
        </p:nvSpPr>
        <p:spPr>
          <a:xfrm>
            <a:off x="10330920" y="4247640"/>
            <a:ext cx="1171440" cy="1215720"/>
          </a:xfrm>
          <a:custGeom>
            <a:avLst/>
            <a:gdLst>
              <a:gd name="textAreaLeft" fmla="*/ 0 w 1171440"/>
              <a:gd name="textAreaRight" fmla="*/ 1172880 w 1171440"/>
              <a:gd name="textAreaTop" fmla="*/ 0 h 1215720"/>
              <a:gd name="textAreaBottom" fmla="*/ 1217160 h 1215720"/>
              <a:gd name="GluePoint1X" fmla="*/ 323902 w 1240058"/>
              <a:gd name="GluePoint1Y" fmla="*/ 196321 h 1273978"/>
              <a:gd name="GluePoint2X" fmla="*/ 685852 w 1240058"/>
              <a:gd name="GluePoint2Y" fmla="*/ 20109 h 1273978"/>
              <a:gd name="GluePoint3X" fmla="*/ 877245 w 1240058"/>
              <a:gd name="GluePoint3Y" fmla="*/ 17 h 1273978"/>
              <a:gd name="GluePoint4X" fmla="*/ 1059708 w 1240058"/>
              <a:gd name="GluePoint4Y" fmla="*/ 12965 h 1273978"/>
              <a:gd name="GluePoint5X" fmla="*/ 1226842 w 1240058"/>
              <a:gd name="GluePoint5Y" fmla="*/ 58060 h 1273978"/>
              <a:gd name="GluePoint6X" fmla="*/ 1240058 w 1240058"/>
              <a:gd name="GluePoint6Y" fmla="*/ 62984 h 1273978"/>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Lst>
            <a:rect l="textAreaLeft" t="textAreaTop" r="textAreaRight" b="textAreaBottom"/>
            <a:pathLst>
              <a:path w="1172967" h="1216931">
                <a:moveTo>
                  <a:pt x="1172967" y="71295"/>
                </a:moveTo>
                <a:lnTo>
                  <a:pt x="1162798" y="65776"/>
                </a:lnTo>
                <a:cubicBezTo>
                  <a:pt x="1062661" y="23421"/>
                  <a:pt x="952565" y="0"/>
                  <a:pt x="837000" y="0"/>
                </a:cubicBezTo>
                <a:cubicBezTo>
                  <a:pt x="374738" y="0"/>
                  <a:pt x="0" y="374738"/>
                  <a:pt x="0" y="837000"/>
                </a:cubicBezTo>
                <a:cubicBezTo>
                  <a:pt x="0" y="952566"/>
                  <a:pt x="23421" y="1062661"/>
                  <a:pt x="65776" y="1162798"/>
                </a:cubicBezTo>
                <a:lnTo>
                  <a:pt x="95158" y="1216931"/>
                </a:lnTo>
              </a:path>
            </a:pathLst>
          </a:custGeom>
          <a:noFill/>
          <a:ln>
            <a:solidFill>
              <a:schemeClr val="accent1">
                <a:alpha val="7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536" name="任意多边形: 形状 51"/>
          <p:cNvSpPr/>
          <p:nvPr/>
        </p:nvSpPr>
        <p:spPr>
          <a:xfrm>
            <a:off x="10024920" y="3941280"/>
            <a:ext cx="1575360" cy="1640520"/>
          </a:xfrm>
          <a:custGeom>
            <a:avLst/>
            <a:gdLst>
              <a:gd name="textAreaLeft" fmla="*/ 0 w 1575360"/>
              <a:gd name="textAreaRight" fmla="*/ 1576800 w 1575360"/>
              <a:gd name="textAreaTop" fmla="*/ 0 h 1640520"/>
              <a:gd name="textAreaBottom" fmla="*/ 1641960 h 1640520"/>
              <a:gd name="GluePoint1X" fmla="*/ 1350967 w 1576525"/>
              <a:gd name="GluePoint1Y" fmla="*/ 62188 h 1642284"/>
              <a:gd name="GluePoint2X" fmla="*/ 960442 w 1576525"/>
              <a:gd name="GluePoint2Y" fmla="*/ 45519 h 1642284"/>
              <a:gd name="GluePoint3X" fmla="*/ 619923 w 1576525"/>
              <a:gd name="GluePoint3Y" fmla="*/ 169344 h 1642284"/>
              <a:gd name="GluePoint4X" fmla="*/ 253210 w 1576525"/>
              <a:gd name="GluePoint4Y" fmla="*/ 495575 h 1642284"/>
              <a:gd name="GluePoint5X" fmla="*/ 46042 w 1576525"/>
              <a:gd name="GluePoint5Y" fmla="*/ 1000400 h 1642284"/>
              <a:gd name="GluePoint6X" fmla="*/ 107954 w 1576525"/>
              <a:gd name="GluePoint6Y" fmla="*/ 1479032 h 164228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Lst>
            <a:rect l="textAreaLeft" t="textAreaTop" r="textAreaRight" b="textAreaBottom"/>
            <a:pathLst>
              <a:path w="1576525" h="1642284">
                <a:moveTo>
                  <a:pt x="116018" y="1642284"/>
                </a:moveTo>
                <a:lnTo>
                  <a:pt x="89823" y="1587907"/>
                </a:lnTo>
                <a:cubicBezTo>
                  <a:pt x="31984" y="1451161"/>
                  <a:pt x="0" y="1300815"/>
                  <a:pt x="0" y="1143000"/>
                </a:cubicBezTo>
                <a:cubicBezTo>
                  <a:pt x="0" y="511739"/>
                  <a:pt x="511739" y="0"/>
                  <a:pt x="1143000" y="0"/>
                </a:cubicBezTo>
                <a:cubicBezTo>
                  <a:pt x="1261361" y="0"/>
                  <a:pt x="1375521" y="17991"/>
                  <a:pt x="1482893" y="51387"/>
                </a:cubicBezTo>
                <a:lnTo>
                  <a:pt x="1576525" y="85657"/>
                </a:lnTo>
              </a:path>
            </a:pathLst>
          </a:custGeom>
          <a:noFill/>
          <a:ln>
            <a:solidFill>
              <a:schemeClr val="accent1">
                <a:alpha val="7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537" name="任意多边形: 形状 52"/>
          <p:cNvSpPr/>
          <p:nvPr/>
        </p:nvSpPr>
        <p:spPr>
          <a:xfrm>
            <a:off x="10126440" y="4043160"/>
            <a:ext cx="1446480" cy="1504080"/>
          </a:xfrm>
          <a:custGeom>
            <a:avLst/>
            <a:gdLst>
              <a:gd name="textAreaLeft" fmla="*/ 0 w 1446480"/>
              <a:gd name="textAreaRight" fmla="*/ 1447920 w 1446480"/>
              <a:gd name="textAreaTop" fmla="*/ 0 h 1504080"/>
              <a:gd name="textAreaBottom" fmla="*/ 1505520 h 1504080"/>
              <a:gd name="GluePoint1X" fmla="*/ 1460352 w 1551792"/>
              <a:gd name="GluePoint1Y" fmla="*/ 58170 h 1551602"/>
              <a:gd name="GluePoint2X" fmla="*/ 1490440 w 1551792"/>
              <a:gd name="GluePoint2Y" fmla="*/ 73155 h 1551602"/>
              <a:gd name="GluePoint3X" fmla="*/ 1483677 w 1551792"/>
              <a:gd name="GluePoint3Y" fmla="*/ 99456 h 1551602"/>
              <a:gd name="GluePoint4X" fmla="*/ 1478442 w 1551792"/>
              <a:gd name="GluePoint4Y" fmla="*/ 113758 h 1551602"/>
              <a:gd name="GluePoint5X" fmla="*/ 1477107 w 1551792"/>
              <a:gd name="GluePoint5Y" fmla="*/ 113115 h 1551602"/>
              <a:gd name="GluePoint6X" fmla="*/ 1071840 w 1551792"/>
              <a:gd name="GluePoint6Y" fmla="*/ 31295 h 1551602"/>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Lst>
            <a:rect l="textAreaLeft" t="textAreaTop" r="textAreaRight" b="textAreaBottom"/>
            <a:pathLst>
              <a:path w="1447763" h="1505306">
                <a:moveTo>
                  <a:pt x="1447763" y="82463"/>
                </a:moveTo>
                <a:lnTo>
                  <a:pt x="1446428" y="81820"/>
                </a:lnTo>
                <a:cubicBezTo>
                  <a:pt x="1321865" y="29134"/>
                  <a:pt x="1184915" y="0"/>
                  <a:pt x="1041161" y="0"/>
                </a:cubicBezTo>
                <a:cubicBezTo>
                  <a:pt x="466144" y="0"/>
                  <a:pt x="0" y="466144"/>
                  <a:pt x="0" y="1041161"/>
                </a:cubicBezTo>
                <a:cubicBezTo>
                  <a:pt x="0" y="1184915"/>
                  <a:pt x="29134" y="1321865"/>
                  <a:pt x="81820" y="1446428"/>
                </a:cubicBezTo>
                <a:lnTo>
                  <a:pt x="110183" y="1505306"/>
                </a:lnTo>
              </a:path>
            </a:pathLst>
          </a:custGeom>
          <a:noFill/>
          <a:ln>
            <a:solidFill>
              <a:schemeClr val="accent1">
                <a:alpha val="7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538" name="任意多边形: 形状 14"/>
          <p:cNvSpPr/>
          <p:nvPr/>
        </p:nvSpPr>
        <p:spPr>
          <a:xfrm>
            <a:off x="10979280" y="4899600"/>
            <a:ext cx="203040" cy="212400"/>
          </a:xfrm>
          <a:custGeom>
            <a:avLst/>
            <a:gdLst>
              <a:gd name="textAreaLeft" fmla="*/ 0 w 203040"/>
              <a:gd name="textAreaRight" fmla="*/ 204480 w 203040"/>
              <a:gd name="textAreaTop" fmla="*/ 0 h 212400"/>
              <a:gd name="textAreaBottom" fmla="*/ 213840 h 212400"/>
              <a:gd name="GluePoint1X" fmla="*/ 56522 w 204370"/>
              <a:gd name="GluePoint1Y" fmla="*/ 163020 h 254460"/>
              <a:gd name="GluePoint2X" fmla="*/ 706 w 204370"/>
              <a:gd name="GluePoint2Y" fmla="*/ 213748 h 254460"/>
              <a:gd name="GluePoint3X" fmla="*/ 0 w 204370"/>
              <a:gd name="GluePoint3Y" fmla="*/ 206735 h 254460"/>
              <a:gd name="GluePoint4X" fmla="*/ 165282 w 204370"/>
              <a:gd name="GluePoint4Y" fmla="*/ 3941 h 254460"/>
              <a:gd name="GluePoint5X" fmla="*/ 204370 w 204370"/>
              <a:gd name="GluePoint5Y" fmla="*/ 0 h 254460"/>
            </a:gdLst>
            <a:ahLst/>
            <a:cxnLst>
              <a:cxn ang="0">
                <a:pos x="GluePoint1X" y="GluePoint1Y"/>
              </a:cxn>
              <a:cxn ang="0">
                <a:pos x="GluePoint2X" y="GluePoint2Y"/>
              </a:cxn>
              <a:cxn ang="0">
                <a:pos x="GluePoint3X" y="GluePoint3Y"/>
              </a:cxn>
              <a:cxn ang="0">
                <a:pos x="GluePoint4X" y="GluePoint4Y"/>
              </a:cxn>
              <a:cxn ang="0">
                <a:pos x="GluePoint5X" y="GluePoint5Y"/>
              </a:cxn>
            </a:cxnLst>
            <a:rect l="textAreaLeft" t="textAreaTop" r="textAreaRight" b="textAreaBottom"/>
            <a:pathLst>
              <a:path w="204370" h="213748">
                <a:moveTo>
                  <a:pt x="706" y="213748"/>
                </a:moveTo>
                <a:cubicBezTo>
                  <a:pt x="471" y="211410"/>
                  <a:pt x="235" y="209073"/>
                  <a:pt x="0" y="206735"/>
                </a:cubicBezTo>
                <a:cubicBezTo>
                  <a:pt x="0" y="106703"/>
                  <a:pt x="70956" y="23243"/>
                  <a:pt x="165282" y="3941"/>
                </a:cubicBezTo>
                <a:lnTo>
                  <a:pt x="204370" y="0"/>
                </a:lnTo>
                <a:lnTo>
                  <a:pt x="202904" y="1961"/>
                </a:lnTo>
              </a:path>
            </a:pathLst>
          </a:custGeom>
          <a:noFill/>
          <a:ln>
            <a:solidFill>
              <a:schemeClr val="accent1">
                <a:alpha val="7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539" name="任意多边形: 形状 54"/>
          <p:cNvSpPr/>
          <p:nvPr/>
        </p:nvSpPr>
        <p:spPr>
          <a:xfrm>
            <a:off x="10702800" y="1891440"/>
            <a:ext cx="1487880" cy="3073680"/>
          </a:xfrm>
          <a:custGeom>
            <a:avLst/>
            <a:gdLst>
              <a:gd name="textAreaLeft" fmla="*/ 0 w 1487880"/>
              <a:gd name="textAreaRight" fmla="*/ 1489320 w 1487880"/>
              <a:gd name="textAreaTop" fmla="*/ 0 h 3073680"/>
              <a:gd name="textAreaBottom" fmla="*/ 3075120 h 3073680"/>
              <a:gd name="GluePoint1X" fmla="*/ 1489360 w 1489360"/>
              <a:gd name="GluePoint1Y" fmla="*/ 0 h 3075142"/>
              <a:gd name="GluePoint2X" fmla="*/ 1489360 w 1489360"/>
              <a:gd name="GluePoint2Y" fmla="*/ 3075142 h 3075142"/>
              <a:gd name="GluePoint3X" fmla="*/ 1382665 w 1489360"/>
              <a:gd name="GluePoint3Y" fmla="*/ 3069755 h 3075142"/>
              <a:gd name="GluePoint4X" fmla="*/ 0 w 1489360"/>
              <a:gd name="GluePoint4Y" fmla="*/ 1537571 h 3075142"/>
              <a:gd name="GluePoint5X" fmla="*/ 1382665 w 1489360"/>
              <a:gd name="GluePoint5Y" fmla="*/ 5388 h 3075142"/>
            </a:gdLst>
            <a:ahLst/>
            <a:cxnLst>
              <a:cxn ang="0">
                <a:pos x="GluePoint1X" y="GluePoint1Y"/>
              </a:cxn>
              <a:cxn ang="0">
                <a:pos x="GluePoint2X" y="GluePoint2Y"/>
              </a:cxn>
              <a:cxn ang="0">
                <a:pos x="GluePoint3X" y="GluePoint3Y"/>
              </a:cxn>
              <a:cxn ang="0">
                <a:pos x="GluePoint4X" y="GluePoint4Y"/>
              </a:cxn>
              <a:cxn ang="0">
                <a:pos x="GluePoint5X" y="GluePoint5Y"/>
              </a:cxn>
            </a:cxnLst>
            <a:rect l="textAreaLeft" t="textAreaTop" r="textAreaRight" b="textAreaBottom"/>
            <a:pathLst>
              <a:path w="1489360" h="3075142">
                <a:moveTo>
                  <a:pt x="1489360" y="0"/>
                </a:moveTo>
                <a:lnTo>
                  <a:pt x="1489360" y="3075142"/>
                </a:lnTo>
                <a:lnTo>
                  <a:pt x="1382665" y="3069755"/>
                </a:lnTo>
                <a:cubicBezTo>
                  <a:pt x="606043" y="2990884"/>
                  <a:pt x="0" y="2335002"/>
                  <a:pt x="0" y="1537571"/>
                </a:cubicBezTo>
                <a:cubicBezTo>
                  <a:pt x="0" y="740140"/>
                  <a:pt x="606043" y="84258"/>
                  <a:pt x="1382665" y="5388"/>
                </a:cubicBezTo>
                <a:close/>
              </a:path>
            </a:pathLst>
          </a:cu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lang="en-US" sz="1800" b="0" u="none" strike="noStrike">
              <a:solidFill>
                <a:schemeClr val="lt1"/>
              </a:solidFill>
              <a:effectLst/>
              <a:uFillTx/>
              <a:latin typeface="Arial"/>
              <a:ea typeface="微软雅黑"/>
            </a:endParaRP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标题和副标题">
    <p:bg>
      <p:bgPr>
        <a:solidFill>
          <a:srgbClr val="fbf4ea"/>
        </a:solidFill>
      </p:bgPr>
    </p:bg>
    <p:spTree>
      <p:nvGrpSpPr>
        <p:cNvPr id="1" name=""/>
        <p:cNvGrpSpPr/>
        <p:nvPr/>
      </p:nvGrpSpPr>
      <p:grpSpPr>
        <a:xfrm>
          <a:off x="0" y="0"/>
          <a:ext cx="0" cy="0"/>
          <a:chOff x="0" y="0"/>
          <a:chExt cx="0" cy="0"/>
        </a:xfrm>
      </p:grpSpPr>
      <p:sp>
        <p:nvSpPr>
          <p:cNvPr id="540" name="任意多边形: 形状 80"/>
          <p:cNvSpPr/>
          <p:nvPr/>
        </p:nvSpPr>
        <p:spPr>
          <a:xfrm flipH="1" rot="10506000">
            <a:off x="10570680" y="-60480"/>
            <a:ext cx="1543680" cy="1835280"/>
          </a:xfrm>
          <a:custGeom>
            <a:avLst/>
            <a:gdLst>
              <a:gd name="textAreaLeft" fmla="*/ -720 w 1543680"/>
              <a:gd name="textAreaRight" fmla="*/ 1544400 w 1543680"/>
              <a:gd name="textAreaTop" fmla="*/ 0 h 1835280"/>
              <a:gd name="textAreaBottom" fmla="*/ 1836720 h 1835280"/>
              <a:gd name="GluePoint1X" fmla="*/ 2792134 w 2792134"/>
              <a:gd name="GluePoint1Y" fmla="*/ 114232 h 1836002"/>
              <a:gd name="GluePoint2X" fmla="*/ 2783173 w 2792134"/>
              <a:gd name="GluePoint2Y" fmla="*/ 9795 h 1836002"/>
              <a:gd name="GluePoint3X" fmla="*/ 2792134 w 2792134"/>
              <a:gd name="GluePoint3Y" fmla="*/ 114232 h 1836002"/>
              <a:gd name="GluePoint4X" fmla="*/ 0 w 2792134"/>
              <a:gd name="GluePoint4Y" fmla="*/ 1836002 h 1836002"/>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1544734" h="1836002">
                <a:moveTo>
                  <a:pt x="1544734" y="0"/>
                </a:moveTo>
                <a:lnTo>
                  <a:pt x="1397073" y="39891"/>
                </a:lnTo>
                <a:cubicBezTo>
                  <a:pt x="706781" y="292672"/>
                  <a:pt x="182520" y="889930"/>
                  <a:pt x="32427" y="1623501"/>
                </a:cubicBezTo>
                <a:lnTo>
                  <a:pt x="0" y="1836002"/>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541" name="任意多边形: 形状 4"/>
          <p:cNvSpPr/>
          <p:nvPr/>
        </p:nvSpPr>
        <p:spPr>
          <a:xfrm flipH="1" rot="10506000">
            <a:off x="7315560" y="3581280"/>
            <a:ext cx="1772280" cy="1882440"/>
          </a:xfrm>
          <a:custGeom>
            <a:avLst/>
            <a:gdLst>
              <a:gd name="textAreaLeft" fmla="*/ 720 w 1772280"/>
              <a:gd name="textAreaRight" fmla="*/ 1774440 w 1772280"/>
              <a:gd name="textAreaTop" fmla="*/ 0 h 1882440"/>
              <a:gd name="textAreaBottom" fmla="*/ 1883160 h 1882440"/>
              <a:gd name="GluePoint1X" fmla="*/ 1042541 w 1207728"/>
              <a:gd name="GluePoint1Y" fmla="*/ 79574 h 1283476"/>
              <a:gd name="GluePoint2X" fmla="*/ 1207728 w 1207728"/>
              <a:gd name="GluePoint2Y" fmla="*/ 0 h 1283476"/>
              <a:gd name="GluePoint3X" fmla="*/ 1136917 w 1207728"/>
              <a:gd name="GluePoint3Y" fmla="*/ 50355 h 1283476"/>
              <a:gd name="GluePoint4X" fmla="*/ 79165 w 1207728"/>
              <a:gd name="GluePoint4Y" fmla="*/ 1159992 h 1283476"/>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1207728" h="1283476">
                <a:moveTo>
                  <a:pt x="1207728" y="0"/>
                </a:moveTo>
                <a:lnTo>
                  <a:pt x="1136917" y="50355"/>
                </a:lnTo>
                <a:cubicBezTo>
                  <a:pt x="725367" y="358134"/>
                  <a:pt x="367298" y="733498"/>
                  <a:pt x="79165" y="1159992"/>
                </a:cubicBezTo>
                <a:lnTo>
                  <a:pt x="0" y="1283476"/>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542" name="任意多边形: 形状 5"/>
          <p:cNvSpPr/>
          <p:nvPr/>
        </p:nvSpPr>
        <p:spPr>
          <a:xfrm flipH="1" rot="10506000">
            <a:off x="7380720" y="710640"/>
            <a:ext cx="4323600" cy="4608000"/>
          </a:xfrm>
          <a:custGeom>
            <a:avLst/>
            <a:gdLst>
              <a:gd name="textAreaLeft" fmla="*/ -720 w 4323600"/>
              <a:gd name="textAreaRight" fmla="*/ 4324320 w 4323600"/>
              <a:gd name="textAreaTop" fmla="*/ 0 h 4608000"/>
              <a:gd name="textAreaBottom" fmla="*/ 4609440 h 4608000"/>
              <a:gd name="GluePoint1X" fmla="*/ 328916 w 3017844"/>
              <a:gd name="GluePoint1Y" fmla="*/ 2179446 h 3183247"/>
              <a:gd name="GluePoint2X" fmla="*/ 30466 w 3017844"/>
              <a:gd name="GluePoint2Y" fmla="*/ 3170046 h 3183247"/>
              <a:gd name="GluePoint3X" fmla="*/ 27504 w 3017844"/>
              <a:gd name="GluePoint3Y" fmla="*/ 3183247 h 3183247"/>
              <a:gd name="GluePoint4X" fmla="*/ 0 w 3017844"/>
              <a:gd name="GluePoint4Y" fmla="*/ 3138693 h 3183247"/>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2945236" h="3138693">
                <a:moveTo>
                  <a:pt x="0" y="3138693"/>
                </a:moveTo>
                <a:lnTo>
                  <a:pt x="1500" y="3126894"/>
                </a:lnTo>
                <a:cubicBezTo>
                  <a:pt x="231547" y="1621315"/>
                  <a:pt x="1347493" y="407251"/>
                  <a:pt x="2800676" y="33364"/>
                </a:cubicBezTo>
                <a:lnTo>
                  <a:pt x="2945236" y="0"/>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543" name="任意多边形: 形状 6"/>
          <p:cNvSpPr/>
          <p:nvPr/>
        </p:nvSpPr>
        <p:spPr>
          <a:xfrm flipH="1" rot="10506000">
            <a:off x="7542000" y="397440"/>
            <a:ext cx="4448160" cy="4739040"/>
          </a:xfrm>
          <a:custGeom>
            <a:avLst/>
            <a:gdLst>
              <a:gd name="textAreaLeft" fmla="*/ -720 w 4448160"/>
              <a:gd name="textAreaRight" fmla="*/ 4448880 w 4448160"/>
              <a:gd name="textAreaTop" fmla="*/ 0 h 4739040"/>
              <a:gd name="textAreaBottom" fmla="*/ 4740120 h 4739040"/>
              <a:gd name="GluePoint1X" fmla="*/ 2962086 w 3092451"/>
              <a:gd name="GluePoint1Y" fmla="*/ 9776 h 3270607"/>
              <a:gd name="GluePoint2X" fmla="*/ 3012498 w 3092451"/>
              <a:gd name="GluePoint2Y" fmla="*/ 0 h 3270607"/>
              <a:gd name="GluePoint3X" fmla="*/ 3092451 w 3092451"/>
              <a:gd name="GluePoint3Y" fmla="*/ 42327 h 3270607"/>
              <a:gd name="GluePoint4X" fmla="*/ 2952423 w 3092451"/>
              <a:gd name="GluePoint4Y" fmla="*/ 67333 h 3270607"/>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3030313" h="3228280">
                <a:moveTo>
                  <a:pt x="3030313" y="0"/>
                </a:moveTo>
                <a:lnTo>
                  <a:pt x="2890285" y="25006"/>
                </a:lnTo>
                <a:cubicBezTo>
                  <a:pt x="1348940" y="340411"/>
                  <a:pt x="162205" y="1629308"/>
                  <a:pt x="536" y="3221241"/>
                </a:cubicBezTo>
                <a:cubicBezTo>
                  <a:pt x="357" y="3223587"/>
                  <a:pt x="179" y="3225934"/>
                  <a:pt x="0" y="3228280"/>
                </a:cubicBez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544" name="任意多边形: 形状 127"/>
          <p:cNvSpPr/>
          <p:nvPr/>
        </p:nvSpPr>
        <p:spPr>
          <a:xfrm flipH="1" rot="10506000">
            <a:off x="8095320" y="-164880"/>
            <a:ext cx="3903840" cy="4644360"/>
          </a:xfrm>
          <a:custGeom>
            <a:avLst/>
            <a:gdLst>
              <a:gd name="textAreaLeft" fmla="*/ -720 w 3903840"/>
              <a:gd name="textAreaRight" fmla="*/ 3904560 w 3903840"/>
              <a:gd name="textAreaTop" fmla="*/ 0 h 4644360"/>
              <a:gd name="textAreaBottom" fmla="*/ 4645800 h 4644360"/>
              <a:gd name="GluePoint1X" fmla="*/ 3954163 w 4045603"/>
              <a:gd name="GluePoint1Y" fmla="*/ 567055 h 4646186"/>
              <a:gd name="GluePoint2X" fmla="*/ 3905507 w 4045603"/>
              <a:gd name="GluePoint2Y" fmla="*/ 0 h 4646186"/>
              <a:gd name="GluePoint3X" fmla="*/ 3567107 w 4045603"/>
              <a:gd name="GluePoint3Y" fmla="*/ 67546 h 4646186"/>
              <a:gd name="GluePoint4X" fmla="*/ 0 w 4045603"/>
              <a:gd name="GluePoint4Y" fmla="*/ 4644643 h 4646186"/>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3905507" h="4646186">
                <a:moveTo>
                  <a:pt x="3905507" y="0"/>
                </a:moveTo>
                <a:lnTo>
                  <a:pt x="3567107" y="67546"/>
                </a:lnTo>
                <a:cubicBezTo>
                  <a:pt x="1517708" y="581295"/>
                  <a:pt x="0" y="2435707"/>
                  <a:pt x="0" y="4644643"/>
                </a:cubicBezTo>
                <a:cubicBezTo>
                  <a:pt x="13" y="4645157"/>
                  <a:pt x="26" y="4645672"/>
                  <a:pt x="39" y="4646186"/>
                </a:cubicBez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545" name="任意多边形: 形状 124"/>
          <p:cNvSpPr/>
          <p:nvPr/>
        </p:nvSpPr>
        <p:spPr>
          <a:xfrm flipH="1" rot="10506000">
            <a:off x="8283240" y="-159120"/>
            <a:ext cx="3724200" cy="4434120"/>
          </a:xfrm>
          <a:custGeom>
            <a:avLst/>
            <a:gdLst>
              <a:gd name="textAreaLeft" fmla="*/ 720 w 3724200"/>
              <a:gd name="textAreaRight" fmla="*/ 3726360 w 3724200"/>
              <a:gd name="textAreaTop" fmla="*/ 0 h 4434120"/>
              <a:gd name="textAreaBottom" fmla="*/ 4435560 h 4434120"/>
              <a:gd name="GluePoint1X" fmla="*/ 3787180 w 3878620"/>
              <a:gd name="GluePoint1Y" fmla="*/ 715349 h 4435247"/>
              <a:gd name="GluePoint2X" fmla="*/ 3725799 w 3878620"/>
              <a:gd name="GluePoint2Y" fmla="*/ 0 h 4435247"/>
              <a:gd name="GluePoint3X" fmla="*/ 3665439 w 3878620"/>
              <a:gd name="GluePoint3Y" fmla="*/ 8632 h 4435247"/>
              <a:gd name="GluePoint4X" fmla="*/ 22575 w 3878620"/>
              <a:gd name="GluePoint4Y" fmla="*/ 3988117 h 4435247"/>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3725799" h="4435247">
                <a:moveTo>
                  <a:pt x="3725799" y="0"/>
                </a:moveTo>
                <a:lnTo>
                  <a:pt x="3665439" y="8632"/>
                </a:lnTo>
                <a:cubicBezTo>
                  <a:pt x="1725033" y="380466"/>
                  <a:pt x="225214" y="1992527"/>
                  <a:pt x="22575" y="3988117"/>
                </a:cubicBezTo>
                <a:lnTo>
                  <a:pt x="0" y="4435247"/>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546" name="任意多边形: 形状 9"/>
          <p:cNvSpPr/>
          <p:nvPr/>
        </p:nvSpPr>
        <p:spPr>
          <a:xfrm flipH="1" rot="10506000">
            <a:off x="7066440" y="2034000"/>
            <a:ext cx="3428280" cy="3656880"/>
          </a:xfrm>
          <a:custGeom>
            <a:avLst/>
            <a:gdLst>
              <a:gd name="textAreaLeft" fmla="*/ 720 w 3428280"/>
              <a:gd name="textAreaRight" fmla="*/ 3430440 w 3428280"/>
              <a:gd name="textAreaTop" fmla="*/ 0 h 3656880"/>
              <a:gd name="textAreaBottom" fmla="*/ 3657600 h 3656880"/>
              <a:gd name="GluePoint1X" fmla="*/ 2114901 w 2335534"/>
              <a:gd name="GluePoint1Y" fmla="*/ 14872 h 2491287"/>
              <a:gd name="GluePoint2X" fmla="*/ 2335534 w 2335534"/>
              <a:gd name="GluePoint2Y" fmla="*/ 0 h 2491287"/>
              <a:gd name="GluePoint3X" fmla="*/ 2166244 w 2335534"/>
              <a:gd name="GluePoint3Y" fmla="*/ 76534 h 2491287"/>
              <a:gd name="GluePoint4X" fmla="*/ 14436 w 2335534"/>
              <a:gd name="GluePoint4Y" fmla="*/ 2448623 h 2491287"/>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2335534" h="2491287">
                <a:moveTo>
                  <a:pt x="2335534" y="0"/>
                </a:moveTo>
                <a:lnTo>
                  <a:pt x="2166244" y="76534"/>
                </a:lnTo>
                <a:cubicBezTo>
                  <a:pt x="1174276" y="554513"/>
                  <a:pt x="396178" y="1406038"/>
                  <a:pt x="14436" y="2448623"/>
                </a:cubicBezTo>
                <a:lnTo>
                  <a:pt x="0" y="2491287"/>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547" name="任意多边形: 形状 16"/>
          <p:cNvSpPr/>
          <p:nvPr/>
        </p:nvSpPr>
        <p:spPr>
          <a:xfrm flipH="1" rot="10506000">
            <a:off x="7094880" y="2736720"/>
            <a:ext cx="2743200" cy="2936880"/>
          </a:xfrm>
          <a:custGeom>
            <a:avLst/>
            <a:gdLst>
              <a:gd name="textAreaLeft" fmla="*/ -720 w 2743200"/>
              <a:gd name="textAreaRight" fmla="*/ 2743920 w 2743200"/>
              <a:gd name="textAreaTop" fmla="*/ 0 h 2936880"/>
              <a:gd name="textAreaBottom" fmla="*/ 2938320 h 2936880"/>
              <a:gd name="GluePoint1X" fmla="*/ 720197 w 2006436"/>
              <a:gd name="GluePoint1Y" fmla="*/ 1027963 h 2148811"/>
              <a:gd name="GluePoint2X" fmla="*/ 14075 w 2006436"/>
              <a:gd name="GluePoint2Y" fmla="*/ 2123638 h 2148811"/>
              <a:gd name="GluePoint3X" fmla="*/ 0 w 2006436"/>
              <a:gd name="GluePoint3Y" fmla="*/ 2148811 h 2148811"/>
              <a:gd name="GluePoint4X" fmla="*/ 70 w 2006436"/>
              <a:gd name="GluePoint4Y" fmla="*/ 2009948 h 2148811"/>
              <a:gd name="GluePoint5X" fmla="*/ 1638 w 2006436"/>
              <a:gd name="GluePoint5Y" fmla="*/ 1999672 h 2148811"/>
            </a:gdLst>
            <a:ahLst/>
            <a:cxnLst>
              <a:cxn ang="0">
                <a:pos x="GluePoint1X" y="GluePoint1Y"/>
              </a:cxn>
              <a:cxn ang="0">
                <a:pos x="GluePoint2X" y="GluePoint2Y"/>
              </a:cxn>
              <a:cxn ang="0">
                <a:pos x="GluePoint3X" y="GluePoint3Y"/>
              </a:cxn>
              <a:cxn ang="0">
                <a:pos x="GluePoint4X" y="GluePoint4Y"/>
              </a:cxn>
              <a:cxn ang="0">
                <a:pos x="GluePoint5X" y="GluePoint5Y"/>
              </a:cxn>
            </a:cxnLst>
            <a:rect l="textAreaLeft" t="textAreaTop" r="textAreaRight" b="textAreaBottom"/>
            <a:pathLst>
              <a:path w="1869053" h="2000692">
                <a:moveTo>
                  <a:pt x="0" y="2000692"/>
                </a:moveTo>
                <a:lnTo>
                  <a:pt x="1568" y="1990416"/>
                </a:lnTo>
                <a:lnTo>
                  <a:pt x="15892" y="1958733"/>
                </a:lnTo>
                <a:cubicBezTo>
                  <a:pt x="389303" y="1183777"/>
                  <a:pt x="981584" y="534133"/>
                  <a:pt x="1712542" y="89993"/>
                </a:cubicBezTo>
                <a:lnTo>
                  <a:pt x="1869053" y="0"/>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548" name="任意多边形: 形状 17"/>
          <p:cNvSpPr/>
          <p:nvPr/>
        </p:nvSpPr>
        <p:spPr>
          <a:xfrm flipH="1" rot="10506000">
            <a:off x="7128360" y="1531800"/>
            <a:ext cx="3835080" cy="4082400"/>
          </a:xfrm>
          <a:custGeom>
            <a:avLst/>
            <a:gdLst>
              <a:gd name="textAreaLeft" fmla="*/ 720 w 3835080"/>
              <a:gd name="textAreaRight" fmla="*/ 3837240 w 3835080"/>
              <a:gd name="textAreaTop" fmla="*/ 0 h 4082400"/>
              <a:gd name="textAreaBottom" fmla="*/ 4083480 h 4082400"/>
              <a:gd name="GluePoint1X" fmla="*/ 2151789 w 2692052"/>
              <a:gd name="GluePoint1Y" fmla="*/ 261907 h 2832246"/>
              <a:gd name="GluePoint2X" fmla="*/ 1478689 w 2692052"/>
              <a:gd name="GluePoint2Y" fmla="*/ 661957 h 2832246"/>
              <a:gd name="GluePoint3X" fmla="*/ 964339 w 2692052"/>
              <a:gd name="GluePoint3Y" fmla="*/ 1150907 h 2832246"/>
              <a:gd name="GluePoint4X" fmla="*/ 564289 w 2692052"/>
              <a:gd name="GluePoint4Y" fmla="*/ 1633507 h 2832246"/>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2612863" h="2781134">
                <a:moveTo>
                  <a:pt x="0" y="2781134"/>
                </a:moveTo>
                <a:lnTo>
                  <a:pt x="35434" y="2656357"/>
                </a:lnTo>
                <a:cubicBezTo>
                  <a:pt x="414818" y="1436598"/>
                  <a:pt x="1348392" y="461005"/>
                  <a:pt x="2541633" y="24101"/>
                </a:cubicBezTo>
                <a:lnTo>
                  <a:pt x="2612863" y="0"/>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549" name="任意多边形: 形状 18"/>
          <p:cNvSpPr/>
          <p:nvPr/>
        </p:nvSpPr>
        <p:spPr>
          <a:xfrm flipH="1" rot="10506000">
            <a:off x="7241400" y="1079640"/>
            <a:ext cx="4133160" cy="4399200"/>
          </a:xfrm>
          <a:custGeom>
            <a:avLst/>
            <a:gdLst>
              <a:gd name="textAreaLeft" fmla="*/ 720 w 4133160"/>
              <a:gd name="textAreaRight" fmla="*/ 4135320 w 4133160"/>
              <a:gd name="textAreaTop" fmla="*/ 0 h 4399200"/>
              <a:gd name="textAreaBottom" fmla="*/ 4400640 h 4399200"/>
              <a:gd name="GluePoint1X" fmla="*/ 2644879 w 2852093"/>
              <a:gd name="GluePoint1Y" fmla="*/ 27487 h 3028139"/>
              <a:gd name="GluePoint2X" fmla="*/ 2740621 w 2852093"/>
              <a:gd name="GluePoint2Y" fmla="*/ 0 h 3028139"/>
              <a:gd name="GluePoint3X" fmla="*/ 2814697 w 2852093"/>
              <a:gd name="GluePoint3Y" fmla="*/ 17806 h 3028139"/>
              <a:gd name="GluePoint4X" fmla="*/ 2852093 w 2852093"/>
              <a:gd name="GluePoint4Y" fmla="*/ 31493 h 3028139"/>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2815694" h="2996646">
                <a:moveTo>
                  <a:pt x="2815694" y="0"/>
                </a:moveTo>
                <a:lnTo>
                  <a:pt x="2686366" y="36725"/>
                </a:lnTo>
                <a:cubicBezTo>
                  <a:pt x="1390883" y="439662"/>
                  <a:pt x="382022" y="1493150"/>
                  <a:pt x="41909" y="2815064"/>
                </a:cubicBezTo>
                <a:lnTo>
                  <a:pt x="0" y="2996646"/>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550" name="任意多边形: 形状 133"/>
          <p:cNvSpPr/>
          <p:nvPr/>
        </p:nvSpPr>
        <p:spPr>
          <a:xfrm flipH="1" rot="10506000">
            <a:off x="7709040" y="142920"/>
            <a:ext cx="4286520" cy="4781520"/>
          </a:xfrm>
          <a:custGeom>
            <a:avLst/>
            <a:gdLst>
              <a:gd name="textAreaLeft" fmla="*/ 720 w 4286520"/>
              <a:gd name="textAreaRight" fmla="*/ 4288680 w 4286520"/>
              <a:gd name="textAreaTop" fmla="*/ 0 h 4781520"/>
              <a:gd name="textAreaBottom" fmla="*/ 4782960 h 4781520"/>
              <a:gd name="GluePoint1X" fmla="*/ 4304865 w 4396305"/>
              <a:gd name="GluePoint1Y" fmla="*/ 195751 h 4782905"/>
              <a:gd name="GluePoint2X" fmla="*/ 4288068 w 4396305"/>
              <a:gd name="GluePoint2Y" fmla="*/ 0 h 4782905"/>
              <a:gd name="GluePoint3X" fmla="*/ 3928555 w 4396305"/>
              <a:gd name="GluePoint3Y" fmla="*/ 70602 h 4782905"/>
              <a:gd name="GluePoint4X" fmla="*/ 17839 w 4396305"/>
              <a:gd name="GluePoint4Y" fmla="*/ 4548292 h 4782905"/>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4288068" h="4782905">
                <a:moveTo>
                  <a:pt x="4288068" y="0"/>
                </a:moveTo>
                <a:lnTo>
                  <a:pt x="3928555" y="70602"/>
                </a:lnTo>
                <a:cubicBezTo>
                  <a:pt x="1835095" y="574619"/>
                  <a:pt x="240192" y="2358551"/>
                  <a:pt x="17839" y="4548292"/>
                </a:cubicBezTo>
                <a:lnTo>
                  <a:pt x="0" y="4782905"/>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551" name="任意多边形: 形状 130"/>
          <p:cNvSpPr/>
          <p:nvPr/>
        </p:nvSpPr>
        <p:spPr>
          <a:xfrm flipH="1" rot="10506000">
            <a:off x="7884720" y="-79920"/>
            <a:ext cx="4107600" cy="4792680"/>
          </a:xfrm>
          <a:custGeom>
            <a:avLst/>
            <a:gdLst>
              <a:gd name="textAreaLeft" fmla="*/ -720 w 4107600"/>
              <a:gd name="textAreaRight" fmla="*/ 4108320 w 4107600"/>
              <a:gd name="textAreaTop" fmla="*/ 0 h 4792680"/>
              <a:gd name="textAreaBottom" fmla="*/ 4794120 h 4792680"/>
              <a:gd name="GluePoint1X" fmla="*/ 4141638 w 4233078"/>
              <a:gd name="GluePoint1Y" fmla="*/ 380598 h 4794215"/>
              <a:gd name="GluePoint2X" fmla="*/ 4108980 w 4233078"/>
              <a:gd name="GluePoint2Y" fmla="*/ 0 h 4794215"/>
              <a:gd name="GluePoint3X" fmla="*/ 3989868 w 4233078"/>
              <a:gd name="GluePoint3Y" fmla="*/ 17610 h 4794215"/>
              <a:gd name="GluePoint4X" fmla="*/ 4531 w 4233078"/>
              <a:gd name="GluePoint4Y" fmla="*/ 4615010 h 4794215"/>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4108980" h="4794215">
                <a:moveTo>
                  <a:pt x="4108980" y="0"/>
                </a:moveTo>
                <a:lnTo>
                  <a:pt x="3989868" y="17610"/>
                </a:lnTo>
                <a:cubicBezTo>
                  <a:pt x="1795783" y="445192"/>
                  <a:pt x="120627" y="2324411"/>
                  <a:pt x="4531" y="4615010"/>
                </a:cubicBezTo>
                <a:cubicBezTo>
                  <a:pt x="3020" y="4674745"/>
                  <a:pt x="1511" y="4734480"/>
                  <a:pt x="0" y="4794215"/>
                </a:cubicBez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552" name="任意多边形: 形状 121"/>
          <p:cNvSpPr/>
          <p:nvPr/>
        </p:nvSpPr>
        <p:spPr>
          <a:xfrm flipH="1" rot="10506000">
            <a:off x="8479440" y="-151200"/>
            <a:ext cx="3537360" cy="4214160"/>
          </a:xfrm>
          <a:custGeom>
            <a:avLst/>
            <a:gdLst>
              <a:gd name="textAreaLeft" fmla="*/ -720 w 3537360"/>
              <a:gd name="textAreaRight" fmla="*/ 3538080 w 3537360"/>
              <a:gd name="textAreaTop" fmla="*/ 0 h 4214160"/>
              <a:gd name="textAreaBottom" fmla="*/ 4215600 h 4214160"/>
              <a:gd name="GluePoint1X" fmla="*/ 3612025 w 3703465"/>
              <a:gd name="GluePoint1Y" fmla="*/ 853309 h 4214790"/>
              <a:gd name="GluePoint2X" fmla="*/ 3538807 w 3703465"/>
              <a:gd name="GluePoint2Y" fmla="*/ 0 h 4214790"/>
              <a:gd name="GluePoint3X" fmla="*/ 3499564 w 3703465"/>
              <a:gd name="GluePoint3Y" fmla="*/ 5613 h 4214790"/>
              <a:gd name="GluePoint4X" fmla="*/ 20639 w 3703465"/>
              <a:gd name="GluePoint4Y" fmla="*/ 3806010 h 4214790"/>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3538807" h="4214790">
                <a:moveTo>
                  <a:pt x="3538807" y="0"/>
                </a:moveTo>
                <a:lnTo>
                  <a:pt x="3499564" y="5613"/>
                </a:lnTo>
                <a:cubicBezTo>
                  <a:pt x="1646482" y="360713"/>
                  <a:pt x="214158" y="1900228"/>
                  <a:pt x="20639" y="3806010"/>
                </a:cubicBezTo>
                <a:lnTo>
                  <a:pt x="0" y="4214790"/>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553" name="任意多边形: 形状 118"/>
          <p:cNvSpPr/>
          <p:nvPr/>
        </p:nvSpPr>
        <p:spPr>
          <a:xfrm flipH="1" rot="10506000">
            <a:off x="8676360" y="-141840"/>
            <a:ext cx="3349440" cy="3992040"/>
          </a:xfrm>
          <a:custGeom>
            <a:avLst/>
            <a:gdLst>
              <a:gd name="textAreaLeft" fmla="*/ -720 w 3349440"/>
              <a:gd name="textAreaRight" fmla="*/ 3350160 w 3349440"/>
              <a:gd name="textAreaTop" fmla="*/ 0 h 3992040"/>
              <a:gd name="textAreaBottom" fmla="*/ 3993480 h 3992040"/>
              <a:gd name="GluePoint1X" fmla="*/ 3435065 w 3526505"/>
              <a:gd name="GluePoint1Y" fmla="*/ 979859 h 3993354"/>
              <a:gd name="GluePoint2X" fmla="*/ 3350988 w 3526505"/>
              <a:gd name="GluePoint2Y" fmla="*/ 0 h 3993354"/>
              <a:gd name="GluePoint3X" fmla="*/ 3332955 w 3526505"/>
              <a:gd name="GluePoint3Y" fmla="*/ 2579 h 3993354"/>
              <a:gd name="GluePoint4X" fmla="*/ 18694 w 3526505"/>
              <a:gd name="GluePoint4Y" fmla="*/ 3623095 h 3993354"/>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3350988" h="3993354">
                <a:moveTo>
                  <a:pt x="3350988" y="0"/>
                </a:moveTo>
                <a:lnTo>
                  <a:pt x="3332955" y="2579"/>
                </a:lnTo>
                <a:cubicBezTo>
                  <a:pt x="1567581" y="340872"/>
                  <a:pt x="203053" y="1807517"/>
                  <a:pt x="18694" y="3623095"/>
                </a:cubicBezTo>
                <a:lnTo>
                  <a:pt x="0" y="3993354"/>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554" name="任意多边形: 形状 115"/>
          <p:cNvSpPr/>
          <p:nvPr/>
        </p:nvSpPr>
        <p:spPr>
          <a:xfrm flipH="1" rot="10506000">
            <a:off x="8872200" y="-132480"/>
            <a:ext cx="3163320" cy="3771360"/>
          </a:xfrm>
          <a:custGeom>
            <a:avLst/>
            <a:gdLst>
              <a:gd name="textAreaLeft" fmla="*/ 720 w 3163320"/>
              <a:gd name="textAreaRight" fmla="*/ 3165480 w 3163320"/>
              <a:gd name="textAreaTop" fmla="*/ 0 h 3771360"/>
              <a:gd name="textAreaBottom" fmla="*/ 3771720 h 3771360"/>
              <a:gd name="GluePoint1X" fmla="*/ 3257626 w 3349066"/>
              <a:gd name="GluePoint1Y" fmla="*/ 1081231 h 3773592"/>
              <a:gd name="GluePoint2X" fmla="*/ 3164851 w 3349066"/>
              <a:gd name="GluePoint2Y" fmla="*/ 0 h 3773592"/>
              <a:gd name="GluePoint3X" fmla="*/ 2814251 w 3349066"/>
              <a:gd name="GluePoint3Y" fmla="*/ 84359 h 3773592"/>
              <a:gd name="GluePoint4X" fmla="*/ 16767 w 3349066"/>
              <a:gd name="GluePoint4Y" fmla="*/ 3441508 h 3773592"/>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3164851" h="3773592">
                <a:moveTo>
                  <a:pt x="3164851" y="0"/>
                </a:moveTo>
                <a:lnTo>
                  <a:pt x="2814251" y="84359"/>
                </a:lnTo>
                <a:cubicBezTo>
                  <a:pt x="1309770" y="521817"/>
                  <a:pt x="179528" y="1838638"/>
                  <a:pt x="16767" y="3441508"/>
                </a:cubicBezTo>
                <a:lnTo>
                  <a:pt x="0" y="3773592"/>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555" name="任意多边形: 形状 112"/>
          <p:cNvSpPr/>
          <p:nvPr/>
        </p:nvSpPr>
        <p:spPr>
          <a:xfrm flipH="1" rot="10506000">
            <a:off x="9049680" y="-125640"/>
            <a:ext cx="2993760" cy="3569400"/>
          </a:xfrm>
          <a:custGeom>
            <a:avLst/>
            <a:gdLst>
              <a:gd name="textAreaLeft" fmla="*/ -720 w 2993760"/>
              <a:gd name="textAreaRight" fmla="*/ 2994480 w 2993760"/>
              <a:gd name="textAreaTop" fmla="*/ 0 h 3569400"/>
              <a:gd name="textAreaBottom" fmla="*/ 3570840 h 3569400"/>
              <a:gd name="GluePoint1X" fmla="*/ 3095132 w 3186572"/>
              <a:gd name="GluePoint1Y" fmla="*/ 1166743 h 3571337"/>
              <a:gd name="GluePoint2X" fmla="*/ 2995020 w 3186572"/>
              <a:gd name="GluePoint2Y" fmla="*/ 0 h 3571337"/>
              <a:gd name="GluePoint3X" fmla="*/ 2680178 w 3186572"/>
              <a:gd name="GluePoint3Y" fmla="*/ 75755 h 3571337"/>
              <a:gd name="GluePoint4X" fmla="*/ 15007 w 3186572"/>
              <a:gd name="GluePoint4Y" fmla="*/ 3274119 h 3571337"/>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2995020" h="3571337">
                <a:moveTo>
                  <a:pt x="2995020" y="0"/>
                </a:moveTo>
                <a:lnTo>
                  <a:pt x="2680178" y="75755"/>
                </a:lnTo>
                <a:cubicBezTo>
                  <a:pt x="1246854" y="492521"/>
                  <a:pt x="170070" y="1747060"/>
                  <a:pt x="15007" y="3274119"/>
                </a:cubicBezTo>
                <a:lnTo>
                  <a:pt x="0" y="3571337"/>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556" name="任意多边形: 形状 109"/>
          <p:cNvSpPr/>
          <p:nvPr/>
        </p:nvSpPr>
        <p:spPr>
          <a:xfrm flipH="1" rot="10506000">
            <a:off x="9254520" y="-117360"/>
            <a:ext cx="2799720" cy="3339000"/>
          </a:xfrm>
          <a:custGeom>
            <a:avLst/>
            <a:gdLst>
              <a:gd name="textAreaLeft" fmla="*/ 720 w 2799720"/>
              <a:gd name="textAreaRight" fmla="*/ 2801880 w 2799720"/>
              <a:gd name="textAreaTop" fmla="*/ 0 h 3339000"/>
              <a:gd name="textAreaBottom" fmla="*/ 3340440 h 3339000"/>
              <a:gd name="GluePoint1X" fmla="*/ 2907576 w 2999016"/>
              <a:gd name="GluePoint1Y" fmla="*/ 1242950 h 3340194"/>
              <a:gd name="GluePoint2X" fmla="*/ 2800924 w 2999016"/>
              <a:gd name="GluePoint2Y" fmla="*/ 0 h 3340194"/>
              <a:gd name="GluePoint3X" fmla="*/ 2526951 w 2999016"/>
              <a:gd name="GluePoint3Y" fmla="*/ 65921 h 3340194"/>
              <a:gd name="GluePoint4X" fmla="*/ 12994 w 2999016"/>
              <a:gd name="GluePoint4Y" fmla="*/ 3082818 h 3340194"/>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2800924" h="3340194">
                <a:moveTo>
                  <a:pt x="2800924" y="0"/>
                </a:moveTo>
                <a:lnTo>
                  <a:pt x="2526951" y="65921"/>
                </a:lnTo>
                <a:cubicBezTo>
                  <a:pt x="1174950" y="459042"/>
                  <a:pt x="159259" y="1642401"/>
                  <a:pt x="12994" y="3082818"/>
                </a:cubicBezTo>
                <a:lnTo>
                  <a:pt x="0" y="3340194"/>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557" name="任意多边形: 形状 106"/>
          <p:cNvSpPr/>
          <p:nvPr/>
        </p:nvSpPr>
        <p:spPr>
          <a:xfrm flipH="1" rot="10506000">
            <a:off x="9437400" y="-108000"/>
            <a:ext cx="2624760" cy="3130920"/>
          </a:xfrm>
          <a:custGeom>
            <a:avLst/>
            <a:gdLst>
              <a:gd name="textAreaLeft" fmla="*/ 720 w 2624760"/>
              <a:gd name="textAreaRight" fmla="*/ 2626920 w 2624760"/>
              <a:gd name="textAreaTop" fmla="*/ 0 h 3130920"/>
              <a:gd name="textAreaBottom" fmla="*/ 3132360 h 3130920"/>
              <a:gd name="GluePoint1X" fmla="*/ 2737327 w 2828767"/>
              <a:gd name="GluePoint1Y" fmla="*/ 1294665 h 3132161"/>
              <a:gd name="GluePoint2X" fmla="*/ 2626238 w 2828767"/>
              <a:gd name="GluePoint2Y" fmla="*/ 0 h 3132161"/>
              <a:gd name="GluePoint3X" fmla="*/ 2389046 w 2828767"/>
              <a:gd name="GluePoint3Y" fmla="*/ 57071 h 3132161"/>
              <a:gd name="GluePoint4X" fmla="*/ 11184 w 2828767"/>
              <a:gd name="GluePoint4Y" fmla="*/ 2910647 h 3132161"/>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2626238" h="3132161">
                <a:moveTo>
                  <a:pt x="2626238" y="0"/>
                </a:moveTo>
                <a:lnTo>
                  <a:pt x="2389046" y="57071"/>
                </a:lnTo>
                <a:cubicBezTo>
                  <a:pt x="1110238" y="428910"/>
                  <a:pt x="149531" y="1548208"/>
                  <a:pt x="11184" y="2910647"/>
                </a:cubicBezTo>
                <a:lnTo>
                  <a:pt x="0" y="3132161"/>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558" name="任意多边形: 形状 100"/>
          <p:cNvSpPr/>
          <p:nvPr/>
        </p:nvSpPr>
        <p:spPr>
          <a:xfrm flipH="1" rot="10506000">
            <a:off x="9608760" y="-102600"/>
            <a:ext cx="2462400" cy="2937960"/>
          </a:xfrm>
          <a:custGeom>
            <a:avLst/>
            <a:gdLst>
              <a:gd name="textAreaLeft" fmla="*/ -720 w 2462400"/>
              <a:gd name="textAreaRight" fmla="*/ 2463120 w 2462400"/>
              <a:gd name="textAreaTop" fmla="*/ 0 h 2937960"/>
              <a:gd name="textAreaBottom" fmla="*/ 2939400 h 2937960"/>
              <a:gd name="GluePoint1X" fmla="*/ 3712449 w 3831197"/>
              <a:gd name="GluePoint1Y" fmla="*/ 152245 h 2962385"/>
              <a:gd name="GluePoint2X" fmla="*/ 3831197 w 3831197"/>
              <a:gd name="GluePoint2Y" fmla="*/ 25916 h 2962385"/>
              <a:gd name="GluePoint3X" fmla="*/ 3699385 w 3831197"/>
              <a:gd name="GluePoint3Y" fmla="*/ 0 h 2962385"/>
              <a:gd name="GluePoint4X" fmla="*/ 3712449 w 3831197"/>
              <a:gd name="GluePoint4Y" fmla="*/ 152245 h 2962385"/>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2463816" h="2938740">
                <a:moveTo>
                  <a:pt x="2463816" y="0"/>
                </a:moveTo>
                <a:lnTo>
                  <a:pt x="2260826" y="48842"/>
                </a:lnTo>
                <a:cubicBezTo>
                  <a:pt x="1050068" y="400893"/>
                  <a:pt x="140486" y="1460628"/>
                  <a:pt x="9502" y="2750565"/>
                </a:cubicBezTo>
                <a:lnTo>
                  <a:pt x="0" y="2938740"/>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559" name="任意多边形: 形状 103"/>
          <p:cNvSpPr/>
          <p:nvPr/>
        </p:nvSpPr>
        <p:spPr>
          <a:xfrm flipH="1" rot="10506000">
            <a:off x="9788400" y="-93600"/>
            <a:ext cx="2291040" cy="2733480"/>
          </a:xfrm>
          <a:custGeom>
            <a:avLst/>
            <a:gdLst>
              <a:gd name="textAreaLeft" fmla="*/ -720 w 2291040"/>
              <a:gd name="textAreaRight" fmla="*/ 2291760 w 2291040"/>
              <a:gd name="textAreaTop" fmla="*/ 0 h 2733480"/>
              <a:gd name="textAreaBottom" fmla="*/ 2734920 h 2733480"/>
              <a:gd name="GluePoint1X" fmla="*/ 3543454 w 3550854"/>
              <a:gd name="GluePoint1Y" fmla="*/ 174590 h 2755357"/>
              <a:gd name="GluePoint2X" fmla="*/ 3550854 w 3550854"/>
              <a:gd name="GluePoint2Y" fmla="*/ 3416 h 2755357"/>
              <a:gd name="GluePoint3X" fmla="*/ 3528473 w 3550854"/>
              <a:gd name="GluePoint3Y" fmla="*/ 0 h 2755357"/>
              <a:gd name="GluePoint4X" fmla="*/ 3543454 w 3550854"/>
              <a:gd name="GluePoint4Y" fmla="*/ 174590 h 2755357"/>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2292632" h="2734880">
                <a:moveTo>
                  <a:pt x="2292632" y="0"/>
                </a:moveTo>
                <a:lnTo>
                  <a:pt x="2125687" y="40169"/>
                </a:lnTo>
                <a:cubicBezTo>
                  <a:pt x="986652" y="371366"/>
                  <a:pt x="130951" y="1368324"/>
                  <a:pt x="7726" y="2581848"/>
                </a:cubicBezTo>
                <a:lnTo>
                  <a:pt x="0" y="2734880"/>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560" name="任意多边形: 形状 94"/>
          <p:cNvSpPr/>
          <p:nvPr/>
        </p:nvSpPr>
        <p:spPr>
          <a:xfrm flipH="1" rot="10506000">
            <a:off x="9949320" y="-86040"/>
            <a:ext cx="2137320" cy="2549880"/>
          </a:xfrm>
          <a:custGeom>
            <a:avLst/>
            <a:gdLst>
              <a:gd name="textAreaLeft" fmla="*/ 720 w 2137320"/>
              <a:gd name="textAreaRight" fmla="*/ 2139480 w 2137320"/>
              <a:gd name="textAreaTop" fmla="*/ 0 h 2549880"/>
              <a:gd name="textAreaBottom" fmla="*/ 2551320 h 2549880"/>
              <a:gd name="GluePoint1X" fmla="*/ 3390617 w 3390617"/>
              <a:gd name="GluePoint1Y" fmla="*/ 183198 h 2566238"/>
              <a:gd name="GluePoint2X" fmla="*/ 3374898 w 3390617"/>
              <a:gd name="GluePoint2Y" fmla="*/ 0 h 2566238"/>
              <a:gd name="GluePoint3X" fmla="*/ 3390617 w 3390617"/>
              <a:gd name="GluePoint3Y" fmla="*/ 183198 h 2566238"/>
              <a:gd name="GluePoint4X" fmla="*/ 0 w 3390617"/>
              <a:gd name="GluePoint4Y" fmla="*/ 2566238 h 2566238"/>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2138572" h="2551414">
                <a:moveTo>
                  <a:pt x="2138572" y="0"/>
                </a:moveTo>
                <a:lnTo>
                  <a:pt x="2004062" y="32364"/>
                </a:lnTo>
                <a:cubicBezTo>
                  <a:pt x="929578" y="344792"/>
                  <a:pt x="122371" y="1285252"/>
                  <a:pt x="6130" y="2430004"/>
                </a:cubicBezTo>
                <a:lnTo>
                  <a:pt x="0" y="2551414"/>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561" name="任意多边形: 形状 97"/>
          <p:cNvSpPr/>
          <p:nvPr/>
        </p:nvSpPr>
        <p:spPr>
          <a:xfrm flipH="1" rot="10506000">
            <a:off x="10101240" y="-80280"/>
            <a:ext cx="1993680" cy="2379240"/>
          </a:xfrm>
          <a:custGeom>
            <a:avLst/>
            <a:gdLst>
              <a:gd name="textAreaLeft" fmla="*/ -720 w 1993680"/>
              <a:gd name="textAreaRight" fmla="*/ 1994400 w 1993680"/>
              <a:gd name="textAreaTop" fmla="*/ 0 h 2379240"/>
              <a:gd name="textAreaBottom" fmla="*/ 2380680 h 2379240"/>
              <a:gd name="GluePoint1X" fmla="*/ 3247441 w 3247441"/>
              <a:gd name="GluePoint1Y" fmla="*/ 176150 h 2388211"/>
              <a:gd name="GluePoint2X" fmla="*/ 3232327 w 3247441"/>
              <a:gd name="GluePoint2Y" fmla="*/ 0 h 2388211"/>
              <a:gd name="GluePoint3X" fmla="*/ 3247441 w 3247441"/>
              <a:gd name="GluePoint3Y" fmla="*/ 176150 h 2388211"/>
              <a:gd name="GluePoint4X" fmla="*/ 0 w 3247441"/>
              <a:gd name="GluePoint4Y" fmla="*/ 2388211 h 2388211"/>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1995359" h="2380863">
                <a:moveTo>
                  <a:pt x="1995359" y="0"/>
                </a:moveTo>
                <a:lnTo>
                  <a:pt x="1891005" y="25109"/>
                </a:lnTo>
                <a:cubicBezTo>
                  <a:pt x="876524" y="320088"/>
                  <a:pt x="114395" y="1208028"/>
                  <a:pt x="4645" y="2288853"/>
                </a:cubicBezTo>
                <a:lnTo>
                  <a:pt x="0" y="2380863"/>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562" name="任意多边形: 形状 91"/>
          <p:cNvSpPr/>
          <p:nvPr/>
        </p:nvSpPr>
        <p:spPr>
          <a:xfrm flipH="1" rot="10506000">
            <a:off x="10251720" y="-73080"/>
            <a:ext cx="1848240" cy="2205000"/>
          </a:xfrm>
          <a:custGeom>
            <a:avLst/>
            <a:gdLst>
              <a:gd name="textAreaLeft" fmla="*/ -720 w 1848240"/>
              <a:gd name="textAreaRight" fmla="*/ 1848960 w 1848240"/>
              <a:gd name="textAreaTop" fmla="*/ 0 h 2205000"/>
              <a:gd name="textAreaBottom" fmla="*/ 2205360 h 2205000"/>
              <a:gd name="GluePoint1X" fmla="*/ 3101494 w 3221135"/>
              <a:gd name="GluePoint1Y" fmla="*/ 163645 h 2207585"/>
              <a:gd name="GluePoint2X" fmla="*/ 3221135 w 3221135"/>
              <a:gd name="GluePoint2Y" fmla="*/ 36184 h 2207585"/>
              <a:gd name="GluePoint3X" fmla="*/ 3087752 w 3221135"/>
              <a:gd name="GluePoint3Y" fmla="*/ 3494 h 2207585"/>
              <a:gd name="GluePoint4X" fmla="*/ 3101494 w 3221135"/>
              <a:gd name="GluePoint4Y" fmla="*/ 163645 h 2207585"/>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1849854" h="2207585">
                <a:moveTo>
                  <a:pt x="1849854" y="0"/>
                </a:moveTo>
                <a:lnTo>
                  <a:pt x="1776137" y="17738"/>
                </a:lnTo>
                <a:cubicBezTo>
                  <a:pt x="822621" y="294991"/>
                  <a:pt x="106291" y="1129571"/>
                  <a:pt x="3137" y="2145444"/>
                </a:cubicBezTo>
                <a:lnTo>
                  <a:pt x="0" y="2207585"/>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563" name="任意多边形: 形状 83"/>
          <p:cNvSpPr/>
          <p:nvPr/>
        </p:nvSpPr>
        <p:spPr>
          <a:xfrm flipH="1" rot="10506000">
            <a:off x="10416600" y="-65520"/>
            <a:ext cx="1691640" cy="2009520"/>
          </a:xfrm>
          <a:custGeom>
            <a:avLst/>
            <a:gdLst>
              <a:gd name="textAreaLeft" fmla="*/ 720 w 1691640"/>
              <a:gd name="textAreaRight" fmla="*/ 1693800 w 1691640"/>
              <a:gd name="textAreaTop" fmla="*/ 0 h 2009520"/>
              <a:gd name="textAreaBottom" fmla="*/ 2010600 h 2009520"/>
              <a:gd name="GluePoint1X" fmla="*/ 2942292 w 2983139"/>
              <a:gd name="GluePoint1Y" fmla="*/ 138056 h 2011644"/>
              <a:gd name="GluePoint2X" fmla="*/ 2983139 w 2983139"/>
              <a:gd name="GluePoint2Y" fmla="*/ 13891 h 2011644"/>
              <a:gd name="GluePoint3X" fmla="*/ 2930598 w 2983139"/>
              <a:gd name="GluePoint3Y" fmla="*/ 1780 h 2011644"/>
              <a:gd name="GluePoint4X" fmla="*/ 2942292 w 2983139"/>
              <a:gd name="GluePoint4Y" fmla="*/ 138056 h 2011644"/>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1692848" h="2011644">
                <a:moveTo>
                  <a:pt x="1692848" y="0"/>
                </a:moveTo>
                <a:lnTo>
                  <a:pt x="1450924" y="70211"/>
                </a:lnTo>
                <a:cubicBezTo>
                  <a:pt x="665008" y="380153"/>
                  <a:pt x="90124" y="1109131"/>
                  <a:pt x="1503" y="1981879"/>
                </a:cubicBezTo>
                <a:lnTo>
                  <a:pt x="0" y="2011644"/>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564" name="任意多边形: 形状 74"/>
          <p:cNvSpPr/>
          <p:nvPr/>
        </p:nvSpPr>
        <p:spPr>
          <a:xfrm flipH="1" rot="10506000">
            <a:off x="10728720" y="-54360"/>
            <a:ext cx="1395000" cy="1660320"/>
          </a:xfrm>
          <a:custGeom>
            <a:avLst/>
            <a:gdLst>
              <a:gd name="textAreaLeft" fmla="*/ 720 w 1395000"/>
              <a:gd name="textAreaRight" fmla="*/ 1397160 w 1395000"/>
              <a:gd name="textAreaTop" fmla="*/ 0 h 1660320"/>
              <a:gd name="textAreaBottom" fmla="*/ 1661760 h 1660320"/>
              <a:gd name="GluePoint1X" fmla="*/ 1396099 w 2676094"/>
              <a:gd name="GluePoint1Y" fmla="*/ 0 h 1662070"/>
              <a:gd name="GluePoint2X" fmla="*/ 1289233 w 2676094"/>
              <a:gd name="GluePoint2Y" fmla="*/ 28870 h 1662070"/>
              <a:gd name="GluePoint3X" fmla="*/ 25423 w 2676094"/>
              <a:gd name="GluePoint3Y" fmla="*/ 1495464 h 1662070"/>
              <a:gd name="GluePoint4X" fmla="*/ 0 w 2676094"/>
              <a:gd name="GluePoint4Y" fmla="*/ 1662070 h 1662070"/>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1396099" h="1662070">
                <a:moveTo>
                  <a:pt x="1396099" y="0"/>
                </a:moveTo>
                <a:lnTo>
                  <a:pt x="1289233" y="28870"/>
                </a:lnTo>
                <a:cubicBezTo>
                  <a:pt x="649948" y="262972"/>
                  <a:pt x="164425" y="816097"/>
                  <a:pt x="25423" y="1495464"/>
                </a:cubicBezTo>
                <a:lnTo>
                  <a:pt x="0" y="1662070"/>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565" name="任意多边形: 形状 77"/>
          <p:cNvSpPr/>
          <p:nvPr/>
        </p:nvSpPr>
        <p:spPr>
          <a:xfrm flipH="1" rot="10506000">
            <a:off x="10877040" y="-46440"/>
            <a:ext cx="1250640" cy="1492560"/>
          </a:xfrm>
          <a:custGeom>
            <a:avLst/>
            <a:gdLst>
              <a:gd name="textAreaLeft" fmla="*/ -720 w 1250640"/>
              <a:gd name="textAreaRight" fmla="*/ 1251360 w 1250640"/>
              <a:gd name="textAreaTop" fmla="*/ 0 h 1492560"/>
              <a:gd name="textAreaBottom" fmla="*/ 1494000 h 1492560"/>
              <a:gd name="GluePoint1X" fmla="*/ 1359023 w 1450463"/>
              <a:gd name="GluePoint1Y" fmla="*/ 1242430 h 1493935"/>
              <a:gd name="GluePoint2X" fmla="*/ 1252415 w 1450463"/>
              <a:gd name="GluePoint2Y" fmla="*/ 0 h 1493935"/>
              <a:gd name="GluePoint3X" fmla="*/ 1184988 w 1450463"/>
              <a:gd name="GluePoint3Y" fmla="*/ 18216 h 1493935"/>
              <a:gd name="GluePoint4X" fmla="*/ 18654 w 1450463"/>
              <a:gd name="GluePoint4Y" fmla="*/ 1371695 h 1493935"/>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1252415" h="1493935">
                <a:moveTo>
                  <a:pt x="1252415" y="0"/>
                </a:moveTo>
                <a:lnTo>
                  <a:pt x="1184988" y="18216"/>
                </a:lnTo>
                <a:cubicBezTo>
                  <a:pt x="595010" y="234262"/>
                  <a:pt x="146936" y="744726"/>
                  <a:pt x="18654" y="1371695"/>
                </a:cubicBezTo>
                <a:lnTo>
                  <a:pt x="0" y="1493935"/>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566" name="任意多边形: 形状 47"/>
          <p:cNvSpPr/>
          <p:nvPr/>
        </p:nvSpPr>
        <p:spPr>
          <a:xfrm flipH="1" rot="10506000">
            <a:off x="11979720" y="1080"/>
            <a:ext cx="200520" cy="240120"/>
          </a:xfrm>
          <a:custGeom>
            <a:avLst/>
            <a:gdLst>
              <a:gd name="textAreaLeft" fmla="*/ 720 w 200520"/>
              <a:gd name="textAreaRight" fmla="*/ 202680 w 200520"/>
              <a:gd name="textAreaTop" fmla="*/ 0 h 240120"/>
              <a:gd name="textAreaBottom" fmla="*/ 240480 h 240120"/>
              <a:gd name="GluePoint1X" fmla="*/ 221266 w 312706"/>
              <a:gd name="GluePoint1Y" fmla="*/ 223634 h 315074"/>
              <a:gd name="GluePoint2X" fmla="*/ 202077 w 312706"/>
              <a:gd name="GluePoint2Y" fmla="*/ 0 h 315074"/>
              <a:gd name="GluePoint3X" fmla="*/ 159333 w 312706"/>
              <a:gd name="GluePoint3Y" fmla="*/ 30379 h 315074"/>
              <a:gd name="GluePoint4X" fmla="*/ 41048 w 312706"/>
              <a:gd name="GluePoint4Y" fmla="*/ 166986 h 315074"/>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202077" h="242620">
                <a:moveTo>
                  <a:pt x="202077" y="0"/>
                </a:moveTo>
                <a:lnTo>
                  <a:pt x="159333" y="30379"/>
                </a:lnTo>
                <a:cubicBezTo>
                  <a:pt x="114688" y="70961"/>
                  <a:pt x="74931" y="116826"/>
                  <a:pt x="41048" y="166986"/>
                </a:cubicBezTo>
                <a:lnTo>
                  <a:pt x="0" y="242620"/>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567" name="任意多边形: 形状 53"/>
          <p:cNvSpPr/>
          <p:nvPr/>
        </p:nvSpPr>
        <p:spPr>
          <a:xfrm flipH="1" rot="10506000">
            <a:off x="11631600" y="-15480"/>
            <a:ext cx="533880" cy="645480"/>
          </a:xfrm>
          <a:custGeom>
            <a:avLst/>
            <a:gdLst>
              <a:gd name="textAreaLeft" fmla="*/ 720 w 533880"/>
              <a:gd name="textAreaRight" fmla="*/ 536040 w 533880"/>
              <a:gd name="textAreaTop" fmla="*/ 0 h 645480"/>
              <a:gd name="textAreaBottom" fmla="*/ 646920 h 645480"/>
              <a:gd name="GluePoint1X" fmla="*/ 586582 w 678022"/>
              <a:gd name="GluePoint1Y" fmla="*/ 596584 h 688024"/>
              <a:gd name="GluePoint2X" fmla="*/ 535392 w 678022"/>
              <a:gd name="GluePoint2Y" fmla="*/ 0 h 688024"/>
              <a:gd name="GluePoint3X" fmla="*/ 425863 w 678022"/>
              <a:gd name="GluePoint3Y" fmla="*/ 62963 h 688024"/>
              <a:gd name="GluePoint4X" fmla="*/ 33247 w 678022"/>
              <a:gd name="GluePoint4Y" fmla="*/ 539799 h 688024"/>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535392" h="646916">
                <a:moveTo>
                  <a:pt x="535392" y="0"/>
                </a:moveTo>
                <a:lnTo>
                  <a:pt x="425863" y="62963"/>
                </a:lnTo>
                <a:cubicBezTo>
                  <a:pt x="252910" y="179822"/>
                  <a:pt x="115502" y="345305"/>
                  <a:pt x="33247" y="539799"/>
                </a:cubicBezTo>
                <a:lnTo>
                  <a:pt x="0" y="646916"/>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568" name="任意多边形: 形状 50"/>
          <p:cNvSpPr/>
          <p:nvPr/>
        </p:nvSpPr>
        <p:spPr>
          <a:xfrm flipH="1" rot="10506000">
            <a:off x="11794320" y="-7560"/>
            <a:ext cx="377640" cy="455760"/>
          </a:xfrm>
          <a:custGeom>
            <a:avLst/>
            <a:gdLst>
              <a:gd name="textAreaLeft" fmla="*/ 720 w 377640"/>
              <a:gd name="textAreaRight" fmla="*/ 379800 w 377640"/>
              <a:gd name="textAreaTop" fmla="*/ 0 h 455760"/>
              <a:gd name="textAreaBottom" fmla="*/ 457200 h 455760"/>
              <a:gd name="GluePoint1X" fmla="*/ 415479 w 506919"/>
              <a:gd name="GluePoint1Y" fmla="*/ 421348 h 512788"/>
              <a:gd name="GluePoint2X" fmla="*/ 379325 w 506919"/>
              <a:gd name="GluePoint2Y" fmla="*/ 0 h 512788"/>
              <a:gd name="GluePoint3X" fmla="*/ 344103 w 506919"/>
              <a:gd name="GluePoint3Y" fmla="*/ 20248 h 512788"/>
              <a:gd name="GluePoint4X" fmla="*/ 9381 w 506919"/>
              <a:gd name="GluePoint4Y" fmla="*/ 426772 h 512788"/>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379325" h="456998">
                <a:moveTo>
                  <a:pt x="379325" y="0"/>
                </a:moveTo>
                <a:lnTo>
                  <a:pt x="344103" y="20248"/>
                </a:lnTo>
                <a:cubicBezTo>
                  <a:pt x="196654" y="119875"/>
                  <a:pt x="79507" y="260957"/>
                  <a:pt x="9381" y="426772"/>
                </a:cubicBezTo>
                <a:lnTo>
                  <a:pt x="0" y="456998"/>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569" name="任意多边形: 形状 65"/>
          <p:cNvSpPr/>
          <p:nvPr/>
        </p:nvSpPr>
        <p:spPr>
          <a:xfrm flipH="1" rot="10506000">
            <a:off x="11327760" y="-27360"/>
            <a:ext cx="824040" cy="984240"/>
          </a:xfrm>
          <a:custGeom>
            <a:avLst/>
            <a:gdLst>
              <a:gd name="textAreaLeft" fmla="*/ 720 w 824040"/>
              <a:gd name="textAreaRight" fmla="*/ 826200 w 824040"/>
              <a:gd name="textAreaTop" fmla="*/ 0 h 984240"/>
              <a:gd name="textAreaBottom" fmla="*/ 985680 h 984240"/>
              <a:gd name="GluePoint1X" fmla="*/ 903428 w 994868"/>
              <a:gd name="GluePoint1Y" fmla="*/ 908160 h 999600"/>
              <a:gd name="GluePoint2X" fmla="*/ 825503 w 994868"/>
              <a:gd name="GluePoint2Y" fmla="*/ 0 h 999600"/>
              <a:gd name="GluePoint3X" fmla="*/ 750494 w 994868"/>
              <a:gd name="GluePoint3Y" fmla="*/ 29558 h 999600"/>
              <a:gd name="GluePoint4X" fmla="*/ 77440 w 994868"/>
              <a:gd name="GluePoint4Y" fmla="*/ 736181 h 999600"/>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825503" h="985679">
                <a:moveTo>
                  <a:pt x="825503" y="0"/>
                </a:moveTo>
                <a:lnTo>
                  <a:pt x="750494" y="29558"/>
                </a:lnTo>
                <a:cubicBezTo>
                  <a:pt x="448938" y="174881"/>
                  <a:pt x="208333" y="426677"/>
                  <a:pt x="77440" y="736181"/>
                </a:cubicBezTo>
                <a:lnTo>
                  <a:pt x="0" y="985679"/>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570" name="任意多边形: 形状 59"/>
          <p:cNvSpPr/>
          <p:nvPr/>
        </p:nvSpPr>
        <p:spPr>
          <a:xfrm flipH="1" rot="10506000">
            <a:off x="11481120" y="-20520"/>
            <a:ext cx="676080" cy="813960"/>
          </a:xfrm>
          <a:custGeom>
            <a:avLst/>
            <a:gdLst>
              <a:gd name="textAreaLeft" fmla="*/ -720 w 676080"/>
              <a:gd name="textAreaRight" fmla="*/ 676800 w 676080"/>
              <a:gd name="textAreaTop" fmla="*/ 0 h 813960"/>
              <a:gd name="textAreaBottom" fmla="*/ 815040 h 813960"/>
              <a:gd name="GluePoint1X" fmla="*/ 742235 w 833675"/>
              <a:gd name="GluePoint1Y" fmla="*/ 752012 h 843452"/>
              <a:gd name="GluePoint2X" fmla="*/ 677710 w 833675"/>
              <a:gd name="GluePoint2Y" fmla="*/ 0 h 843452"/>
              <a:gd name="GluePoint3X" fmla="*/ 654567 w 833675"/>
              <a:gd name="GluePoint3Y" fmla="*/ 9120 h 843452"/>
              <a:gd name="GluePoint4X" fmla="*/ 54956 w 833675"/>
              <a:gd name="GluePoint4Y" fmla="*/ 638637 h 843452"/>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677710" h="815699">
                <a:moveTo>
                  <a:pt x="677710" y="0"/>
                </a:moveTo>
                <a:lnTo>
                  <a:pt x="654567" y="9120"/>
                </a:lnTo>
                <a:cubicBezTo>
                  <a:pt x="385916" y="138585"/>
                  <a:pt x="171567" y="362905"/>
                  <a:pt x="54956" y="638637"/>
                </a:cubicBezTo>
                <a:lnTo>
                  <a:pt x="0" y="815699"/>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571" name="任意多边形: 形状 68"/>
          <p:cNvSpPr/>
          <p:nvPr/>
        </p:nvSpPr>
        <p:spPr>
          <a:xfrm flipH="1" rot="10506000">
            <a:off x="11038320" y="-39600"/>
            <a:ext cx="1100880" cy="1321200"/>
          </a:xfrm>
          <a:custGeom>
            <a:avLst/>
            <a:gdLst>
              <a:gd name="textAreaLeft" fmla="*/ -720 w 1100880"/>
              <a:gd name="textAreaRight" fmla="*/ 1101600 w 1100880"/>
              <a:gd name="textAreaTop" fmla="*/ 0 h 1321200"/>
              <a:gd name="textAreaBottom" fmla="*/ 1322640 h 1321200"/>
              <a:gd name="GluePoint1X" fmla="*/ 1204103 w 1295543"/>
              <a:gd name="GluePoint1Y" fmla="*/ 1187291 h 1322555"/>
              <a:gd name="GluePoint2X" fmla="*/ 1102227 w 1295543"/>
              <a:gd name="GluePoint2Y" fmla="*/ 0 h 1322555"/>
              <a:gd name="GluePoint3X" fmla="*/ 1074916 w 1295543"/>
              <a:gd name="GluePoint3Y" fmla="*/ 7378 h 1322555"/>
              <a:gd name="GluePoint4X" fmla="*/ 7737 w 1295543"/>
              <a:gd name="GluePoint4Y" fmla="*/ 1245792 h 1322555"/>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1102227" h="1322555">
                <a:moveTo>
                  <a:pt x="1102227" y="0"/>
                </a:moveTo>
                <a:lnTo>
                  <a:pt x="1074916" y="7378"/>
                </a:lnTo>
                <a:cubicBezTo>
                  <a:pt x="535095" y="205058"/>
                  <a:pt x="125113" y="672125"/>
                  <a:pt x="7737" y="1245792"/>
                </a:cubicBezTo>
                <a:lnTo>
                  <a:pt x="0" y="1322555"/>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572" name="任意多边形: 形状 71"/>
          <p:cNvSpPr/>
          <p:nvPr/>
        </p:nvSpPr>
        <p:spPr>
          <a:xfrm flipH="1" rot="10506000">
            <a:off x="11179800" y="-34560"/>
            <a:ext cx="963000" cy="1155240"/>
          </a:xfrm>
          <a:custGeom>
            <a:avLst/>
            <a:gdLst>
              <a:gd name="textAreaLeft" fmla="*/ 720 w 963000"/>
              <a:gd name="textAreaRight" fmla="*/ 965160 w 963000"/>
              <a:gd name="textAreaTop" fmla="*/ 0 h 1155240"/>
              <a:gd name="textAreaBottom" fmla="*/ 1156680 h 1155240"/>
              <a:gd name="GluePoint1X" fmla="*/ 1055982 w 1147422"/>
              <a:gd name="GluePoint1Y" fmla="*/ 1066021 h 1157461"/>
              <a:gd name="GluePoint2X" fmla="*/ 964511 w 1147422"/>
              <a:gd name="GluePoint2Y" fmla="*/ 0 h 1157461"/>
              <a:gd name="GluePoint3X" fmla="*/ 740170 w 1147422"/>
              <a:gd name="GluePoint3Y" fmla="*/ 104674 h 1157461"/>
              <a:gd name="GluePoint4X" fmla="*/ 3394 w 1147422"/>
              <a:gd name="GluePoint4Y" fmla="*/ 1122952 h 1157461"/>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964511" h="1156630">
                <a:moveTo>
                  <a:pt x="964511" y="0"/>
                </a:moveTo>
                <a:lnTo>
                  <a:pt x="740170" y="104674"/>
                </a:lnTo>
                <a:cubicBezTo>
                  <a:pt x="366685" y="319460"/>
                  <a:pt x="92491" y="687490"/>
                  <a:pt x="3394" y="1122952"/>
                </a:cubicBezTo>
                <a:lnTo>
                  <a:pt x="0" y="1156630"/>
                </a:lnTo>
              </a:path>
            </a:pathLst>
          </a:custGeom>
          <a:noFill/>
          <a:ln>
            <a:solidFill>
              <a:schemeClr val="accent1">
                <a:lumMod val="40000"/>
                <a:lumOff val="60000"/>
                <a:alpha val="10000"/>
              </a:schemeClr>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just" defTabSz="914400">
              <a:lnSpc>
                <a:spcPct val="100000"/>
              </a:lnSpc>
            </a:pPr>
            <a:endParaRPr lang="en-US" sz="1800" b="0" u="none" strike="noStrike">
              <a:solidFill>
                <a:schemeClr val="lt1"/>
              </a:solidFill>
              <a:effectLst/>
              <a:uFillTx/>
              <a:latin typeface="Arial"/>
              <a:ea typeface="微软雅黑"/>
            </a:endParaRPr>
          </a:p>
        </p:txBody>
      </p:sp>
      <p:sp>
        <p:nvSpPr>
          <p:cNvPr id="573" name="KSO_TEMPLATE" hidden="1"/>
          <p:cNvSpPr/>
          <p:nvPr/>
        </p:nvSpPr>
        <p:spPr>
          <a:xfrm>
            <a:off x="0" y="0"/>
            <a:ext cx="360" cy="360"/>
          </a:xfrm>
          <a:prstGeom prst="rect">
            <a:avLst/>
          </a:prstGeom>
          <a:solidFill>
            <a:schemeClr val="accent1"/>
          </a:solidFill>
          <a:ln>
            <a:solidFill>
              <a:srgbClr val="ad822f"/>
            </a:solidFill>
          </a:ln>
        </p:spPr>
        <p:style>
          <a:lnRef idx="2">
            <a:schemeClr val="accent1">
              <a:shade val="50000"/>
            </a:schemeClr>
          </a:lnRef>
          <a:fillRef idx="1">
            <a:schemeClr val="accent1"/>
          </a:fillRef>
          <a:effectRef idx="0">
            <a:schemeClr val="accent1"/>
          </a:effectRef>
          <a:fontRef idx="minor"/>
        </p:style>
        <p:txBody>
          <a:bodyPr lIns="90000" rIns="90000" tIns="-44280" bIns="-44280" anchor="ctr">
            <a:noAutofit/>
          </a:bodyPr>
          <a:p>
            <a:pPr algn="ctr" defTabSz="914400">
              <a:lnSpc>
                <a:spcPct val="100000"/>
              </a:lnSpc>
            </a:pPr>
            <a:endParaRPr lang="en-US" sz="1800" b="0" u="none" strike="noStrike">
              <a:solidFill>
                <a:schemeClr val="lt1"/>
              </a:solidFill>
              <a:effectLst/>
              <a:uFillTx/>
              <a:latin typeface="Arial"/>
              <a:ea typeface="微软雅黑"/>
            </a:endParaRPr>
          </a:p>
        </p:txBody>
      </p:sp>
      <p:sp>
        <p:nvSpPr>
          <p:cNvPr id="574" name="PlaceHolder 1"/>
          <p:cNvSpPr>
            <a:spLocks noGrp="1"/>
          </p:cNvSpPr>
          <p:nvPr>
            <p:ph type="body"/>
          </p:nvPr>
        </p:nvSpPr>
        <p:spPr>
          <a:xfrm>
            <a:off x="695880" y="1301760"/>
            <a:ext cx="10797480" cy="404280"/>
          </a:xfrm>
          <a:prstGeom prst="rect">
            <a:avLst/>
          </a:prstGeom>
          <a:noFill/>
          <a:ln w="0">
            <a:noFill/>
          </a:ln>
        </p:spPr>
        <p:txBody>
          <a:bodyPr lIns="0" rIns="0" tIns="0" bIns="0" anchor="t">
            <a:normAutofit fontScale="92500" lnSpcReduction="9999"/>
          </a:bodyPr>
          <a:p>
            <a:pPr indent="0" defTabSz="914400">
              <a:lnSpc>
                <a:spcPct val="130000"/>
              </a:lnSpc>
              <a:spcBef>
                <a:spcPts val="1001"/>
              </a:spcBef>
              <a:buNone/>
              <a:tabLst>
                <a:tab algn="l" pos="0"/>
              </a:tabLst>
            </a:pPr>
            <a:r>
              <a:rPr lang="zh-CN" sz="2400" b="0" u="none" strike="noStrike">
                <a:solidFill>
                  <a:schemeClr val="dk1"/>
                </a:solidFill>
                <a:effectLst/>
                <a:uFillTx/>
                <a:latin typeface="Arial"/>
                <a:ea typeface="微软雅黑"/>
              </a:rPr>
              <a:t>单击此处编辑副标题</a:t>
            </a:r>
            <a:endParaRPr lang="en-US" sz="2400" b="0" u="none" strike="noStrike">
              <a:solidFill>
                <a:srgbClr val="000000"/>
              </a:solidFill>
              <a:effectLst/>
              <a:uFillTx/>
              <a:latin typeface="Arial"/>
            </a:endParaRPr>
          </a:p>
        </p:txBody>
      </p:sp>
      <p:sp>
        <p:nvSpPr>
          <p:cNvPr id="575" name="PlaceHolder 2"/>
          <p:cNvSpPr>
            <a:spLocks noGrp="1"/>
          </p:cNvSpPr>
          <p:nvPr>
            <p:ph type="dt" idx="31"/>
          </p:nvPr>
        </p:nvSpPr>
        <p:spPr>
          <a:xfrm>
            <a:off x="695880" y="6356520"/>
            <a:ext cx="2741760" cy="363600"/>
          </a:xfrm>
          <a:prstGeom prst="rect">
            <a:avLst/>
          </a:prstGeom>
          <a:noFill/>
          <a:ln w="0">
            <a:noFill/>
          </a:ln>
        </p:spPr>
        <p:txBody>
          <a:bodyPr lIns="91440" rIns="91440" tIns="45720" bIns="45720" anchor="ctr">
            <a:normAutofit/>
          </a:bodyPr>
          <a:lstStyle>
            <a:lvl1pPr indent="0">
              <a:lnSpc>
                <a:spcPct val="100000"/>
              </a:lnSpc>
              <a:buNone/>
              <a:tabLst>
                <a:tab algn="l" pos="0"/>
              </a:tabLst>
              <a:defRPr lang="en-US" sz="1400" b="0" u="none" strike="noStrike">
                <a:solidFill>
                  <a:srgbClr val="000000"/>
                </a:solidFill>
                <a:effectLst/>
                <a:uFillTx/>
                <a:latin typeface="Times New Roman"/>
              </a:defRPr>
            </a:lvl1pPr>
          </a:lstStyle>
          <a:p>
            <a:pPr indent="0">
              <a:lnSpc>
                <a:spcPct val="100000"/>
              </a:lnSpc>
              <a:buNone/>
              <a:tabLst>
                <a:tab algn="l" pos="0"/>
              </a:tabLst>
            </a:pPr>
            <a:r>
              <a:rPr lang="en-US" sz="1400" b="0" u="none" strike="noStrike">
                <a:solidFill>
                  <a:srgbClr val="000000"/>
                </a:solidFill>
                <a:effectLst/>
                <a:uFillTx/>
                <a:latin typeface="Times New Roman"/>
              </a:rPr>
              <a:t>&lt;date/time&gt;</a:t>
            </a:r>
            <a:endParaRPr lang="en-US" sz="1400" b="0" u="none" strike="noStrike">
              <a:solidFill>
                <a:srgbClr val="000000"/>
              </a:solidFill>
              <a:effectLst/>
              <a:uFillTx/>
              <a:latin typeface="Times New Roman"/>
            </a:endParaRPr>
          </a:p>
        </p:txBody>
      </p:sp>
      <p:sp>
        <p:nvSpPr>
          <p:cNvPr id="576" name="PlaceHolder 3"/>
          <p:cNvSpPr>
            <a:spLocks noGrp="1"/>
          </p:cNvSpPr>
          <p:nvPr>
            <p:ph type="ftr" idx="32"/>
          </p:nvPr>
        </p:nvSpPr>
        <p:spPr>
          <a:xfrm>
            <a:off x="4038480" y="6356520"/>
            <a:ext cx="4113360" cy="36360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n-US" sz="1400" b="0" u="none" strike="noStrike">
                <a:solidFill>
                  <a:srgbClr val="000000"/>
                </a:solidFill>
                <a:effectLst/>
                <a:uFillTx/>
                <a:latin typeface="Times New Roman"/>
              </a:defRPr>
            </a:lvl1pPr>
          </a:lstStyle>
          <a:p>
            <a:pPr indent="0" algn="ctr">
              <a:lnSpc>
                <a:spcPct val="100000"/>
              </a:lnSpc>
              <a:buNone/>
              <a:tabLst>
                <a:tab algn="l" pos="0"/>
              </a:tabLst>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577" name="PlaceHolder 4"/>
          <p:cNvSpPr>
            <a:spLocks noGrp="1"/>
          </p:cNvSpPr>
          <p:nvPr>
            <p:ph type="sldNum" idx="33"/>
          </p:nvPr>
        </p:nvSpPr>
        <p:spPr>
          <a:xfrm>
            <a:off x="8754120" y="6356520"/>
            <a:ext cx="2741760" cy="363600"/>
          </a:xfrm>
          <a:prstGeom prst="rect">
            <a:avLst/>
          </a:prstGeom>
          <a:noFill/>
          <a:ln w="0">
            <a:noFill/>
          </a:ln>
        </p:spPr>
        <p:txBody>
          <a:bodyPr lIns="91440" rIns="91440" tIns="45720" bIns="45720" anchor="ctr">
            <a:normAutofit fontScale="70000" lnSpcReduction="19999"/>
          </a:bodyPr>
          <a:p>
            <a:pPr indent="0">
              <a:buNone/>
            </a:pPr>
            <a:endParaRPr lang="en-US" sz="1800" b="0" u="none" strike="noStrike">
              <a:solidFill>
                <a:srgbClr val="000000"/>
              </a:solidFill>
              <a:effectLst/>
              <a:uFillTx/>
              <a:latin typeface="Times New Roman"/>
            </a:endParaRPr>
          </a:p>
        </p:txBody>
      </p:sp>
      <p:sp>
        <p:nvSpPr>
          <p:cNvPr id="578" name="PlaceHolder 5"/>
          <p:cNvSpPr>
            <a:spLocks noGrp="1"/>
          </p:cNvSpPr>
          <p:nvPr>
            <p:ph type="title"/>
          </p:nvPr>
        </p:nvSpPr>
        <p:spPr>
          <a:xfrm>
            <a:off x="695880" y="360000"/>
            <a:ext cx="10798560" cy="718560"/>
          </a:xfrm>
          <a:prstGeom prst="rect">
            <a:avLst/>
          </a:prstGeom>
          <a:noFill/>
          <a:ln w="0">
            <a:noFill/>
          </a:ln>
        </p:spPr>
        <p:txBody>
          <a:bodyPr lIns="0" rIns="0" tIns="0" bIns="0" anchor="b">
            <a:noAutofit/>
          </a:bodyPr>
          <a:p>
            <a:pPr indent="0" defTabSz="914400">
              <a:lnSpc>
                <a:spcPct val="100000"/>
              </a:lnSpc>
              <a:buNone/>
              <a:tabLst>
                <a:tab algn="l" pos="0"/>
              </a:tabLst>
            </a:pPr>
            <a:r>
              <a:rPr lang="zh-CN" sz="3200" b="1" u="none" strike="noStrike">
                <a:solidFill>
                  <a:schemeClr val="dk1">
                    <a:lumMod val="75000"/>
                    <a:lumOff val="25000"/>
                  </a:schemeClr>
                </a:solidFill>
                <a:effectLst/>
                <a:uFillTx/>
                <a:latin typeface="Arial"/>
                <a:ea typeface="微软雅黑"/>
              </a:rPr>
              <a:t>单击此处编辑母版标题样式</a:t>
            </a:r>
            <a:endParaRPr lang="en-US" sz="3200" b="0" u="none" strike="noStrike">
              <a:solidFill>
                <a:srgbClr val="000000"/>
              </a:solidFill>
              <a:effectLst/>
              <a:uFillTx/>
              <a:latin typeface="Arial"/>
            </a:endParaRP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sldMaster>
</file>

<file path=ppt/slides/_rels/slide1.xml.rels><?xml version="1.0" encoding="UTF-8"?>
<Relationships xmlns="http://schemas.openxmlformats.org/package/2006/relationships"><Relationship Id="rId1" Type="http://schemas.openxmlformats.org/officeDocument/2006/relationships/slideLayout" Target="../slideLayouts/slideLayout10.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
<Relationships xmlns="http://schemas.openxmlformats.org/package/2006/relationships"><Relationship Id="rId1" Type="http://schemas.openxmlformats.org/officeDocument/2006/relationships/slideLayout" Target="../slideLayouts/slideLayout10.xml"/>
</Relationships>
</file>

<file path=ppt/slides/_rels/slide4.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1.png"/><Relationship Id="rId3" Type="http://schemas.openxmlformats.org/officeDocument/2006/relationships/slideLayout" Target="../slideLayouts/slideLayout2.xml"/>
</Relationships>
</file>

<file path=ppt/slides/_rels/slide5.xml.rels><?xml version="1.0" encoding="UTF-8"?>
<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
<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image" Target="../media/image2.png"/><Relationship Id="rId3" Type="http://schemas.openxmlformats.org/officeDocument/2006/relationships/slideLayout" Target="../slideLayouts/slideLayout3.xml"/>
</Relationships>
</file>

<file path=ppt/slides/_rels/slide8.xml.rels><?xml version="1.0" encoding="UTF-8"?>
<Relationships xmlns="http://schemas.openxmlformats.org/package/2006/relationships"><Relationship Id="rId1" Type="http://schemas.openxmlformats.org/officeDocument/2006/relationships/slideLayout" Target="../slideLayouts/slideLayout10.xml"/>
</Relationships>
</file>

<file path=ppt/slides/_rels/slide9.xml.rels><?xml version="1.0" encoding="UTF-8"?>
<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
<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
<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
<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
<Relationships xmlns="http://schemas.openxmlformats.org/package/2006/relationships"><Relationship Id="rId1" Type="http://schemas.openxmlformats.org/officeDocument/2006/relationships/slideLayout" Target="../slideLayouts/slideLayout7.xml"/>
</Relationships>
</file>

<file path=ppt/slides/_rels/slide14.xml.rels><?xml version="1.0" encoding="UTF-8"?>
<Relationships xmlns="http://schemas.openxmlformats.org/package/2006/relationships"><Relationship Id="rId1" Type="http://schemas.openxmlformats.org/officeDocument/2006/relationships/slideLayout" Target="../slideLayouts/slideLayout10.xml"/>
</Relationships>
</file>

<file path=ppt/slides/_rels/slide15.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slideLayout" Target="../slideLayouts/slideLayout4.xml"/>
</Relationships>
</file>

<file path=ppt/slides/_rels/slide16.xml.rels><?xml version="1.0" encoding="UTF-8"?>
<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image" Target="../media/image2.png"/><Relationship Id="rId3" Type="http://schemas.openxmlformats.org/officeDocument/2006/relationships/image" Target="../media/image2.png"/><Relationship Id="rId4" Type="http://schemas.openxmlformats.org/officeDocument/2006/relationships/slideLayout" Target="../slideLayouts/slideLayout3.xml"/>
</Relationships>
</file>

<file path=ppt/slides/_rels/slide18.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image" Target="../media/image3.png"/><Relationship Id="rId3" Type="http://schemas.openxmlformats.org/officeDocument/2006/relationships/image" Target="../media/image3.png"/><Relationship Id="rId4" Type="http://schemas.openxmlformats.org/officeDocument/2006/relationships/slideLayout" Target="../slideLayouts/slideLayout3.xml"/>
</Relationships>
</file>

<file path=ppt/slides/_rels/slide19.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slideLayout" Target="../slideLayouts/slideLayout4.xml"/>
</Relationships>
</file>

<file path=ppt/slides/_rels/slide20.xml.rels><?xml version="1.0" encoding="UTF-8"?>
<Relationships xmlns="http://schemas.openxmlformats.org/package/2006/relationships"><Relationship Id="rId1" Type="http://schemas.openxmlformats.org/officeDocument/2006/relationships/slideLayout" Target="../slideLayouts/slideLayout8.xml"/>
</Relationships>
</file>

<file path=ppt/slides/_rels/slide21.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2.xml"/><Relationship Id="rId3" Type="http://schemas.openxmlformats.org/officeDocument/2006/relationships/notesSlide" Target="../notesSlides/notesSlide21.xml"/>
</Relationships>
</file>

<file path=ppt/slides/_rels/slide22.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image" Target="../media/image3.png"/><Relationship Id="rId3" Type="http://schemas.openxmlformats.org/officeDocument/2006/relationships/slideLayout" Target="../slideLayouts/slideLayout3.xml"/>
</Relationships>
</file>

<file path=ppt/slides/_rels/slide23.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image" Target="../media/image2.png"/><Relationship Id="rId3" Type="http://schemas.openxmlformats.org/officeDocument/2006/relationships/image" Target="../media/image2.png"/><Relationship Id="rId4" Type="http://schemas.openxmlformats.org/officeDocument/2006/relationships/slideLayout" Target="../slideLayouts/slideLayout3.xml"/>
</Relationships>
</file>

<file path=ppt/slides/_rels/slide24.xml.rels><?xml version="1.0" encoding="UTF-8"?>
<Relationships xmlns="http://schemas.openxmlformats.org/package/2006/relationships"><Relationship Id="rId1" Type="http://schemas.openxmlformats.org/officeDocument/2006/relationships/slideLayout" Target="../slideLayouts/slideLayout7.xml"/>
</Relationships>
</file>

<file path=ppt/slides/_rels/slide25.xml.rels><?xml version="1.0" encoding="UTF-8"?>
<Relationships xmlns="http://schemas.openxmlformats.org/package/2006/relationships"><Relationship Id="rId1" Type="http://schemas.openxmlformats.org/officeDocument/2006/relationships/slideLayout" Target="../slideLayouts/slideLayout10.xml"/>
</Relationships>
</file>

<file path=ppt/slides/_rels/slide26.xml.rels><?xml version="1.0" encoding="UTF-8"?>
<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
<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
<Relationships xmlns="http://schemas.openxmlformats.org/package/2006/relationships"><Relationship Id="rId1" Type="http://schemas.openxmlformats.org/officeDocument/2006/relationships/slideLayout" Target="../slideLayouts/slideLayout7.xml"/>
</Relationships>
</file>

<file path=ppt/slides/_rels/slide29.xml.rels><?xml version="1.0" encoding="UTF-8"?>
<Relationships xmlns="http://schemas.openxmlformats.org/package/2006/relationships"><Relationship Id="rId1" Type="http://schemas.openxmlformats.org/officeDocument/2006/relationships/slideLayout" Target="../slideLayouts/slideLayout3.xml"/>
</Relationships>
</file>

<file path=ppt/slides/_rels/slide30.xml.rels><?xml version="1.0" encoding="UTF-8"?>
<Relationships xmlns="http://schemas.openxmlformats.org/package/2006/relationships"><Relationship Id="rId1" Type="http://schemas.openxmlformats.org/officeDocument/2006/relationships/slideLayout" Target="../slideLayouts/slideLayout8.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85" name="文本框 8"/>
          <p:cNvSpPr/>
          <p:nvPr/>
        </p:nvSpPr>
        <p:spPr>
          <a:xfrm>
            <a:off x="6765120" y="5263560"/>
            <a:ext cx="4348440" cy="1054440"/>
          </a:xfrm>
          <a:prstGeom prst="rect">
            <a:avLst/>
          </a:prstGeom>
          <a:noFill/>
          <a:ln w="0">
            <a:noFill/>
          </a:ln>
        </p:spPr>
        <p:style>
          <a:lnRef idx="0"/>
          <a:fillRef idx="0"/>
          <a:effectRef idx="0"/>
          <a:fontRef idx="minor"/>
        </p:style>
        <p:txBody>
          <a:bodyPr lIns="90000" rIns="90000" tIns="45000" bIns="45000" anchor="t">
            <a:noAutofit/>
          </a:bodyPr>
          <a:p>
            <a:pPr algn="r" defTabSz="914400">
              <a:lnSpc>
                <a:spcPct val="100000"/>
              </a:lnSpc>
            </a:pPr>
            <a:endParaRPr lang="en-US" sz="1800" b="1" u="none" strike="noStrike">
              <a:solidFill>
                <a:schemeClr val="dk1"/>
              </a:solidFill>
              <a:effectLst/>
              <a:uFillTx/>
              <a:latin typeface="微软雅黑"/>
              <a:ea typeface="微软雅黑"/>
            </a:endParaRPr>
          </a:p>
        </p:txBody>
      </p:sp>
      <p:sp>
        <p:nvSpPr>
          <p:cNvPr id="586" name="PlaceHolder 1"/>
          <p:cNvSpPr>
            <a:spLocks noGrp="1"/>
          </p:cNvSpPr>
          <p:nvPr>
            <p:ph type="title"/>
          </p:nvPr>
        </p:nvSpPr>
        <p:spPr>
          <a:xfrm>
            <a:off x="928440" y="1906920"/>
            <a:ext cx="8214480" cy="1798920"/>
          </a:xfrm>
          <a:prstGeom prst="rect">
            <a:avLst/>
          </a:prstGeom>
          <a:noFill/>
          <a:ln w="0">
            <a:noFill/>
          </a:ln>
        </p:spPr>
        <p:txBody>
          <a:bodyPr lIns="0" rIns="0" tIns="0" bIns="0" anchor="b">
            <a:normAutofit fontScale="85000" lnSpcReduction="9999"/>
          </a:bodyPr>
          <a:p>
            <a:pPr indent="0" algn="ctr" defTabSz="914400">
              <a:lnSpc>
                <a:spcPct val="100000"/>
              </a:lnSpc>
              <a:spcBef>
                <a:spcPts val="1191"/>
              </a:spcBef>
              <a:spcAft>
                <a:spcPts val="992"/>
              </a:spcAft>
              <a:buNone/>
              <a:tabLst>
                <a:tab algn="l" pos="0"/>
              </a:tabLst>
            </a:pPr>
            <a:r>
              <a:rPr lang="zh-CN" sz="4800" b="1" u="none" strike="noStrike">
                <a:solidFill>
                  <a:schemeClr val="lt2">
                    <a:lumMod val="25000"/>
                  </a:schemeClr>
                </a:solidFill>
                <a:effectLst/>
                <a:uFillTx/>
                <a:latin typeface="Arial"/>
                <a:ea typeface="微软雅黑"/>
              </a:rPr>
              <a:t>开启生命的富足</a:t>
            </a:r>
            <a:br>
              <a:rPr sz="4800"/>
            </a:br>
            <a:r>
              <a:rPr lang="en-US" sz="4800" b="1" u="none" strike="noStrike">
                <a:solidFill>
                  <a:schemeClr val="lt2">
                    <a:lumMod val="25000"/>
                  </a:schemeClr>
                </a:solidFill>
                <a:effectLst/>
                <a:uFillTx/>
                <a:latin typeface="Arial"/>
                <a:ea typeface="微软雅黑"/>
              </a:rPr>
              <a:t>Unlocking Spiritual Abundance</a:t>
            </a:r>
            <a:endParaRPr lang="en-US" sz="4800" b="0" u="none" strike="noStrike">
              <a:solidFill>
                <a:srgbClr val="000000"/>
              </a:solidFill>
              <a:effectLst/>
              <a:uFillTx/>
              <a:latin typeface="Arial"/>
            </a:endParaRPr>
          </a:p>
        </p:txBody>
      </p:sp>
      <p:sp>
        <p:nvSpPr>
          <p:cNvPr id="587" name="PlaceHolder 2"/>
          <p:cNvSpPr>
            <a:spLocks noGrp="1"/>
          </p:cNvSpPr>
          <p:nvPr>
            <p:ph type="subTitle"/>
          </p:nvPr>
        </p:nvSpPr>
        <p:spPr>
          <a:xfrm>
            <a:off x="1010160" y="4054680"/>
            <a:ext cx="9961920" cy="1659600"/>
          </a:xfrm>
          <a:prstGeom prst="rect">
            <a:avLst/>
          </a:prstGeom>
          <a:noFill/>
          <a:ln w="0">
            <a:noFill/>
          </a:ln>
        </p:spPr>
        <p:txBody>
          <a:bodyPr lIns="0" rIns="0" tIns="0" bIns="0" anchor="t">
            <a:noAutofit/>
          </a:bodyPr>
          <a:p>
            <a:pPr indent="0" algn="ctr" defTabSz="914400">
              <a:lnSpc>
                <a:spcPct val="150000"/>
              </a:lnSpc>
              <a:spcBef>
                <a:spcPts val="1001"/>
              </a:spcBef>
              <a:buNone/>
              <a:tabLst>
                <a:tab algn="l" pos="0"/>
              </a:tabLst>
            </a:pPr>
            <a:r>
              <a:rPr lang="en-US" sz="2800" b="0" u="none" strike="noStrike">
                <a:solidFill>
                  <a:schemeClr val="lt2">
                    <a:lumMod val="25000"/>
                  </a:schemeClr>
                </a:solidFill>
                <a:effectLst/>
                <a:uFillTx/>
                <a:latin typeface="Arial"/>
                <a:ea typeface="微软雅黑"/>
              </a:rPr>
              <a:t>— </a:t>
            </a:r>
            <a:r>
              <a:rPr lang="zh-CN" sz="2800" b="0" u="none" strike="noStrike">
                <a:solidFill>
                  <a:schemeClr val="lt2">
                    <a:lumMod val="25000"/>
                  </a:schemeClr>
                </a:solidFill>
                <a:effectLst/>
                <a:uFillTx/>
                <a:latin typeface="Arial"/>
                <a:ea typeface="微软雅黑"/>
              </a:rPr>
              <a:t>基础利他心理实践课 </a:t>
            </a:r>
            <a:r>
              <a:rPr lang="en-US" sz="2800" b="0" u="none" strike="noStrike">
                <a:solidFill>
                  <a:schemeClr val="lt2">
                    <a:lumMod val="25000"/>
                  </a:schemeClr>
                </a:solidFill>
                <a:effectLst/>
                <a:uFillTx/>
                <a:latin typeface="Arial"/>
                <a:ea typeface="微软雅黑"/>
              </a:rPr>
              <a:t>· </a:t>
            </a:r>
            <a:r>
              <a:rPr lang="zh-CN" sz="2800" b="0" u="none" strike="noStrike">
                <a:solidFill>
                  <a:schemeClr val="lt2">
                    <a:lumMod val="25000"/>
                  </a:schemeClr>
                </a:solidFill>
                <a:effectLst/>
                <a:uFillTx/>
                <a:latin typeface="Arial"/>
                <a:ea typeface="微软雅黑"/>
              </a:rPr>
              <a:t>感恩 —</a:t>
            </a:r>
            <a:endParaRPr lang="en-US" sz="2800" b="0" u="none" strike="noStrike">
              <a:solidFill>
                <a:srgbClr val="000000"/>
              </a:solidFill>
              <a:effectLst/>
              <a:uFillTx/>
              <a:latin typeface="Arial"/>
            </a:endParaRPr>
          </a:p>
          <a:p>
            <a:pPr indent="0" algn="ctr" defTabSz="914400">
              <a:lnSpc>
                <a:spcPct val="150000"/>
              </a:lnSpc>
              <a:spcBef>
                <a:spcPts val="1001"/>
              </a:spcBef>
              <a:buNone/>
              <a:tabLst>
                <a:tab algn="l" pos="0"/>
              </a:tabLst>
            </a:pPr>
            <a:r>
              <a:rPr lang="en-US" sz="2800" b="0" u="none" strike="noStrike">
                <a:solidFill>
                  <a:schemeClr val="lt2">
                    <a:lumMod val="25000"/>
                  </a:schemeClr>
                </a:solidFill>
                <a:effectLst/>
                <a:uFillTx/>
                <a:latin typeface="Arial"/>
                <a:ea typeface="微软雅黑"/>
              </a:rPr>
              <a:t>— Foundational Practices of Altruistic Psychology: Gratitude —</a:t>
            </a:r>
            <a:endParaRPr lang="en-US" sz="2800" b="0" u="none" strike="noStrike">
              <a:solidFill>
                <a:srgbClr val="000000"/>
              </a:solidFill>
              <a:effectLst/>
              <a:uFillTx/>
              <a:latin typeface="Arial"/>
            </a:endParaRPr>
          </a:p>
        </p:txBody>
      </p:sp>
      <p:sp>
        <p:nvSpPr>
          <p:cNvPr id="588" name="弦形 2"/>
          <p:cNvSpPr/>
          <p:nvPr/>
        </p:nvSpPr>
        <p:spPr>
          <a:xfrm>
            <a:off x="10685880" y="1906920"/>
            <a:ext cx="3001320" cy="3028320"/>
          </a:xfrm>
          <a:prstGeom prst="chord">
            <a:avLst>
              <a:gd name="adj1" fmla="val 5338894"/>
              <a:gd name="adj2" fmla="val 16200000"/>
            </a:avLst>
          </a:prstGeom>
          <a:solidFill>
            <a:schemeClr val="accent1">
              <a:lumMod val="60000"/>
              <a:lumOff val="40000"/>
              <a:alpha val="90000"/>
            </a:schemeClr>
          </a:solidFill>
          <a:ln>
            <a:noFill/>
          </a:ln>
        </p:spPr>
        <p:style>
          <a:lnRef idx="2">
            <a:schemeClr val="accent1">
              <a:lumMod val="75000"/>
            </a:schemeClr>
          </a:lnRef>
          <a:fillRef idx="1">
            <a:schemeClr val="accent1"/>
          </a:fillRef>
          <a:effectRef idx="0"/>
          <a:fontRef idx="minor"/>
        </p:style>
        <p:txBody>
          <a:bodyPr lIns="90000" rIns="90000" tIns="45000" bIns="45000" anchor="ctr">
            <a:noAutofit/>
          </a:bodyPr>
          <a:p>
            <a:pPr algn="ctr" defTabSz="914400">
              <a:lnSpc>
                <a:spcPct val="100000"/>
              </a:lnSpc>
            </a:pPr>
            <a:endParaRPr lang="en-US" sz="1800" b="0" u="none" strike="noStrike">
              <a:solidFill>
                <a:schemeClr val="lt1"/>
              </a:solidFill>
              <a:effectLst/>
              <a:uFillTx/>
              <a:latin typeface="Arial"/>
              <a:ea typeface="微软雅黑"/>
            </a:endParaRPr>
          </a:p>
        </p:txBody>
      </p:sp>
      <p:sp>
        <p:nvSpPr>
          <p:cNvPr id="4" name="PlaceHolder 3"/>
          <p:cNvSpPr>
            <a:spLocks noGrp="1"/>
          </p:cNvSpPr>
          <p:nvPr>
            <p:ph type="sldNum" idx="30"/>
          </p:nvPr>
        </p:nvSpPr>
        <p:spPr/>
        <p:txBody>
          <a:bodyPr/>
          <a:p>
            <a:fld id="{E82B91C0-0522-4065-993E-29B3392A48F1}" type="slidenum">
              <a:t>1</a:t>
            </a:fld>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89" name="PlaceHolder 1"/>
          <p:cNvSpPr>
            <a:spLocks noGrp="1"/>
          </p:cNvSpPr>
          <p:nvPr>
            <p:ph type="title"/>
          </p:nvPr>
        </p:nvSpPr>
        <p:spPr>
          <a:xfrm>
            <a:off x="1143000" y="1143000"/>
            <a:ext cx="1144800" cy="1813680"/>
          </a:xfrm>
          <a:prstGeom prst="rect">
            <a:avLst/>
          </a:prstGeom>
          <a:noFill/>
          <a:ln w="0">
            <a:noFill/>
          </a:ln>
        </p:spPr>
        <p:txBody>
          <a:bodyPr lIns="0" rIns="0" tIns="0" bIns="0" anchor="b" vert="eaVert">
            <a:noAutofit/>
          </a:bodyPr>
          <a:p>
            <a:pPr indent="0" defTabSz="914400">
              <a:lnSpc>
                <a:spcPct val="100000"/>
              </a:lnSpc>
              <a:buNone/>
              <a:tabLst>
                <a:tab algn="l" pos="0"/>
              </a:tabLst>
            </a:pPr>
            <a:r>
              <a:rPr lang="zh-CN" sz="6600" b="1" u="none" strike="noStrike">
                <a:solidFill>
                  <a:schemeClr val="dk1"/>
                </a:solidFill>
                <a:effectLst/>
                <a:uFillTx/>
                <a:latin typeface="Arial"/>
                <a:ea typeface="微软雅黑"/>
              </a:rPr>
              <a:t>目录</a:t>
            </a:r>
            <a:endParaRPr lang="en-US" sz="6600" b="0" u="none" strike="noStrike">
              <a:solidFill>
                <a:srgbClr val="000000"/>
              </a:solidFill>
              <a:effectLst/>
              <a:uFillTx/>
              <a:latin typeface="Arial"/>
            </a:endParaRPr>
          </a:p>
        </p:txBody>
      </p:sp>
      <p:sp>
        <p:nvSpPr>
          <p:cNvPr id="590" name="项标题" descr="7b0a202020202262756c6c6574223a20227b5c2263617465676f727949645c223a5c225c222c5c2274656d706c61746549645c223a32303233313638347d220a7d0a"/>
          <p:cNvSpPr/>
          <p:nvPr/>
        </p:nvSpPr>
        <p:spPr>
          <a:xfrm>
            <a:off x="3200400" y="1353240"/>
            <a:ext cx="9102600" cy="4952880"/>
          </a:xfrm>
          <a:prstGeom prst="rect">
            <a:avLst/>
          </a:prstGeom>
          <a:noFill/>
          <a:ln w="0">
            <a:noFill/>
          </a:ln>
        </p:spPr>
        <p:style>
          <a:lnRef idx="0"/>
          <a:fillRef idx="0"/>
          <a:effectRef idx="0"/>
          <a:fontRef idx="minor"/>
        </p:style>
        <p:txBody>
          <a:bodyPr lIns="0" rIns="0" tIns="0" bIns="0" anchor="ctr">
            <a:noAutofit/>
          </a:bodyPr>
          <a:p>
            <a:pPr marL="457200" indent="-457200" defTabSz="914400">
              <a:lnSpc>
                <a:spcPct val="100000"/>
              </a:lnSpc>
              <a:buClr>
                <a:srgbClr val="6d4210"/>
              </a:buClr>
              <a:buFont typeface="微软雅黑"/>
              <a:buChar char="•"/>
            </a:pPr>
            <a:r>
              <a:rPr lang="zh-CN" sz="2600" b="0" u="none" spc="300" strike="noStrike">
                <a:solidFill>
                  <a:srgbClr val="c9211e"/>
                </a:solidFill>
                <a:effectLst/>
                <a:uFillTx/>
                <a:latin typeface="微软雅黑"/>
                <a:ea typeface="微软雅黑"/>
              </a:rPr>
              <a:t>认识感恩</a:t>
            </a:r>
            <a:r>
              <a:rPr lang="zh-CN" sz="2600" b="0" u="none" spc="300" strike="noStrike">
                <a:solidFill>
                  <a:srgbClr val="c9211e"/>
                </a:solidFill>
                <a:effectLst/>
                <a:uFillTx/>
                <a:latin typeface="Arial"/>
                <a:ea typeface="微软雅黑"/>
              </a:rPr>
              <a:t>（</a:t>
            </a:r>
            <a:r>
              <a:rPr lang="en-US" sz="2600" b="0" u="none" spc="300" strike="noStrike">
                <a:solidFill>
                  <a:srgbClr val="c9211e"/>
                </a:solidFill>
                <a:effectLst/>
                <a:uFillTx/>
                <a:latin typeface="Arial"/>
                <a:ea typeface="微软雅黑"/>
              </a:rPr>
              <a:t>30</a:t>
            </a:r>
            <a:r>
              <a:rPr lang="zh-CN" sz="2600" b="0" u="none" spc="300" strike="noStrike">
                <a:solidFill>
                  <a:srgbClr val="c9211e"/>
                </a:solidFill>
                <a:effectLst/>
                <a:uFillTx/>
                <a:latin typeface="Arial"/>
                <a:ea typeface="微软雅黑"/>
              </a:rPr>
              <a:t>分钟）</a:t>
            </a:r>
            <a:br>
              <a:rPr sz="2600"/>
            </a:br>
            <a:r>
              <a:rPr lang="en-US" sz="2600" b="0" u="none" strike="noStrike">
                <a:solidFill>
                  <a:srgbClr val="c9211e"/>
                </a:solidFill>
                <a:effectLst/>
                <a:uFillTx/>
                <a:latin typeface="Arial"/>
                <a:ea typeface="微软雅黑"/>
              </a:rPr>
              <a:t>Understanding</a:t>
            </a:r>
            <a:r>
              <a:rPr lang="en-US" sz="2600" b="0" u="none" spc="300" strike="noStrike">
                <a:solidFill>
                  <a:srgbClr val="c9211e"/>
                </a:solidFill>
                <a:effectLst/>
                <a:uFillTx/>
                <a:latin typeface="Arial"/>
                <a:ea typeface="微软雅黑"/>
              </a:rPr>
              <a:t> Gratitude (30 minutes)</a:t>
            </a:r>
            <a:endParaRPr lang="en-US" sz="2600" b="0" u="none" strike="noStrike">
              <a:solidFill>
                <a:srgbClr val="000000"/>
              </a:solidFill>
              <a:effectLst/>
              <a:uFillTx/>
              <a:latin typeface="Arial"/>
            </a:endParaRPr>
          </a:p>
          <a:p>
            <a:pPr marL="457200" indent="-457200" defTabSz="914400">
              <a:lnSpc>
                <a:spcPct val="100000"/>
              </a:lnSpc>
              <a:buClr>
                <a:srgbClr val="6d4210"/>
              </a:buClr>
              <a:buFont typeface="微软雅黑"/>
              <a:buChar char="•"/>
            </a:pPr>
            <a:r>
              <a:rPr lang="zh-CN" sz="2600" b="0" u="none" spc="300" strike="noStrike">
                <a:solidFill>
                  <a:srgbClr val="c9211e"/>
                </a:solidFill>
                <a:effectLst/>
                <a:uFillTx/>
                <a:latin typeface="Arial"/>
                <a:ea typeface="微软雅黑"/>
              </a:rPr>
              <a:t>利益思维（</a:t>
            </a:r>
            <a:r>
              <a:rPr lang="en-US" sz="2600" b="0" u="none" spc="300" strike="noStrike">
                <a:solidFill>
                  <a:srgbClr val="c9211e"/>
                </a:solidFill>
                <a:effectLst/>
                <a:uFillTx/>
                <a:latin typeface="Arial"/>
                <a:ea typeface="微软雅黑"/>
              </a:rPr>
              <a:t>30</a:t>
            </a:r>
            <a:r>
              <a:rPr lang="zh-CN" sz="2600" b="0" u="none" spc="300" strike="noStrike">
                <a:solidFill>
                  <a:srgbClr val="c9211e"/>
                </a:solidFill>
                <a:effectLst/>
                <a:uFillTx/>
                <a:latin typeface="Arial"/>
                <a:ea typeface="微软雅黑"/>
              </a:rPr>
              <a:t>分钟）</a:t>
            </a:r>
            <a:endParaRPr lang="en-US" sz="2600" b="0" u="none" strike="noStrike">
              <a:solidFill>
                <a:srgbClr val="000000"/>
              </a:solidFill>
              <a:effectLst/>
              <a:uFillTx/>
              <a:latin typeface="Arial"/>
            </a:endParaRPr>
          </a:p>
          <a:p>
            <a:pPr marL="457200" indent="-457200" defTabSz="914400">
              <a:lnSpc>
                <a:spcPct val="100000"/>
              </a:lnSpc>
              <a:buClr>
                <a:srgbClr val="6d4210"/>
              </a:buClr>
              <a:buFont typeface="微软雅黑"/>
              <a:buChar char="•"/>
            </a:pPr>
            <a:r>
              <a:rPr lang="en-US" sz="2600" b="0" u="none" spc="300" strike="noStrike">
                <a:solidFill>
                  <a:srgbClr val="c9211e"/>
                </a:solidFill>
                <a:effectLst/>
                <a:uFillTx/>
                <a:latin typeface="Arial"/>
                <a:ea typeface="微软雅黑"/>
              </a:rPr>
              <a:t>Beneficial Thinking (30 minutes)</a:t>
            </a:r>
            <a:endParaRPr lang="en-US" sz="2600" b="0" u="none" strike="noStrike">
              <a:solidFill>
                <a:srgbClr val="000000"/>
              </a:solidFill>
              <a:effectLst/>
              <a:uFillTx/>
              <a:latin typeface="Arial"/>
            </a:endParaRPr>
          </a:p>
          <a:p>
            <a:pPr marL="457200" indent="-457200" defTabSz="914400">
              <a:lnSpc>
                <a:spcPct val="100000"/>
              </a:lnSpc>
              <a:buClr>
                <a:srgbClr val="6d4210"/>
              </a:buClr>
              <a:buFont typeface="微软雅黑"/>
              <a:buChar char="•"/>
            </a:pPr>
            <a:r>
              <a:rPr lang="zh-CN" sz="2600" b="0" u="none" spc="300" strike="noStrike">
                <a:solidFill>
                  <a:srgbClr val="c9211e"/>
                </a:solidFill>
                <a:effectLst/>
                <a:uFillTx/>
                <a:latin typeface="Arial"/>
                <a:ea typeface="微软雅黑"/>
              </a:rPr>
              <a:t>修习感恩——感恩日记（</a:t>
            </a:r>
            <a:r>
              <a:rPr lang="en-US" sz="2600" b="0" u="none" spc="300" strike="noStrike">
                <a:solidFill>
                  <a:srgbClr val="c9211e"/>
                </a:solidFill>
                <a:effectLst/>
                <a:uFillTx/>
                <a:latin typeface="Arial"/>
                <a:ea typeface="微软雅黑"/>
              </a:rPr>
              <a:t>15</a:t>
            </a:r>
            <a:r>
              <a:rPr lang="zh-CN" sz="2600" b="0" u="none" spc="300" strike="noStrike">
                <a:solidFill>
                  <a:srgbClr val="c9211e"/>
                </a:solidFill>
                <a:effectLst/>
                <a:uFillTx/>
                <a:latin typeface="Arial"/>
                <a:ea typeface="微软雅黑"/>
              </a:rPr>
              <a:t>分钟）</a:t>
            </a:r>
            <a:endParaRPr lang="en-US" sz="2600" b="0" u="none" strike="noStrike">
              <a:solidFill>
                <a:srgbClr val="000000"/>
              </a:solidFill>
              <a:effectLst/>
              <a:uFillTx/>
              <a:latin typeface="Arial"/>
            </a:endParaRPr>
          </a:p>
          <a:p>
            <a:pPr marL="457200" indent="-457200" defTabSz="914400">
              <a:lnSpc>
                <a:spcPct val="100000"/>
              </a:lnSpc>
              <a:buClr>
                <a:srgbClr val="6d4210"/>
              </a:buClr>
              <a:buFont typeface="微软雅黑"/>
              <a:buChar char="•"/>
            </a:pPr>
            <a:r>
              <a:rPr lang="en-US" sz="2600" b="0" u="none" spc="300" strike="noStrike">
                <a:solidFill>
                  <a:srgbClr val="c9211e"/>
                </a:solidFill>
                <a:effectLst/>
                <a:uFillTx/>
                <a:latin typeface="Arial"/>
                <a:ea typeface="微软雅黑"/>
              </a:rPr>
              <a:t>                    </a:t>
            </a:r>
            <a:r>
              <a:rPr lang="zh-CN" sz="2600" b="0" u="none" spc="300" strike="noStrike">
                <a:solidFill>
                  <a:srgbClr val="c9211e"/>
                </a:solidFill>
                <a:effectLst/>
                <a:uFillTx/>
                <a:latin typeface="Arial"/>
                <a:ea typeface="Noto Sans CJK SC"/>
              </a:rPr>
              <a:t>因缘之网（</a:t>
            </a:r>
            <a:r>
              <a:rPr lang="en-US" sz="2600" b="0" u="none" spc="300" strike="noStrike">
                <a:solidFill>
                  <a:srgbClr val="c9211e"/>
                </a:solidFill>
                <a:effectLst/>
                <a:uFillTx/>
                <a:latin typeface="Arial"/>
                <a:ea typeface="Noto Sans CJK SC"/>
              </a:rPr>
              <a:t>40</a:t>
            </a:r>
            <a:r>
              <a:rPr lang="zh-CN" sz="2600" b="0" u="none" spc="300" strike="noStrike">
                <a:solidFill>
                  <a:srgbClr val="c9211e"/>
                </a:solidFill>
                <a:effectLst/>
                <a:uFillTx/>
                <a:latin typeface="Arial"/>
                <a:ea typeface="Noto Sans CJK SC"/>
              </a:rPr>
              <a:t>分钟）</a:t>
            </a:r>
            <a:br>
              <a:rPr sz="2600"/>
            </a:br>
            <a:r>
              <a:rPr lang="en-US" sz="2600" b="0" u="none" spc="300" strike="noStrike">
                <a:solidFill>
                  <a:srgbClr val="c9211e"/>
                </a:solidFill>
                <a:effectLst/>
                <a:uFillTx/>
                <a:latin typeface="Arial"/>
                <a:ea typeface="Noto Sans CJK SC"/>
              </a:rPr>
              <a:t>Practicing Gratitude — Gratitude Journal (15 minutes)</a:t>
            </a:r>
            <a:endParaRPr lang="en-US" sz="2600" b="0" u="none" strike="noStrike">
              <a:solidFill>
                <a:srgbClr val="000000"/>
              </a:solidFill>
              <a:effectLst/>
              <a:uFillTx/>
              <a:latin typeface="Arial"/>
            </a:endParaRPr>
          </a:p>
          <a:p>
            <a:pPr marL="126000" indent="457200" defTabSz="914400">
              <a:lnSpc>
                <a:spcPct val="100000"/>
              </a:lnSpc>
              <a:spcBef>
                <a:spcPts val="1191"/>
              </a:spcBef>
              <a:spcAft>
                <a:spcPts val="992"/>
              </a:spcAft>
              <a:tabLst>
                <a:tab algn="l" pos="0"/>
              </a:tabLst>
            </a:pPr>
            <a:r>
              <a:rPr lang="en-US" sz="2600" b="0" u="none" spc="300" strike="noStrike">
                <a:solidFill>
                  <a:srgbClr val="c9211e"/>
                </a:solidFill>
                <a:effectLst/>
                <a:uFillTx/>
                <a:latin typeface="Arial"/>
                <a:ea typeface="Noto Sans CJK SC"/>
              </a:rPr>
              <a:t>                             The Web of Interdependent Origination (40 minutes)</a:t>
            </a:r>
            <a:endParaRPr lang="en-US" sz="2600" b="0" u="none" strike="noStrike">
              <a:solidFill>
                <a:srgbClr val="000000"/>
              </a:solidFill>
              <a:effectLst/>
              <a:uFillTx/>
              <a:latin typeface="Arial"/>
            </a:endParaRPr>
          </a:p>
          <a:p>
            <a:pPr marL="457200" indent="-457200" defTabSz="914400">
              <a:lnSpc>
                <a:spcPct val="100000"/>
              </a:lnSpc>
              <a:spcBef>
                <a:spcPts val="1191"/>
              </a:spcBef>
              <a:spcAft>
                <a:spcPts val="992"/>
              </a:spcAft>
              <a:buClr>
                <a:srgbClr val="6d4210"/>
              </a:buClr>
              <a:buFont typeface="微软雅黑"/>
              <a:buChar char="•"/>
              <a:tabLst>
                <a:tab algn="l" pos="0"/>
              </a:tabLst>
            </a:pPr>
            <a:r>
              <a:rPr lang="zh-CN" sz="2600" b="0" u="none" spc="300" strike="noStrike">
                <a:solidFill>
                  <a:srgbClr val="c9211e"/>
                </a:solidFill>
                <a:effectLst/>
                <a:uFillTx/>
                <a:latin typeface="Arial"/>
                <a:ea typeface="Noto Sans CJK SC"/>
              </a:rPr>
              <a:t>小结</a:t>
            </a:r>
            <a:r>
              <a:rPr lang="en-US" sz="2600" b="0" u="none" spc="300" strike="noStrike">
                <a:solidFill>
                  <a:srgbClr val="c9211e"/>
                </a:solidFill>
                <a:effectLst/>
                <a:uFillTx/>
                <a:latin typeface="Arial"/>
                <a:ea typeface="Noto Sans CJK SC"/>
              </a:rPr>
              <a:t>&amp;</a:t>
            </a:r>
            <a:r>
              <a:rPr lang="zh-CN" sz="2600" b="0" u="none" spc="300" strike="noStrike">
                <a:solidFill>
                  <a:srgbClr val="c9211e"/>
                </a:solidFill>
                <a:effectLst/>
                <a:uFillTx/>
                <a:latin typeface="Arial"/>
                <a:ea typeface="Noto Sans CJK SC"/>
              </a:rPr>
              <a:t>练习计划（</a:t>
            </a:r>
            <a:r>
              <a:rPr lang="en-US" sz="2600" b="0" u="none" spc="300" strike="noStrike">
                <a:solidFill>
                  <a:srgbClr val="c9211e"/>
                </a:solidFill>
                <a:effectLst/>
                <a:uFillTx/>
                <a:latin typeface="Arial"/>
                <a:ea typeface="Noto Sans CJK SC"/>
              </a:rPr>
              <a:t>10</a:t>
            </a:r>
            <a:r>
              <a:rPr lang="zh-CN" sz="2600" b="0" u="none" spc="300" strike="noStrike">
                <a:solidFill>
                  <a:srgbClr val="c9211e"/>
                </a:solidFill>
                <a:effectLst/>
                <a:uFillTx/>
                <a:latin typeface="Arial"/>
                <a:ea typeface="Noto Sans CJK SC"/>
              </a:rPr>
              <a:t>分钟）</a:t>
            </a:r>
            <a:br>
              <a:rPr sz="2600"/>
            </a:br>
            <a:r>
              <a:rPr lang="en-US" sz="2600" b="0" u="none" strike="noStrike">
                <a:solidFill>
                  <a:srgbClr val="c9211e"/>
                </a:solidFill>
                <a:effectLst/>
                <a:uFillTx/>
                <a:latin typeface="Arial"/>
                <a:ea typeface="Noto Sans CJK SC"/>
              </a:rPr>
              <a:t>Summary &amp; Practice Plan (10 minutes)</a:t>
            </a:r>
            <a:endParaRPr lang="en-US" sz="2600" b="0" u="none" strike="noStrike">
              <a:solidFill>
                <a:srgbClr val="000000"/>
              </a:solidFill>
              <a:effectLst/>
              <a:uFillTx/>
              <a:latin typeface="Arial"/>
            </a:endParaRPr>
          </a:p>
          <a:p>
            <a:pPr defTabSz="914400">
              <a:lnSpc>
                <a:spcPct val="100000"/>
              </a:lnSpc>
              <a:tabLst>
                <a:tab algn="l" pos="0"/>
              </a:tabLst>
            </a:pPr>
            <a:endParaRPr lang="en-US" sz="2600" b="0" u="none" strike="noStrike">
              <a:solidFill>
                <a:srgbClr val="000000"/>
              </a:solidFill>
              <a:effectLst/>
              <a:uFillTx/>
              <a:latin typeface="Arial"/>
            </a:endParaRPr>
          </a:p>
        </p:txBody>
      </p:sp>
      <p:sp>
        <p:nvSpPr>
          <p:cNvPr id="591" name="标题"/>
          <p:cNvSpPr/>
          <p:nvPr/>
        </p:nvSpPr>
        <p:spPr>
          <a:xfrm>
            <a:off x="2456280" y="1145520"/>
            <a:ext cx="224640" cy="1645200"/>
          </a:xfrm>
          <a:custGeom>
            <a:avLst/>
            <a:gdLst>
              <a:gd name="textAreaLeft" fmla="*/ 0 w 224640"/>
              <a:gd name="textAreaRight" fmla="*/ 226080 w 224640"/>
              <a:gd name="textAreaTop" fmla="*/ 0 h 1645200"/>
              <a:gd name="textAreaBottom" fmla="*/ 1646640 h 1645200"/>
              <a:gd name="GluePoint1X" fmla=""/>
              <a:gd name="GluePoint1Y" fmla=""/>
              <a:gd name="GluePoint2X" fmla=""/>
              <a:gd name="GluePoint2Y" fmla=""/>
              <a:gd name="GluePoint3X" fmla=""/>
              <a:gd name="GluePoint3Y" fmla=""/>
              <a:gd name="GluePoint4X" fmla=""/>
              <a:gd name="GluePoint4Y" fmla=""/>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356" h="2593">
                <a:moveTo>
                  <a:pt x="117" y="2314"/>
                </a:moveTo>
                <a:lnTo>
                  <a:pt x="124" y="2382"/>
                </a:lnTo>
                <a:cubicBezTo>
                  <a:pt x="102" y="2386"/>
                  <a:pt x="85" y="2394"/>
                  <a:pt x="75" y="2407"/>
                </a:cubicBezTo>
                <a:cubicBezTo>
                  <a:pt x="64" y="2419"/>
                  <a:pt x="59" y="2436"/>
                  <a:pt x="59" y="2457"/>
                </a:cubicBezTo>
                <a:cubicBezTo>
                  <a:pt x="59" y="2479"/>
                  <a:pt x="64" y="2496"/>
                  <a:pt x="73" y="2507"/>
                </a:cubicBezTo>
                <a:cubicBezTo>
                  <a:pt x="82" y="2518"/>
                  <a:pt x="93" y="2524"/>
                  <a:pt x="106" y="2524"/>
                </a:cubicBezTo>
                <a:cubicBezTo>
                  <a:pt x="114" y="2524"/>
                  <a:pt x="121" y="2522"/>
                  <a:pt x="127" y="2517"/>
                </a:cubicBezTo>
                <a:cubicBezTo>
                  <a:pt x="132" y="2512"/>
                  <a:pt x="137" y="2504"/>
                  <a:pt x="141" y="2492"/>
                </a:cubicBezTo>
                <a:cubicBezTo>
                  <a:pt x="144" y="2484"/>
                  <a:pt x="149" y="2465"/>
                  <a:pt x="156" y="2437"/>
                </a:cubicBezTo>
                <a:cubicBezTo>
                  <a:pt x="166" y="2400"/>
                  <a:pt x="177" y="2374"/>
                  <a:pt x="191" y="2359"/>
                </a:cubicBezTo>
                <a:cubicBezTo>
                  <a:pt x="209" y="2338"/>
                  <a:pt x="233" y="2327"/>
                  <a:pt x="260" y="2327"/>
                </a:cubicBezTo>
                <a:cubicBezTo>
                  <a:pt x="277" y="2327"/>
                  <a:pt x="294" y="2332"/>
                  <a:pt x="309" y="2342"/>
                </a:cubicBezTo>
                <a:cubicBezTo>
                  <a:pt x="324" y="2352"/>
                  <a:pt x="336" y="2366"/>
                  <a:pt x="344" y="2385"/>
                </a:cubicBezTo>
                <a:cubicBezTo>
                  <a:pt x="352" y="2403"/>
                  <a:pt x="356" y="2426"/>
                  <a:pt x="356" y="2452"/>
                </a:cubicBezTo>
                <a:cubicBezTo>
                  <a:pt x="356" y="2495"/>
                  <a:pt x="347" y="2527"/>
                  <a:pt x="328" y="2549"/>
                </a:cubicBezTo>
                <a:cubicBezTo>
                  <a:pt x="309" y="2571"/>
                  <a:pt x="284" y="2582"/>
                  <a:pt x="252" y="2583"/>
                </a:cubicBezTo>
                <a:lnTo>
                  <a:pt x="249" y="2514"/>
                </a:lnTo>
                <a:cubicBezTo>
                  <a:pt x="267" y="2511"/>
                  <a:pt x="280" y="2505"/>
                  <a:pt x="287" y="2495"/>
                </a:cubicBezTo>
                <a:cubicBezTo>
                  <a:pt x="295" y="2485"/>
                  <a:pt x="299" y="2471"/>
                  <a:pt x="299" y="2451"/>
                </a:cubicBezTo>
                <a:cubicBezTo>
                  <a:pt x="299" y="2431"/>
                  <a:pt x="295" y="2415"/>
                  <a:pt x="287" y="2404"/>
                </a:cubicBezTo>
                <a:cubicBezTo>
                  <a:pt x="281" y="2397"/>
                  <a:pt x="274" y="2393"/>
                  <a:pt x="265" y="2393"/>
                </a:cubicBezTo>
                <a:cubicBezTo>
                  <a:pt x="257" y="2393"/>
                  <a:pt x="250" y="2396"/>
                  <a:pt x="244" y="2403"/>
                </a:cubicBezTo>
                <a:cubicBezTo>
                  <a:pt x="237" y="2412"/>
                  <a:pt x="229" y="2433"/>
                  <a:pt x="221" y="2467"/>
                </a:cubicBezTo>
                <a:cubicBezTo>
                  <a:pt x="213" y="2500"/>
                  <a:pt x="205" y="2525"/>
                  <a:pt x="196" y="2541"/>
                </a:cubicBezTo>
                <a:cubicBezTo>
                  <a:pt x="188" y="2558"/>
                  <a:pt x="176" y="2570"/>
                  <a:pt x="161" y="2579"/>
                </a:cubicBezTo>
                <a:cubicBezTo>
                  <a:pt x="146" y="2588"/>
                  <a:pt x="128" y="2593"/>
                  <a:pt x="106" y="2593"/>
                </a:cubicBezTo>
                <a:cubicBezTo>
                  <a:pt x="87" y="2593"/>
                  <a:pt x="68" y="2588"/>
                  <a:pt x="51" y="2577"/>
                </a:cubicBezTo>
                <a:cubicBezTo>
                  <a:pt x="34" y="2566"/>
                  <a:pt x="21" y="2550"/>
                  <a:pt x="13" y="2530"/>
                </a:cubicBezTo>
                <a:cubicBezTo>
                  <a:pt x="4" y="2510"/>
                  <a:pt x="0" y="2485"/>
                  <a:pt x="0" y="2456"/>
                </a:cubicBezTo>
                <a:cubicBezTo>
                  <a:pt x="0" y="2412"/>
                  <a:pt x="10" y="2379"/>
                  <a:pt x="30" y="2356"/>
                </a:cubicBezTo>
                <a:cubicBezTo>
                  <a:pt x="50" y="2332"/>
                  <a:pt x="79" y="2319"/>
                  <a:pt x="117" y="2314"/>
                </a:cubicBezTo>
                <a:close/>
                <a:moveTo>
                  <a:pt x="175" y="0"/>
                </a:moveTo>
                <a:cubicBezTo>
                  <a:pt x="232" y="0"/>
                  <a:pt x="277" y="15"/>
                  <a:pt x="308" y="44"/>
                </a:cubicBezTo>
                <a:cubicBezTo>
                  <a:pt x="340" y="74"/>
                  <a:pt x="356" y="113"/>
                  <a:pt x="356" y="161"/>
                </a:cubicBezTo>
                <a:cubicBezTo>
                  <a:pt x="356" y="203"/>
                  <a:pt x="344" y="237"/>
                  <a:pt x="319" y="264"/>
                </a:cubicBezTo>
                <a:cubicBezTo>
                  <a:pt x="304" y="279"/>
                  <a:pt x="283" y="291"/>
                  <a:pt x="255" y="299"/>
                </a:cubicBezTo>
                <a:lnTo>
                  <a:pt x="239" y="230"/>
                </a:lnTo>
                <a:cubicBezTo>
                  <a:pt x="257" y="226"/>
                  <a:pt x="271" y="217"/>
                  <a:pt x="281" y="204"/>
                </a:cubicBezTo>
                <a:cubicBezTo>
                  <a:pt x="292" y="191"/>
                  <a:pt x="297" y="176"/>
                  <a:pt x="297" y="157"/>
                </a:cubicBezTo>
                <a:cubicBezTo>
                  <a:pt x="297" y="132"/>
                  <a:pt x="288" y="111"/>
                  <a:pt x="269" y="95"/>
                </a:cubicBezTo>
                <a:cubicBezTo>
                  <a:pt x="251" y="79"/>
                  <a:pt x="221" y="71"/>
                  <a:pt x="180" y="71"/>
                </a:cubicBezTo>
                <a:cubicBezTo>
                  <a:pt x="136" y="71"/>
                  <a:pt x="105" y="79"/>
                  <a:pt x="87" y="95"/>
                </a:cubicBezTo>
                <a:cubicBezTo>
                  <a:pt x="68" y="110"/>
                  <a:pt x="59" y="131"/>
                  <a:pt x="59" y="156"/>
                </a:cubicBezTo>
                <a:cubicBezTo>
                  <a:pt x="59" y="175"/>
                  <a:pt x="65" y="191"/>
                  <a:pt x="77" y="204"/>
                </a:cubicBezTo>
                <a:cubicBezTo>
                  <a:pt x="88" y="218"/>
                  <a:pt x="107" y="227"/>
                  <a:pt x="132" y="233"/>
                </a:cubicBezTo>
                <a:lnTo>
                  <a:pt x="111" y="300"/>
                </a:lnTo>
                <a:cubicBezTo>
                  <a:pt x="73" y="290"/>
                  <a:pt x="46" y="272"/>
                  <a:pt x="27" y="248"/>
                </a:cubicBezTo>
                <a:cubicBezTo>
                  <a:pt x="9" y="224"/>
                  <a:pt x="0" y="194"/>
                  <a:pt x="0" y="157"/>
                </a:cubicBezTo>
                <a:cubicBezTo>
                  <a:pt x="0" y="111"/>
                  <a:pt x="16" y="74"/>
                  <a:pt x="47" y="44"/>
                </a:cubicBezTo>
                <a:cubicBezTo>
                  <a:pt x="78" y="15"/>
                  <a:pt x="121" y="0"/>
                  <a:pt x="175" y="0"/>
                </a:cubicBezTo>
                <a:close/>
                <a:moveTo>
                  <a:pt x="178" y="416"/>
                </a:moveTo>
                <a:cubicBezTo>
                  <a:pt x="139" y="416"/>
                  <a:pt x="109" y="425"/>
                  <a:pt x="89" y="443"/>
                </a:cubicBezTo>
                <a:cubicBezTo>
                  <a:pt x="69" y="461"/>
                  <a:pt x="59" y="484"/>
                  <a:pt x="59" y="512"/>
                </a:cubicBezTo>
                <a:cubicBezTo>
                  <a:pt x="59" y="540"/>
                  <a:pt x="69" y="562"/>
                  <a:pt x="89" y="580"/>
                </a:cubicBezTo>
                <a:cubicBezTo>
                  <a:pt x="109" y="598"/>
                  <a:pt x="139" y="607"/>
                  <a:pt x="179" y="607"/>
                </a:cubicBezTo>
                <a:cubicBezTo>
                  <a:pt x="219" y="607"/>
                  <a:pt x="248" y="598"/>
                  <a:pt x="268" y="581"/>
                </a:cubicBezTo>
                <a:cubicBezTo>
                  <a:pt x="287" y="564"/>
                  <a:pt x="297" y="541"/>
                  <a:pt x="297" y="512"/>
                </a:cubicBezTo>
                <a:cubicBezTo>
                  <a:pt x="297" y="483"/>
                  <a:pt x="287" y="460"/>
                  <a:pt x="267" y="442"/>
                </a:cubicBezTo>
                <a:cubicBezTo>
                  <a:pt x="248" y="425"/>
                  <a:pt x="218" y="416"/>
                  <a:pt x="178" y="416"/>
                </a:cubicBezTo>
                <a:close/>
                <a:moveTo>
                  <a:pt x="176" y="345"/>
                </a:moveTo>
                <a:cubicBezTo>
                  <a:pt x="211" y="345"/>
                  <a:pt x="240" y="350"/>
                  <a:pt x="264" y="361"/>
                </a:cubicBezTo>
                <a:cubicBezTo>
                  <a:pt x="282" y="369"/>
                  <a:pt x="297" y="379"/>
                  <a:pt x="311" y="393"/>
                </a:cubicBezTo>
                <a:cubicBezTo>
                  <a:pt x="325" y="406"/>
                  <a:pt x="336" y="421"/>
                  <a:pt x="342" y="437"/>
                </a:cubicBezTo>
                <a:cubicBezTo>
                  <a:pt x="351" y="458"/>
                  <a:pt x="356" y="483"/>
                  <a:pt x="356" y="511"/>
                </a:cubicBezTo>
                <a:cubicBezTo>
                  <a:pt x="356" y="562"/>
                  <a:pt x="340" y="602"/>
                  <a:pt x="309" y="632"/>
                </a:cubicBezTo>
                <a:cubicBezTo>
                  <a:pt x="277" y="663"/>
                  <a:pt x="234" y="678"/>
                  <a:pt x="178" y="678"/>
                </a:cubicBezTo>
                <a:cubicBezTo>
                  <a:pt x="122" y="678"/>
                  <a:pt x="78" y="663"/>
                  <a:pt x="47" y="633"/>
                </a:cubicBezTo>
                <a:cubicBezTo>
                  <a:pt x="16" y="603"/>
                  <a:pt x="0" y="562"/>
                  <a:pt x="0" y="512"/>
                </a:cubicBezTo>
                <a:cubicBezTo>
                  <a:pt x="0" y="461"/>
                  <a:pt x="16" y="420"/>
                  <a:pt x="47" y="390"/>
                </a:cubicBezTo>
                <a:cubicBezTo>
                  <a:pt x="78" y="360"/>
                  <a:pt x="121" y="345"/>
                  <a:pt x="176" y="345"/>
                </a:cubicBezTo>
                <a:close/>
                <a:moveTo>
                  <a:pt x="6" y="732"/>
                </a:moveTo>
                <a:lnTo>
                  <a:pt x="350" y="732"/>
                </a:lnTo>
                <a:lnTo>
                  <a:pt x="350" y="799"/>
                </a:lnTo>
                <a:lnTo>
                  <a:pt x="118" y="942"/>
                </a:lnTo>
                <a:lnTo>
                  <a:pt x="350" y="942"/>
                </a:lnTo>
                <a:lnTo>
                  <a:pt x="350" y="1006"/>
                </a:lnTo>
                <a:lnTo>
                  <a:pt x="6" y="1006"/>
                </a:lnTo>
                <a:lnTo>
                  <a:pt x="6" y="937"/>
                </a:lnTo>
                <a:lnTo>
                  <a:pt x="235" y="796"/>
                </a:lnTo>
                <a:lnTo>
                  <a:pt x="6" y="796"/>
                </a:lnTo>
                <a:lnTo>
                  <a:pt x="6" y="732"/>
                </a:lnTo>
                <a:close/>
                <a:moveTo>
                  <a:pt x="292" y="1055"/>
                </a:moveTo>
                <a:lnTo>
                  <a:pt x="350" y="1055"/>
                </a:lnTo>
                <a:lnTo>
                  <a:pt x="350" y="1326"/>
                </a:lnTo>
                <a:lnTo>
                  <a:pt x="292" y="1326"/>
                </a:lnTo>
                <a:lnTo>
                  <a:pt x="292" y="1225"/>
                </a:lnTo>
                <a:lnTo>
                  <a:pt x="6" y="1225"/>
                </a:lnTo>
                <a:lnTo>
                  <a:pt x="6" y="1156"/>
                </a:lnTo>
                <a:lnTo>
                  <a:pt x="292" y="1156"/>
                </a:lnTo>
                <a:lnTo>
                  <a:pt x="292" y="1055"/>
                </a:lnTo>
                <a:close/>
                <a:moveTo>
                  <a:pt x="6" y="1372"/>
                </a:moveTo>
                <a:lnTo>
                  <a:pt x="350" y="1372"/>
                </a:lnTo>
                <a:lnTo>
                  <a:pt x="350" y="1626"/>
                </a:lnTo>
                <a:lnTo>
                  <a:pt x="292" y="1626"/>
                </a:lnTo>
                <a:lnTo>
                  <a:pt x="292" y="1441"/>
                </a:lnTo>
                <a:lnTo>
                  <a:pt x="216" y="1441"/>
                </a:lnTo>
                <a:lnTo>
                  <a:pt x="216" y="1613"/>
                </a:lnTo>
                <a:lnTo>
                  <a:pt x="158" y="1613"/>
                </a:lnTo>
                <a:lnTo>
                  <a:pt x="158" y="1441"/>
                </a:lnTo>
                <a:lnTo>
                  <a:pt x="64" y="1441"/>
                </a:lnTo>
                <a:lnTo>
                  <a:pt x="64" y="1633"/>
                </a:lnTo>
                <a:lnTo>
                  <a:pt x="6" y="1633"/>
                </a:lnTo>
                <a:lnTo>
                  <a:pt x="6" y="1372"/>
                </a:lnTo>
                <a:close/>
                <a:moveTo>
                  <a:pt x="6" y="1692"/>
                </a:moveTo>
                <a:lnTo>
                  <a:pt x="350" y="1692"/>
                </a:lnTo>
                <a:lnTo>
                  <a:pt x="350" y="1759"/>
                </a:lnTo>
                <a:lnTo>
                  <a:pt x="118" y="1902"/>
                </a:lnTo>
                <a:lnTo>
                  <a:pt x="350" y="1902"/>
                </a:lnTo>
                <a:lnTo>
                  <a:pt x="350" y="1966"/>
                </a:lnTo>
                <a:lnTo>
                  <a:pt x="6" y="1966"/>
                </a:lnTo>
                <a:lnTo>
                  <a:pt x="6" y="1897"/>
                </a:lnTo>
                <a:lnTo>
                  <a:pt x="235" y="1756"/>
                </a:lnTo>
                <a:lnTo>
                  <a:pt x="6" y="1756"/>
                </a:lnTo>
                <a:lnTo>
                  <a:pt x="6" y="1692"/>
                </a:lnTo>
                <a:close/>
                <a:moveTo>
                  <a:pt x="292" y="2015"/>
                </a:moveTo>
                <a:lnTo>
                  <a:pt x="350" y="2015"/>
                </a:lnTo>
                <a:lnTo>
                  <a:pt x="350" y="2286"/>
                </a:lnTo>
                <a:lnTo>
                  <a:pt x="292" y="2286"/>
                </a:lnTo>
                <a:lnTo>
                  <a:pt x="292" y="2185"/>
                </a:lnTo>
                <a:lnTo>
                  <a:pt x="6" y="2185"/>
                </a:lnTo>
                <a:lnTo>
                  <a:pt x="6" y="2116"/>
                </a:lnTo>
                <a:lnTo>
                  <a:pt x="292" y="2116"/>
                </a:lnTo>
                <a:lnTo>
                  <a:pt x="292" y="2015"/>
                </a:lnTo>
                <a:close/>
              </a:path>
            </a:pathLst>
          </a:custGeom>
          <a:solidFill>
            <a:schemeClr val="accent1"/>
          </a:solidFill>
          <a:ln w="0">
            <a:noFill/>
          </a:ln>
        </p:spPr>
        <p:style>
          <a:lnRef idx="0"/>
          <a:fillRef idx="0"/>
          <a:effectRef idx="0"/>
          <a:fontRef idx="minor"/>
        </p:style>
        <p:txBody>
          <a:bodyPr lIns="90000" rIns="90000" tIns="46800" bIns="46800" anchor="b" vert="eaVert">
            <a:noAutofit/>
          </a:bodyPr>
          <a:p>
            <a:pPr defTabSz="914400">
              <a:lnSpc>
                <a:spcPct val="100000"/>
              </a:lnSpc>
            </a:pPr>
            <a:endParaRPr lang="en-US" sz="2400" b="1" u="none" strike="noStrike">
              <a:solidFill>
                <a:schemeClr val="accent1"/>
              </a:solidFill>
              <a:effectLst/>
              <a:uFillTx/>
              <a:latin typeface="Arial"/>
              <a:ea typeface="微软雅黑"/>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92" name="标题"/>
          <p:cNvSpPr/>
          <p:nvPr/>
        </p:nvSpPr>
        <p:spPr>
          <a:xfrm>
            <a:off x="1191960" y="3217680"/>
            <a:ext cx="4522320" cy="2219040"/>
          </a:xfrm>
          <a:prstGeom prst="rect">
            <a:avLst/>
          </a:prstGeom>
          <a:noFill/>
          <a:ln w="0">
            <a:noFill/>
          </a:ln>
        </p:spPr>
        <p:style>
          <a:lnRef idx="0"/>
          <a:fillRef idx="0"/>
          <a:effectRef idx="0"/>
          <a:fontRef idx="minor"/>
        </p:style>
        <p:txBody>
          <a:bodyPr lIns="0" rIns="0" tIns="0" bIns="0" anchor="t">
            <a:normAutofit fontScale="77500" lnSpcReduction="19999"/>
          </a:bodyPr>
          <a:p>
            <a:pPr defTabSz="914400">
              <a:lnSpc>
                <a:spcPct val="150000"/>
              </a:lnSpc>
              <a:spcBef>
                <a:spcPts val="1191"/>
              </a:spcBef>
              <a:spcAft>
                <a:spcPts val="992"/>
              </a:spcAft>
            </a:pPr>
            <a:r>
              <a:rPr lang="zh-CN" sz="4800" b="1" u="none" strike="noStrike">
                <a:solidFill>
                  <a:srgbClr val="262626"/>
                </a:solidFill>
                <a:effectLst/>
                <a:uFillTx/>
                <a:latin typeface="Arial"/>
                <a:ea typeface="微软雅黑"/>
              </a:rPr>
              <a:t>认识感恩</a:t>
            </a:r>
            <a:br>
              <a:rPr sz="4800"/>
            </a:br>
            <a:r>
              <a:rPr lang="en-US" sz="4800" b="1" u="none" strike="noStrike">
                <a:solidFill>
                  <a:srgbClr val="262626"/>
                </a:solidFill>
                <a:effectLst/>
                <a:uFillTx/>
                <a:latin typeface="Arial"/>
                <a:ea typeface="微软雅黑"/>
              </a:rPr>
              <a:t>Understanding Gratitude</a:t>
            </a:r>
            <a:endParaRPr lang="en-US" sz="4800" b="0" u="none" strike="noStrike">
              <a:solidFill>
                <a:srgbClr val="000000"/>
              </a:solidFill>
              <a:effectLst/>
              <a:uFillTx/>
              <a:latin typeface="Arial"/>
            </a:endParaRPr>
          </a:p>
        </p:txBody>
      </p:sp>
      <p:sp>
        <p:nvSpPr>
          <p:cNvPr id="593" name="节编号"/>
          <p:cNvSpPr/>
          <p:nvPr/>
        </p:nvSpPr>
        <p:spPr>
          <a:xfrm>
            <a:off x="1190520" y="1855080"/>
            <a:ext cx="4263120" cy="1222560"/>
          </a:xfrm>
          <a:prstGeom prst="rect">
            <a:avLst/>
          </a:prstGeom>
          <a:noFill/>
          <a:ln w="0">
            <a:noFill/>
          </a:ln>
        </p:spPr>
        <p:style>
          <a:lnRef idx="0"/>
          <a:fillRef idx="0"/>
          <a:effectRef idx="0"/>
          <a:fontRef idx="minor"/>
        </p:style>
        <p:txBody>
          <a:bodyPr wrap="none" lIns="0" rIns="0" tIns="0" bIns="0" anchor="ctr">
            <a:normAutofit/>
          </a:bodyPr>
          <a:p>
            <a:pPr defTabSz="914400">
              <a:lnSpc>
                <a:spcPct val="130000"/>
              </a:lnSpc>
              <a:spcBef>
                <a:spcPts val="1001"/>
              </a:spcBef>
              <a:tabLst>
                <a:tab algn="l" pos="0"/>
              </a:tabLst>
            </a:pPr>
            <a:r>
              <a:rPr lang="en-US" sz="5400" b="1" u="none" strike="noStrike">
                <a:solidFill>
                  <a:srgbClr val="8d624f"/>
                </a:solidFill>
                <a:effectLst/>
                <a:uFillTx/>
                <a:latin typeface="Arial"/>
                <a:ea typeface="微软雅黑"/>
              </a:rPr>
              <a:t>PART 01</a:t>
            </a:r>
            <a:endParaRPr lang="en-US" sz="5400" b="0" u="none" strike="noStrike">
              <a:solidFill>
                <a:srgbClr val="000000"/>
              </a:solidFill>
              <a:effectLst/>
              <a:uFillTx/>
              <a:latin typeface="Arial"/>
            </a:endParaRPr>
          </a:p>
        </p:txBody>
      </p:sp>
      <p:sp>
        <p:nvSpPr>
          <p:cNvPr id="594" name="弦形 2"/>
          <p:cNvSpPr/>
          <p:nvPr/>
        </p:nvSpPr>
        <p:spPr>
          <a:xfrm>
            <a:off x="10685880" y="1906920"/>
            <a:ext cx="3001320" cy="3028320"/>
          </a:xfrm>
          <a:prstGeom prst="chord">
            <a:avLst>
              <a:gd name="adj1" fmla="val 5338894"/>
              <a:gd name="adj2" fmla="val 16200000"/>
            </a:avLst>
          </a:prstGeom>
          <a:solidFill>
            <a:schemeClr val="accent1">
              <a:lumMod val="60000"/>
              <a:lumOff val="40000"/>
              <a:alpha val="90000"/>
            </a:schemeClr>
          </a:solidFill>
          <a:ln>
            <a:noFill/>
          </a:ln>
        </p:spPr>
        <p:style>
          <a:lnRef idx="2">
            <a:schemeClr val="accent1">
              <a:lumMod val="75000"/>
            </a:schemeClr>
          </a:lnRef>
          <a:fillRef idx="1">
            <a:schemeClr val="accent1"/>
          </a:fillRef>
          <a:effectRef idx="0"/>
          <a:fontRef idx="minor"/>
        </p:style>
        <p:txBody>
          <a:bodyPr lIns="90000" rIns="90000" tIns="45000" bIns="45000" anchor="ctr">
            <a:noAutofit/>
          </a:bodyPr>
          <a:p>
            <a:pPr algn="ctr" defTabSz="914400">
              <a:lnSpc>
                <a:spcPct val="100000"/>
              </a:lnSpc>
            </a:pPr>
            <a:endParaRPr lang="en-US" sz="1800" b="0" u="none" strike="noStrike">
              <a:solidFill>
                <a:schemeClr val="lt1"/>
              </a:solidFill>
              <a:effectLst/>
              <a:uFillTx/>
              <a:latin typeface="Arial"/>
              <a:ea typeface="微软雅黑"/>
            </a:endParaRPr>
          </a:p>
        </p:txBody>
      </p:sp>
      <p:sp>
        <p:nvSpPr>
          <p:cNvPr id="2" name="PlaceHolder 1"/>
          <p:cNvSpPr>
            <a:spLocks noGrp="1"/>
          </p:cNvSpPr>
          <p:nvPr>
            <p:ph type="sldNum" idx="30"/>
          </p:nvPr>
        </p:nvSpPr>
        <p:spPr/>
        <p:txBody>
          <a:bodyPr/>
          <a:p>
            <a:fld id="{CD4E9D04-403E-4ADA-8C05-F8473B47E440}" type="slidenum">
              <a:t>3</a:t>
            </a:fld>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lt2"/>
        </a:solidFill>
      </p:bgPr>
    </p:bg>
    <p:spTree>
      <p:nvGrpSpPr>
        <p:cNvPr id="1" name=""/>
        <p:cNvGrpSpPr/>
        <p:nvPr/>
      </p:nvGrpSpPr>
      <p:grpSpPr>
        <a:xfrm>
          <a:off x="0" y="0"/>
          <a:ext cx="0" cy="0"/>
          <a:chOff x="0" y="0"/>
          <a:chExt cx="0" cy="0"/>
        </a:xfrm>
      </p:grpSpPr>
      <p:sp>
        <p:nvSpPr>
          <p:cNvPr id="595" name="椭圆 18"/>
          <p:cNvSpPr/>
          <p:nvPr/>
        </p:nvSpPr>
        <p:spPr>
          <a:xfrm>
            <a:off x="10768320" y="-819720"/>
            <a:ext cx="2244600" cy="2139120"/>
          </a:xfrm>
          <a:prstGeom prst="ellipse">
            <a:avLst/>
          </a:prstGeom>
          <a:solidFill>
            <a:schemeClr val="accent1">
              <a:lumMod val="60000"/>
              <a:lumOff val="40000"/>
              <a:alpha val="90000"/>
            </a:schemeClr>
          </a:solidFill>
          <a:ln>
            <a:noFill/>
          </a:ln>
        </p:spPr>
        <p:style>
          <a:lnRef idx="2">
            <a:schemeClr val="accent1">
              <a:lumMod val="75000"/>
            </a:schemeClr>
          </a:lnRef>
          <a:fillRef idx="1">
            <a:schemeClr val="accent1"/>
          </a:fillRef>
          <a:effectRef idx="0"/>
          <a:fontRef idx="minor"/>
        </p:style>
        <p:txBody>
          <a:bodyPr lIns="90000" rIns="90000" tIns="45000" bIns="45000" anchor="ctr">
            <a:noAutofit/>
          </a:bodyPr>
          <a:p>
            <a:pPr algn="ctr" defTabSz="914400">
              <a:lnSpc>
                <a:spcPct val="100000"/>
              </a:lnSpc>
            </a:pPr>
            <a:endParaRPr lang="en-US" sz="1800" b="0" u="none" strike="noStrike">
              <a:solidFill>
                <a:schemeClr val="lt1"/>
              </a:solidFill>
              <a:effectLst/>
              <a:uFillTx/>
              <a:latin typeface="Arial"/>
              <a:ea typeface="微软雅黑"/>
            </a:endParaRPr>
          </a:p>
        </p:txBody>
      </p:sp>
      <p:sp>
        <p:nvSpPr>
          <p:cNvPr id="596" name="PlaceHolder 1"/>
          <p:cNvSpPr>
            <a:spLocks noGrp="1"/>
          </p:cNvSpPr>
          <p:nvPr>
            <p:ph/>
          </p:nvPr>
        </p:nvSpPr>
        <p:spPr>
          <a:xfrm>
            <a:off x="257400" y="2213640"/>
            <a:ext cx="6829200" cy="4644360"/>
          </a:xfrm>
          <a:prstGeom prst="rect">
            <a:avLst/>
          </a:prstGeom>
          <a:noFill/>
          <a:ln w="0">
            <a:noFill/>
          </a:ln>
        </p:spPr>
        <p:txBody>
          <a:bodyPr lIns="0" rIns="0" tIns="0" bIns="0" anchor="t">
            <a:noAutofit/>
          </a:bodyPr>
          <a:p>
            <a:pPr indent="0" defTabSz="914400">
              <a:lnSpc>
                <a:spcPct val="150000"/>
              </a:lnSpc>
              <a:spcBef>
                <a:spcPts val="1001"/>
              </a:spcBef>
              <a:buNone/>
              <a:tabLst>
                <a:tab algn="l" pos="0"/>
              </a:tabLst>
            </a:pPr>
            <a:r>
              <a:rPr lang="zh-CN" sz="2400" b="0" u="none" strike="noStrike">
                <a:solidFill>
                  <a:schemeClr val="dk1"/>
                </a:solidFill>
                <a:effectLst/>
                <a:uFillTx/>
                <a:latin typeface="Arial"/>
                <a:ea typeface="微软雅黑"/>
              </a:rPr>
              <a:t>定义：</a:t>
            </a:r>
            <a:br>
              <a:rPr sz="2400"/>
            </a:br>
            <a:r>
              <a:rPr lang="en-US" sz="2400" b="0" u="none" strike="noStrike">
                <a:solidFill>
                  <a:schemeClr val="dk1"/>
                </a:solidFill>
                <a:effectLst/>
                <a:uFillTx/>
                <a:latin typeface="Arial"/>
                <a:ea typeface="微软雅黑"/>
              </a:rPr>
              <a:t>Definition:</a:t>
            </a:r>
            <a:endParaRPr lang="en-US" sz="2400" b="0" u="none" strike="noStrike">
              <a:solidFill>
                <a:srgbClr val="000000"/>
              </a:solidFill>
              <a:effectLst/>
              <a:uFillTx/>
              <a:latin typeface="Arial"/>
            </a:endParaRPr>
          </a:p>
          <a:p>
            <a:pPr marL="228600" indent="-228600" defTabSz="914400">
              <a:lnSpc>
                <a:spcPct val="150000"/>
              </a:lnSpc>
              <a:spcBef>
                <a:spcPts val="1001"/>
              </a:spcBef>
              <a:buClr>
                <a:srgbClr val="000000"/>
              </a:buClr>
              <a:buFont typeface="Arial"/>
              <a:buChar char="•"/>
              <a:tabLst>
                <a:tab algn="l" pos="0"/>
              </a:tabLst>
            </a:pPr>
            <a:r>
              <a:rPr lang="zh-CN" sz="2400" b="0" u="none" strike="noStrike">
                <a:solidFill>
                  <a:schemeClr val="dk1"/>
                </a:solidFill>
                <a:effectLst/>
                <a:uFillTx/>
                <a:latin typeface="Arial"/>
                <a:ea typeface="微软雅黑"/>
              </a:rPr>
              <a:t>对拥有的一切心怀感恩，</a:t>
            </a:r>
            <a:br>
              <a:rPr sz="2400"/>
            </a:br>
            <a:r>
              <a:rPr lang="en-US" sz="2400" b="0" u="none" strike="noStrike">
                <a:solidFill>
                  <a:schemeClr val="dk1"/>
                </a:solidFill>
                <a:effectLst/>
                <a:uFillTx/>
                <a:latin typeface="Arial"/>
                <a:ea typeface="微软雅黑"/>
              </a:rPr>
              <a:t>Be grateful for all that you have,</a:t>
            </a:r>
            <a:endParaRPr lang="en-US" sz="2400" b="0" u="none" strike="noStrike">
              <a:solidFill>
                <a:srgbClr val="000000"/>
              </a:solidFill>
              <a:effectLst/>
              <a:uFillTx/>
              <a:latin typeface="Arial"/>
            </a:endParaRPr>
          </a:p>
          <a:p>
            <a:pPr marL="228600" indent="-228600" defTabSz="914400">
              <a:lnSpc>
                <a:spcPct val="150000"/>
              </a:lnSpc>
              <a:spcBef>
                <a:spcPts val="1001"/>
              </a:spcBef>
              <a:buClr>
                <a:srgbClr val="000000"/>
              </a:buClr>
              <a:buFont typeface="Arial"/>
              <a:buChar char="•"/>
              <a:tabLst>
                <a:tab algn="l" pos="0"/>
              </a:tabLst>
            </a:pPr>
            <a:r>
              <a:rPr lang="zh-CN" sz="2400" b="0" u="none" strike="noStrike">
                <a:solidFill>
                  <a:schemeClr val="dk1"/>
                </a:solidFill>
                <a:effectLst/>
                <a:uFillTx/>
                <a:latin typeface="Arial"/>
                <a:ea typeface="微软雅黑"/>
              </a:rPr>
              <a:t>感激所有付出的人。</a:t>
            </a:r>
            <a:br>
              <a:rPr sz="2400"/>
            </a:br>
            <a:r>
              <a:rPr lang="en-US" sz="2400" b="0" u="none" strike="noStrike">
                <a:solidFill>
                  <a:srgbClr val="000000"/>
                </a:solidFill>
                <a:effectLst/>
                <a:uFillTx/>
                <a:latin typeface="Arial"/>
                <a:ea typeface="微软雅黑"/>
              </a:rPr>
              <a:t>and appreciate all that contributed to your life.</a:t>
            </a:r>
            <a:endParaRPr lang="en-US" sz="2400" b="0" u="none" strike="noStrike">
              <a:solidFill>
                <a:srgbClr val="000000"/>
              </a:solidFill>
              <a:effectLst/>
              <a:uFillTx/>
              <a:latin typeface="Arial"/>
            </a:endParaRPr>
          </a:p>
        </p:txBody>
      </p:sp>
      <p:sp>
        <p:nvSpPr>
          <p:cNvPr id="597" name="PlaceHolder 2"/>
          <p:cNvSpPr>
            <a:spLocks noGrp="1"/>
          </p:cNvSpPr>
          <p:nvPr>
            <p:ph type="title"/>
          </p:nvPr>
        </p:nvSpPr>
        <p:spPr>
          <a:xfrm>
            <a:off x="1356840" y="339120"/>
            <a:ext cx="5993640" cy="969480"/>
          </a:xfrm>
          <a:prstGeom prst="rect">
            <a:avLst/>
          </a:prstGeom>
          <a:noFill/>
          <a:ln w="0">
            <a:noFill/>
          </a:ln>
        </p:spPr>
        <p:txBody>
          <a:bodyPr lIns="91440" rIns="91440" tIns="45720" bIns="45720" anchor="ctr">
            <a:normAutofit fontScale="55000" lnSpcReduction="19999"/>
          </a:bodyPr>
          <a:p>
            <a:pPr indent="0" algn="ctr" defTabSz="914400">
              <a:lnSpc>
                <a:spcPct val="150000"/>
              </a:lnSpc>
              <a:buNone/>
              <a:tabLst>
                <a:tab algn="l" pos="0"/>
              </a:tabLst>
            </a:pPr>
            <a:r>
              <a:rPr lang="zh-CN" sz="4400" b="1" u="none" strike="noStrike">
                <a:solidFill>
                  <a:schemeClr val="accent1">
                    <a:lumMod val="50000"/>
                  </a:schemeClr>
                </a:solidFill>
                <a:effectLst/>
                <a:uFillTx/>
                <a:latin typeface="Arial"/>
                <a:ea typeface="微软雅黑"/>
              </a:rPr>
              <a:t>认识感恩</a:t>
            </a:r>
            <a:br>
              <a:rPr sz="4400"/>
            </a:br>
            <a:r>
              <a:rPr lang="en-US" sz="4400" b="1" u="none" strike="noStrike">
                <a:solidFill>
                  <a:schemeClr val="accent1">
                    <a:lumMod val="50000"/>
                  </a:schemeClr>
                </a:solidFill>
                <a:effectLst/>
                <a:uFillTx/>
                <a:latin typeface="Arial"/>
                <a:ea typeface="微软雅黑"/>
              </a:rPr>
              <a:t>Understanding Gratitude</a:t>
            </a:r>
            <a:endParaRPr lang="en-US" sz="4400" b="0" u="none" strike="noStrike">
              <a:solidFill>
                <a:srgbClr val="000000"/>
              </a:solidFill>
              <a:effectLst/>
              <a:uFillTx/>
              <a:latin typeface="Arial"/>
            </a:endParaRPr>
          </a:p>
        </p:txBody>
      </p:sp>
      <p:sp>
        <p:nvSpPr>
          <p:cNvPr id="598" name=""/>
          <p:cNvSpPr txBox="1"/>
          <p:nvPr/>
        </p:nvSpPr>
        <p:spPr>
          <a:xfrm>
            <a:off x="6400800" y="914400"/>
            <a:ext cx="5486400" cy="6172200"/>
          </a:xfrm>
          <a:prstGeom prst="rect">
            <a:avLst/>
          </a:prstGeom>
          <a:noFill/>
          <a:ln w="0">
            <a:noFill/>
          </a:ln>
        </p:spPr>
        <p:txBody>
          <a:bodyPr lIns="90000" rIns="90000" tIns="45000" bIns="45000" anchor="t">
            <a:spAutoFit/>
          </a:bodyPr>
          <a:p>
            <a:pPr marL="285840" indent="-285840" defTabSz="914400">
              <a:lnSpc>
                <a:spcPct val="100000"/>
              </a:lnSpc>
              <a:spcBef>
                <a:spcPts val="1001"/>
              </a:spcBef>
              <a:buSzPct val="100017"/>
              <a:buBlip>
                <a:blip r:embed="rId1"/>
              </a:buBlip>
              <a:tabLst>
                <a:tab algn="l" pos="0"/>
              </a:tabLst>
            </a:pPr>
            <a:r>
              <a:rPr lang="zh-CN" sz="2400" b="0" u="none" strike="noStrike">
                <a:solidFill>
                  <a:schemeClr val="dk1"/>
                </a:solidFill>
                <a:effectLst/>
                <a:uFillTx/>
                <a:latin typeface="Arial"/>
                <a:ea typeface="微软雅黑"/>
              </a:rPr>
              <a:t>佛教所说的感恩，不仅仅局限于某个具体的人或事。佛教认为，一切众生是相互依赖的，每个人的生存都离不开家庭、社会、大众、自然，所以要心怀感恩地面对一切。</a:t>
            </a:r>
            <a:endParaRPr lang="en-US" sz="2400" b="0" u="none" strike="noStrike">
              <a:solidFill>
                <a:srgbClr val="000000"/>
              </a:solidFill>
              <a:effectLst/>
              <a:uFillTx/>
              <a:latin typeface="Arial"/>
            </a:endParaRPr>
          </a:p>
          <a:p>
            <a:pPr marL="285840" indent="-285840" defTabSz="914400">
              <a:lnSpc>
                <a:spcPct val="100000"/>
              </a:lnSpc>
              <a:spcBef>
                <a:spcPts val="1001"/>
              </a:spcBef>
              <a:buSzPct val="100017"/>
              <a:buBlip>
                <a:blip r:embed="rId2"/>
              </a:buBlip>
              <a:tabLst>
                <a:tab algn="l" pos="0"/>
              </a:tabLst>
            </a:pPr>
            <a:r>
              <a:rPr lang="en-US" sz="2400" b="0" u="none" strike="noStrike">
                <a:solidFill>
                  <a:schemeClr val="dk1"/>
                </a:solidFill>
                <a:effectLst/>
                <a:uFillTx/>
                <a:latin typeface="Arial"/>
                <a:ea typeface="微软雅黑"/>
              </a:rPr>
              <a:t>The gratitude in Buddhism is not limited to a specific person or thing. Buddhism holds that all beings are interdependent — no one can survive without family, society, the broader community and nature. Therefore, we should face everything with a heart of gratitude.</a:t>
            </a:r>
            <a:endParaRPr lang="en-US" sz="2400" b="0" u="none" strike="noStrike">
              <a:solidFill>
                <a:srgbClr val="000000"/>
              </a:solidFill>
              <a:effectLst/>
              <a:uFillTx/>
              <a:latin typeface="Arial"/>
            </a:endParaRPr>
          </a:p>
        </p:txBody>
      </p:sp>
      <p:sp>
        <p:nvSpPr>
          <p:cNvPr id="4" name="PlaceHolder 3"/>
          <p:cNvSpPr>
            <a:spLocks noGrp="1"/>
          </p:cNvSpPr>
          <p:nvPr>
            <p:ph type="sldNum" idx="6"/>
          </p:nvPr>
        </p:nvSpPr>
        <p:spPr/>
        <p:txBody>
          <a:bodyPr/>
          <a:p>
            <a:fld id="{C5B5946F-C341-43C0-8017-8762605BEBF2}" type="slidenum">
              <a:t>4</a:t>
            </a:fld>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lt2"/>
        </a:solidFill>
      </p:bgPr>
    </p:bg>
    <p:spTree>
      <p:nvGrpSpPr>
        <p:cNvPr id="1" name=""/>
        <p:cNvGrpSpPr/>
        <p:nvPr/>
      </p:nvGrpSpPr>
      <p:grpSpPr>
        <a:xfrm>
          <a:off x="0" y="0"/>
          <a:ext cx="0" cy="0"/>
          <a:chOff x="0" y="0"/>
          <a:chExt cx="0" cy="0"/>
        </a:xfrm>
      </p:grpSpPr>
      <p:sp>
        <p:nvSpPr>
          <p:cNvPr id="599" name="椭圆 18"/>
          <p:cNvSpPr/>
          <p:nvPr/>
        </p:nvSpPr>
        <p:spPr>
          <a:xfrm>
            <a:off x="10768320" y="-819720"/>
            <a:ext cx="2244600" cy="2139120"/>
          </a:xfrm>
          <a:prstGeom prst="ellipse">
            <a:avLst/>
          </a:prstGeom>
          <a:solidFill>
            <a:schemeClr val="accent1">
              <a:lumMod val="60000"/>
              <a:lumOff val="40000"/>
              <a:alpha val="90000"/>
            </a:schemeClr>
          </a:solidFill>
          <a:ln>
            <a:noFill/>
          </a:ln>
        </p:spPr>
        <p:style>
          <a:lnRef idx="2">
            <a:schemeClr val="accent1">
              <a:lumMod val="75000"/>
            </a:schemeClr>
          </a:lnRef>
          <a:fillRef idx="1">
            <a:schemeClr val="accent1"/>
          </a:fillRef>
          <a:effectRef idx="0"/>
          <a:fontRef idx="minor"/>
        </p:style>
        <p:txBody>
          <a:bodyPr lIns="90000" rIns="90000" tIns="45000" bIns="45000" anchor="ctr">
            <a:noAutofit/>
          </a:bodyPr>
          <a:p>
            <a:pPr algn="ctr" defTabSz="914400">
              <a:lnSpc>
                <a:spcPct val="100000"/>
              </a:lnSpc>
            </a:pPr>
            <a:endParaRPr lang="en-US" sz="1800" b="0" u="none" strike="noStrike">
              <a:solidFill>
                <a:schemeClr val="lt1"/>
              </a:solidFill>
              <a:effectLst/>
              <a:uFillTx/>
              <a:latin typeface="Arial"/>
              <a:ea typeface="微软雅黑"/>
            </a:endParaRPr>
          </a:p>
        </p:txBody>
      </p:sp>
      <p:sp>
        <p:nvSpPr>
          <p:cNvPr id="600" name="PlaceHolder 1"/>
          <p:cNvSpPr>
            <a:spLocks noGrp="1"/>
          </p:cNvSpPr>
          <p:nvPr>
            <p:ph type="title"/>
          </p:nvPr>
        </p:nvSpPr>
        <p:spPr>
          <a:xfrm>
            <a:off x="698040" y="144720"/>
            <a:ext cx="8055360" cy="861480"/>
          </a:xfrm>
          <a:prstGeom prst="rect">
            <a:avLst/>
          </a:prstGeom>
          <a:noFill/>
          <a:ln w="0">
            <a:noFill/>
          </a:ln>
        </p:spPr>
        <p:txBody>
          <a:bodyPr lIns="91440" rIns="91440" tIns="45720" bIns="45720" anchor="ctr">
            <a:noAutofit/>
          </a:bodyPr>
          <a:p>
            <a:pPr indent="0" defTabSz="914400">
              <a:lnSpc>
                <a:spcPct val="150000"/>
              </a:lnSpc>
              <a:buNone/>
              <a:tabLst>
                <a:tab algn="l" pos="0"/>
              </a:tabLst>
            </a:pPr>
            <a:r>
              <a:rPr lang="zh-CN" sz="4000" b="1" u="none" strike="noStrike">
                <a:solidFill>
                  <a:schemeClr val="accent6">
                    <a:lumMod val="50000"/>
                  </a:schemeClr>
                </a:solidFill>
                <a:effectLst/>
                <a:uFillTx/>
                <a:latin typeface="Arial"/>
                <a:ea typeface="微软雅黑"/>
              </a:rPr>
              <a:t>现场练习：反观自照</a:t>
            </a:r>
            <a:r>
              <a:rPr lang="en-US" sz="4000" b="1" u="none" strike="noStrike">
                <a:solidFill>
                  <a:schemeClr val="accent6">
                    <a:lumMod val="50000"/>
                  </a:schemeClr>
                </a:solidFill>
                <a:effectLst/>
                <a:uFillTx/>
                <a:latin typeface="Arial"/>
                <a:ea typeface="微软雅黑"/>
              </a:rPr>
              <a:t> </a:t>
            </a:r>
            <a:r>
              <a:rPr lang="en-US" sz="2400" b="1" u="none" strike="noStrike">
                <a:solidFill>
                  <a:schemeClr val="accent6">
                    <a:lumMod val="50000"/>
                  </a:schemeClr>
                </a:solidFill>
                <a:effectLst/>
                <a:uFillTx/>
                <a:latin typeface="微软雅黑"/>
                <a:ea typeface="微软雅黑"/>
              </a:rPr>
              <a:t>(10</a:t>
            </a:r>
            <a:r>
              <a:rPr lang="zh-CN" sz="2400" b="1" u="none" strike="noStrike">
                <a:solidFill>
                  <a:schemeClr val="accent6">
                    <a:lumMod val="50000"/>
                  </a:schemeClr>
                </a:solidFill>
                <a:effectLst/>
                <a:uFillTx/>
                <a:latin typeface="微软雅黑"/>
                <a:ea typeface="微软雅黑"/>
              </a:rPr>
              <a:t>分钟</a:t>
            </a:r>
            <a:r>
              <a:rPr lang="en-US" sz="2400" b="1" u="none" strike="noStrike">
                <a:solidFill>
                  <a:schemeClr val="accent6">
                    <a:lumMod val="50000"/>
                  </a:schemeClr>
                </a:solidFill>
                <a:effectLst/>
                <a:uFillTx/>
                <a:latin typeface="微软雅黑"/>
                <a:ea typeface="微软雅黑"/>
              </a:rPr>
              <a:t>)</a:t>
            </a:r>
            <a:endParaRPr lang="en-US" sz="2400" b="0" u="none" strike="noStrike">
              <a:solidFill>
                <a:srgbClr val="000000"/>
              </a:solidFill>
              <a:effectLst/>
              <a:uFillTx/>
              <a:latin typeface="Arial"/>
            </a:endParaRPr>
          </a:p>
        </p:txBody>
      </p:sp>
      <p:graphicFrame>
        <p:nvGraphicFramePr>
          <p:cNvPr id="601" name="内容占位符 4"/>
          <p:cNvGraphicFramePr/>
          <p:nvPr/>
        </p:nvGraphicFramePr>
        <p:xfrm>
          <a:off x="546120" y="2314440"/>
          <a:ext cx="11240640" cy="3750120"/>
        </p:xfrm>
        <a:graphic>
          <a:graphicData uri="http://schemas.openxmlformats.org/drawingml/2006/table">
            <a:tbl>
              <a:tblPr/>
              <a:tblGrid>
                <a:gridCol w="1189800"/>
                <a:gridCol w="4390920"/>
                <a:gridCol w="764280"/>
                <a:gridCol w="4223880"/>
                <a:gridCol w="672120"/>
              </a:tblGrid>
              <a:tr h="502920">
                <a:tc>
                  <a:txBody>
                    <a:bodyPr anchor="t">
                      <a:noAutofit/>
                    </a:bodyPr>
                    <a:p>
                      <a:pPr algn="ctr" defTabSz="914400">
                        <a:lnSpc>
                          <a:spcPct val="150000"/>
                        </a:lnSpc>
                      </a:pPr>
                      <a:r>
                        <a:rPr lang="zh-CN" sz="1800" b="1" u="none" strike="noStrike">
                          <a:solidFill>
                            <a:schemeClr val="dk1"/>
                          </a:solidFill>
                          <a:effectLst/>
                          <a:uFillTx/>
                          <a:latin typeface="Arial"/>
                          <a:ea typeface="微软雅黑"/>
                        </a:rPr>
                        <a:t>场景</a:t>
                      </a:r>
                      <a:endParaRPr lang="en-US" sz="18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chemeClr val="accent1"/>
                    </a:solidFill>
                  </a:tcPr>
                </a:tc>
                <a:tc>
                  <a:txBody>
                    <a:bodyPr anchor="t">
                      <a:noAutofit/>
                    </a:bodyPr>
                    <a:p>
                      <a:pPr algn="ctr" defTabSz="914400">
                        <a:lnSpc>
                          <a:spcPct val="150000"/>
                        </a:lnSpc>
                      </a:pPr>
                      <a:r>
                        <a:rPr lang="zh-CN" sz="1800" b="1" u="none" strike="noStrike">
                          <a:solidFill>
                            <a:schemeClr val="dk1"/>
                          </a:solidFill>
                          <a:effectLst/>
                          <a:uFillTx/>
                          <a:latin typeface="Arial"/>
                          <a:ea typeface="微软雅黑"/>
                        </a:rPr>
                        <a:t>没有感恩心的状态</a:t>
                      </a:r>
                      <a:endParaRPr lang="en-US" sz="18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chemeClr val="accent1"/>
                    </a:solidFill>
                  </a:tcPr>
                </a:tc>
                <a:tc>
                  <a:txBody>
                    <a:bodyPr anchor="t">
                      <a:noAutofit/>
                    </a:bodyPr>
                    <a:p>
                      <a:pPr algn="ctr" defTabSz="914400">
                        <a:lnSpc>
                          <a:spcPct val="150000"/>
                        </a:lnSpc>
                      </a:pPr>
                      <a:r>
                        <a:rPr lang="zh-CN" sz="1800" b="1" u="none" strike="noStrike">
                          <a:solidFill>
                            <a:schemeClr val="dk1"/>
                          </a:solidFill>
                          <a:effectLst/>
                          <a:uFillTx/>
                          <a:latin typeface="Arial"/>
                          <a:ea typeface="微软雅黑"/>
                        </a:rPr>
                        <a:t>占比</a:t>
                      </a:r>
                      <a:endParaRPr lang="en-US" sz="18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chemeClr val="accent1"/>
                    </a:solidFill>
                  </a:tcPr>
                </a:tc>
                <a:tc>
                  <a:txBody>
                    <a:bodyPr anchor="t">
                      <a:noAutofit/>
                    </a:bodyPr>
                    <a:p>
                      <a:pPr algn="ctr" defTabSz="914400">
                        <a:lnSpc>
                          <a:spcPct val="150000"/>
                        </a:lnSpc>
                      </a:pPr>
                      <a:r>
                        <a:rPr lang="zh-CN" sz="1800" b="1" u="none" strike="noStrike">
                          <a:solidFill>
                            <a:schemeClr val="dk1"/>
                          </a:solidFill>
                          <a:effectLst/>
                          <a:uFillTx/>
                          <a:latin typeface="Arial"/>
                          <a:ea typeface="微软雅黑"/>
                        </a:rPr>
                        <a:t>有感恩心的状态</a:t>
                      </a:r>
                      <a:endParaRPr lang="en-US" sz="18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chemeClr val="accent1"/>
                    </a:solidFill>
                  </a:tcPr>
                </a:tc>
                <a:tc>
                  <a:txBody>
                    <a:bodyPr anchor="t">
                      <a:noAutofit/>
                    </a:bodyPr>
                    <a:p>
                      <a:pPr algn="ctr" defTabSz="914400">
                        <a:lnSpc>
                          <a:spcPct val="150000"/>
                        </a:lnSpc>
                      </a:pPr>
                      <a:r>
                        <a:rPr lang="zh-CN" sz="1800" b="1" u="none" strike="noStrike">
                          <a:solidFill>
                            <a:schemeClr val="dk1"/>
                          </a:solidFill>
                          <a:effectLst/>
                          <a:uFillTx/>
                          <a:latin typeface="Arial"/>
                          <a:ea typeface="微软雅黑"/>
                        </a:rPr>
                        <a:t>占比</a:t>
                      </a:r>
                      <a:endParaRPr lang="en-US" sz="18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chemeClr val="accent1"/>
                    </a:solidFill>
                  </a:tcPr>
                </a:tc>
              </a:tr>
              <a:tr h="914400">
                <a:tc>
                  <a:txBody>
                    <a:bodyPr anchor="t">
                      <a:noAutofit/>
                    </a:bodyPr>
                    <a:p>
                      <a:pPr defTabSz="914400">
                        <a:lnSpc>
                          <a:spcPct val="150000"/>
                        </a:lnSpc>
                      </a:pPr>
                      <a:r>
                        <a:rPr lang="zh-CN" sz="1800" b="0" u="none" strike="noStrike">
                          <a:solidFill>
                            <a:schemeClr val="dk1"/>
                          </a:solidFill>
                          <a:effectLst/>
                          <a:uFillTx/>
                          <a:latin typeface="Arial"/>
                          <a:ea typeface="微软雅黑"/>
                        </a:rPr>
                        <a:t>例：共修</a:t>
                      </a:r>
                      <a:endParaRPr lang="en-US" sz="18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accent1">
                        <a:tint val="40000"/>
                      </a:schemeClr>
                    </a:solidFill>
                  </a:tcPr>
                </a:tc>
                <a:tc>
                  <a:txBody>
                    <a:bodyPr anchor="t">
                      <a:noAutofit/>
                    </a:bodyPr>
                    <a:p>
                      <a:pPr defTabSz="914400">
                        <a:lnSpc>
                          <a:spcPct val="150000"/>
                        </a:lnSpc>
                      </a:pPr>
                      <a:r>
                        <a:rPr lang="zh-CN" sz="1800" b="0" u="none" strike="noStrike">
                          <a:solidFill>
                            <a:schemeClr val="dk1"/>
                          </a:solidFill>
                          <a:effectLst/>
                          <a:uFillTx/>
                          <a:latin typeface="Arial"/>
                          <a:ea typeface="微软雅黑"/>
                        </a:rPr>
                        <a:t>对某些同学不满、抱怨，心想“都不自修，分享离题万里，浪费我时间！”</a:t>
                      </a:r>
                      <a:endParaRPr lang="en-US" sz="18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accent1">
                        <a:tint val="40000"/>
                      </a:schemeClr>
                    </a:solidFill>
                  </a:tcPr>
                </a:tc>
                <a:tc>
                  <a:txBody>
                    <a:bodyPr anchor="t">
                      <a:noAutofit/>
                    </a:bodyPr>
                    <a:p>
                      <a:pPr defTabSz="914400">
                        <a:lnSpc>
                          <a:spcPct val="150000"/>
                        </a:lnSpc>
                      </a:pPr>
                      <a:r>
                        <a:rPr lang="en-US" sz="1800" b="0" u="none" strike="noStrike">
                          <a:solidFill>
                            <a:schemeClr val="dk1"/>
                          </a:solidFill>
                          <a:effectLst/>
                          <a:uFillTx/>
                          <a:latin typeface="Arial"/>
                          <a:ea typeface="微软雅黑"/>
                        </a:rPr>
                        <a:t>30%</a:t>
                      </a:r>
                      <a:endParaRPr lang="en-US" sz="18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accent1">
                        <a:tint val="40000"/>
                      </a:schemeClr>
                    </a:solidFill>
                  </a:tcPr>
                </a:tc>
                <a:tc>
                  <a:txBody>
                    <a:bodyPr anchor="t">
                      <a:noAutofit/>
                    </a:bodyPr>
                    <a:p>
                      <a:pPr defTabSz="914400">
                        <a:lnSpc>
                          <a:spcPct val="150000"/>
                        </a:lnSpc>
                      </a:pPr>
                      <a:r>
                        <a:rPr lang="zh-CN" sz="1800" b="0" u="none" strike="noStrike">
                          <a:solidFill>
                            <a:schemeClr val="dk1"/>
                          </a:solidFill>
                          <a:effectLst/>
                          <a:uFillTx/>
                          <a:latin typeface="Arial"/>
                          <a:ea typeface="微软雅黑"/>
                        </a:rPr>
                        <a:t>感谢所有同学，没有他们我就没有伙伴一起学习</a:t>
                      </a:r>
                      <a:endParaRPr lang="en-US" sz="18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accent1">
                        <a:tint val="40000"/>
                      </a:schemeClr>
                    </a:solidFill>
                  </a:tcPr>
                </a:tc>
                <a:tc>
                  <a:txBody>
                    <a:bodyPr anchor="t">
                      <a:noAutofit/>
                    </a:bodyPr>
                    <a:p>
                      <a:pPr defTabSz="914400">
                        <a:lnSpc>
                          <a:spcPct val="150000"/>
                        </a:lnSpc>
                      </a:pPr>
                      <a:r>
                        <a:rPr lang="en-US" sz="1800" b="0" u="none" strike="noStrike">
                          <a:solidFill>
                            <a:schemeClr val="dk1"/>
                          </a:solidFill>
                          <a:effectLst/>
                          <a:uFillTx/>
                          <a:latin typeface="Arial"/>
                          <a:ea typeface="微软雅黑"/>
                        </a:rPr>
                        <a:t>70%</a:t>
                      </a:r>
                      <a:endParaRPr lang="en-US" sz="18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accent1">
                        <a:tint val="40000"/>
                      </a:schemeClr>
                    </a:solidFill>
                  </a:tcPr>
                </a:tc>
              </a:tr>
              <a:tr h="914400">
                <a:tc>
                  <a:txBody>
                    <a:bodyPr anchor="t">
                      <a:noAutofit/>
                    </a:bodyPr>
                    <a:p>
                      <a:pPr defTabSz="914400">
                        <a:lnSpc>
                          <a:spcPct val="150000"/>
                        </a:lnSpc>
                      </a:pPr>
                      <a:r>
                        <a:rPr lang="zh-CN" sz="1800" b="0" u="none" strike="noStrike">
                          <a:solidFill>
                            <a:schemeClr val="dk1"/>
                          </a:solidFill>
                          <a:effectLst/>
                          <a:uFillTx/>
                          <a:latin typeface="Arial"/>
                          <a:ea typeface="微软雅黑"/>
                        </a:rPr>
                        <a:t>例：吃饭</a:t>
                      </a:r>
                      <a:endParaRPr lang="en-US" sz="18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accent1">
                        <a:tint val="20000"/>
                      </a:schemeClr>
                    </a:solidFill>
                  </a:tcPr>
                </a:tc>
                <a:tc>
                  <a:txBody>
                    <a:bodyPr anchor="t">
                      <a:noAutofit/>
                    </a:bodyPr>
                    <a:p>
                      <a:pPr defTabSz="914400">
                        <a:lnSpc>
                          <a:spcPct val="150000"/>
                        </a:lnSpc>
                      </a:pPr>
                      <a:r>
                        <a:rPr lang="zh-CN" sz="1800" b="0" u="none" strike="noStrike">
                          <a:solidFill>
                            <a:schemeClr val="dk1"/>
                          </a:solidFill>
                          <a:effectLst/>
                          <a:uFillTx/>
                          <a:latin typeface="Arial"/>
                          <a:ea typeface="微软雅黑"/>
                        </a:rPr>
                        <a:t>挑剔，觉得饭菜不合口味，打饭的人打得太少，排队太长</a:t>
                      </a:r>
                      <a:r>
                        <a:rPr lang="en-US" sz="1800" b="0" u="none" strike="noStrike">
                          <a:solidFill>
                            <a:schemeClr val="dk1"/>
                          </a:solidFill>
                          <a:effectLst/>
                          <a:uFillTx/>
                          <a:latin typeface="Arial"/>
                          <a:ea typeface="微软雅黑"/>
                        </a:rPr>
                        <a:t>...</a:t>
                      </a:r>
                      <a:endParaRPr lang="en-US" sz="18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accent1">
                        <a:tint val="20000"/>
                      </a:schemeClr>
                    </a:solidFill>
                  </a:tcPr>
                </a:tc>
                <a:tc>
                  <a:txBody>
                    <a:bodyPr anchor="t">
                      <a:noAutofit/>
                    </a:bodyPr>
                    <a:p>
                      <a:pPr defTabSz="914400">
                        <a:lnSpc>
                          <a:spcPct val="150000"/>
                        </a:lnSpc>
                      </a:pPr>
                      <a:r>
                        <a:rPr lang="en-US" sz="1800" b="0" u="none" strike="noStrike">
                          <a:solidFill>
                            <a:schemeClr val="dk1"/>
                          </a:solidFill>
                          <a:effectLst/>
                          <a:uFillTx/>
                          <a:latin typeface="Arial"/>
                          <a:ea typeface="微软雅黑"/>
                        </a:rPr>
                        <a:t>40%</a:t>
                      </a:r>
                      <a:endParaRPr lang="en-US" sz="18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accent1">
                        <a:tint val="20000"/>
                      </a:schemeClr>
                    </a:solidFill>
                  </a:tcPr>
                </a:tc>
                <a:tc>
                  <a:txBody>
                    <a:bodyPr anchor="t">
                      <a:noAutofit/>
                    </a:bodyPr>
                    <a:p>
                      <a:pPr defTabSz="914400">
                        <a:lnSpc>
                          <a:spcPct val="150000"/>
                        </a:lnSpc>
                      </a:pPr>
                      <a:r>
                        <a:rPr lang="zh-CN" sz="1800" b="0" u="none" strike="noStrike">
                          <a:solidFill>
                            <a:schemeClr val="dk1"/>
                          </a:solidFill>
                          <a:effectLst/>
                          <a:uFillTx/>
                          <a:latin typeface="Arial"/>
                          <a:ea typeface="微软雅黑"/>
                        </a:rPr>
                        <a:t>想到很多人为此付出的劳动，认真感受饭菜的滋养，感到非常满足，充满能量</a:t>
                      </a:r>
                      <a:endParaRPr lang="en-US" sz="18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accent1">
                        <a:tint val="20000"/>
                      </a:schemeClr>
                    </a:solidFill>
                  </a:tcPr>
                </a:tc>
                <a:tc>
                  <a:txBody>
                    <a:bodyPr anchor="t">
                      <a:noAutofit/>
                    </a:bodyPr>
                    <a:p>
                      <a:pPr defTabSz="914400">
                        <a:lnSpc>
                          <a:spcPct val="150000"/>
                        </a:lnSpc>
                      </a:pPr>
                      <a:r>
                        <a:rPr lang="en-US" sz="1800" b="0" u="none" strike="noStrike">
                          <a:solidFill>
                            <a:schemeClr val="dk1"/>
                          </a:solidFill>
                          <a:effectLst/>
                          <a:uFillTx/>
                          <a:latin typeface="Arial"/>
                          <a:ea typeface="微软雅黑"/>
                        </a:rPr>
                        <a:t>60%</a:t>
                      </a:r>
                      <a:endParaRPr lang="en-US" sz="18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accent1">
                        <a:tint val="20000"/>
                      </a:schemeClr>
                    </a:solidFill>
                  </a:tcPr>
                </a:tc>
              </a:tr>
              <a:tr h="914400">
                <a:tc>
                  <a:txBody>
                    <a:bodyPr anchor="t">
                      <a:noAutofit/>
                    </a:bodyPr>
                    <a:p>
                      <a:pPr defTabSz="914400">
                        <a:lnSpc>
                          <a:spcPct val="150000"/>
                        </a:lnSpc>
                      </a:pPr>
                      <a:r>
                        <a:rPr lang="zh-CN" sz="1800" b="0" u="none" strike="noStrike">
                          <a:solidFill>
                            <a:schemeClr val="dk1"/>
                          </a:solidFill>
                          <a:effectLst/>
                          <a:uFillTx/>
                          <a:latin typeface="Arial"/>
                          <a:ea typeface="微软雅黑"/>
                        </a:rPr>
                        <a:t>与家人相处</a:t>
                      </a:r>
                      <a:endParaRPr lang="en-US" sz="18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accent1">
                        <a:tint val="40000"/>
                      </a:schemeClr>
                    </a:solidFill>
                  </a:tcPr>
                </a:tc>
                <a:tc>
                  <a:txBody>
                    <a:bodyPr anchor="t">
                      <a:noAutofit/>
                    </a:bodyPr>
                    <a:p>
                      <a:endParaRPr lang="en-US" sz="1800" b="0" u="none" strike="noStrike">
                        <a:solidFill>
                          <a:schemeClr val="dk1"/>
                        </a:solidFill>
                        <a:effectLst/>
                        <a:uFillTx/>
                        <a:latin typeface="微软雅黑"/>
                        <a:ea typeface="微软雅黑"/>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accent1">
                        <a:tint val="40000"/>
                      </a:schemeClr>
                    </a:solidFill>
                  </a:tcPr>
                </a:tc>
                <a:tc>
                  <a:txBody>
                    <a:bodyPr anchor="t">
                      <a:noAutofit/>
                    </a:bodyPr>
                    <a:p>
                      <a:endParaRPr lang="en-US" sz="1800" b="0" u="none" strike="noStrike">
                        <a:solidFill>
                          <a:schemeClr val="dk1"/>
                        </a:solidFill>
                        <a:effectLst/>
                        <a:uFillTx/>
                        <a:latin typeface="微软雅黑"/>
                        <a:ea typeface="微软雅黑"/>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accent1">
                        <a:tint val="40000"/>
                      </a:schemeClr>
                    </a:solidFill>
                  </a:tcPr>
                </a:tc>
                <a:tc>
                  <a:txBody>
                    <a:bodyPr anchor="t">
                      <a:noAutofit/>
                    </a:bodyPr>
                    <a:p>
                      <a:endParaRPr lang="en-US" sz="1800" b="0" u="none" strike="noStrike">
                        <a:solidFill>
                          <a:schemeClr val="dk1"/>
                        </a:solidFill>
                        <a:effectLst/>
                        <a:uFillTx/>
                        <a:latin typeface="微软雅黑"/>
                        <a:ea typeface="微软雅黑"/>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accent1">
                        <a:tint val="40000"/>
                      </a:schemeClr>
                    </a:solidFill>
                  </a:tcPr>
                </a:tc>
                <a:tc>
                  <a:txBody>
                    <a:bodyPr anchor="t">
                      <a:noAutofit/>
                    </a:bodyPr>
                    <a:p>
                      <a:endParaRPr lang="en-US" sz="1800" b="0" u="none" strike="noStrike">
                        <a:solidFill>
                          <a:schemeClr val="dk1"/>
                        </a:solidFill>
                        <a:effectLst/>
                        <a:uFillTx/>
                        <a:latin typeface="微软雅黑"/>
                        <a:ea typeface="微软雅黑"/>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accent1">
                        <a:tint val="40000"/>
                      </a:schemeClr>
                    </a:solidFill>
                  </a:tcPr>
                </a:tc>
              </a:tr>
              <a:tr h="502920">
                <a:tc>
                  <a:txBody>
                    <a:bodyPr anchor="t">
                      <a:noAutofit/>
                    </a:bodyPr>
                    <a:p>
                      <a:endParaRPr lang="en-US" sz="1800" b="0" u="none" strike="noStrike">
                        <a:solidFill>
                          <a:schemeClr val="dk1"/>
                        </a:solidFill>
                        <a:effectLst/>
                        <a:uFillTx/>
                        <a:latin typeface="微软雅黑"/>
                        <a:ea typeface="微软雅黑"/>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accent1">
                        <a:tint val="20000"/>
                      </a:schemeClr>
                    </a:solidFill>
                  </a:tcPr>
                </a:tc>
                <a:tc>
                  <a:txBody>
                    <a:bodyPr anchor="t">
                      <a:noAutofit/>
                    </a:bodyPr>
                    <a:p>
                      <a:endParaRPr lang="en-US" sz="1800" b="0" u="none" strike="noStrike">
                        <a:solidFill>
                          <a:schemeClr val="dk1"/>
                        </a:solidFill>
                        <a:effectLst/>
                        <a:uFillTx/>
                        <a:latin typeface="微软雅黑"/>
                        <a:ea typeface="微软雅黑"/>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accent1">
                        <a:tint val="20000"/>
                      </a:schemeClr>
                    </a:solidFill>
                  </a:tcPr>
                </a:tc>
                <a:tc>
                  <a:txBody>
                    <a:bodyPr anchor="t">
                      <a:noAutofit/>
                    </a:bodyPr>
                    <a:p>
                      <a:endParaRPr lang="en-US" sz="1800" b="0" u="none" strike="noStrike">
                        <a:solidFill>
                          <a:schemeClr val="dk1"/>
                        </a:solidFill>
                        <a:effectLst/>
                        <a:uFillTx/>
                        <a:latin typeface="微软雅黑"/>
                        <a:ea typeface="微软雅黑"/>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accent1">
                        <a:tint val="20000"/>
                      </a:schemeClr>
                    </a:solidFill>
                  </a:tcPr>
                </a:tc>
                <a:tc>
                  <a:txBody>
                    <a:bodyPr anchor="t">
                      <a:noAutofit/>
                    </a:bodyPr>
                    <a:p>
                      <a:endParaRPr lang="en-US" sz="1800" b="0" u="none" strike="noStrike">
                        <a:solidFill>
                          <a:schemeClr val="dk1"/>
                        </a:solidFill>
                        <a:effectLst/>
                        <a:uFillTx/>
                        <a:latin typeface="微软雅黑"/>
                        <a:ea typeface="微软雅黑"/>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accent1">
                        <a:tint val="20000"/>
                      </a:schemeClr>
                    </a:solidFill>
                  </a:tcPr>
                </a:tc>
                <a:tc>
                  <a:txBody>
                    <a:bodyPr anchor="t">
                      <a:noAutofit/>
                    </a:bodyPr>
                    <a:p>
                      <a:endParaRPr lang="en-US" sz="1800" b="0" u="none" strike="noStrike">
                        <a:solidFill>
                          <a:schemeClr val="dk1"/>
                        </a:solidFill>
                        <a:effectLst/>
                        <a:uFillTx/>
                        <a:latin typeface="微软雅黑"/>
                        <a:ea typeface="微软雅黑"/>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accent1">
                        <a:tint val="20000"/>
                      </a:schemeClr>
                    </a:solidFill>
                  </a:tcPr>
                </a:tc>
              </a:tr>
            </a:tbl>
          </a:graphicData>
        </a:graphic>
      </p:graphicFrame>
      <p:sp>
        <p:nvSpPr>
          <p:cNvPr id="602" name="文本框 5"/>
          <p:cNvSpPr/>
          <p:nvPr/>
        </p:nvSpPr>
        <p:spPr>
          <a:xfrm>
            <a:off x="622800" y="1153800"/>
            <a:ext cx="10660680" cy="1004760"/>
          </a:xfrm>
          <a:prstGeom prst="rect">
            <a:avLst/>
          </a:prstGeom>
          <a:noFill/>
          <a:ln w="0">
            <a:noFill/>
          </a:ln>
        </p:spPr>
        <p:style>
          <a:lnRef idx="0"/>
          <a:fillRef idx="0"/>
          <a:effectRef idx="0"/>
          <a:fontRef idx="minor"/>
        </p:style>
        <p:txBody>
          <a:bodyPr lIns="90000" rIns="90000" tIns="45000" bIns="45000" anchor="t">
            <a:spAutoFit/>
          </a:bodyPr>
          <a:p>
            <a:pPr defTabSz="914400">
              <a:lnSpc>
                <a:spcPct val="150000"/>
              </a:lnSpc>
            </a:pPr>
            <a:r>
              <a:rPr lang="zh-CN" sz="2000" b="0" u="none" strike="noStrike">
                <a:solidFill>
                  <a:schemeClr val="dk1"/>
                </a:solidFill>
                <a:effectLst/>
                <a:uFillTx/>
                <a:latin typeface="Arial"/>
                <a:ea typeface="微软雅黑"/>
              </a:rPr>
              <a:t>观察自己在生活的各个场景中，有感恩心和没有感恩心时的行为表现和内心状态分别是怎样的？写在下表中，并评估一下：在该场景中，感恩心“在线”或“不在线”的占比</a:t>
            </a:r>
            <a:endParaRPr lang="en-US" sz="2000" b="0" u="none" strike="noStrike">
              <a:solidFill>
                <a:srgbClr val="000000"/>
              </a:solidFill>
              <a:effectLst/>
              <a:uFillTx/>
              <a:latin typeface="Arial"/>
            </a:endParaRPr>
          </a:p>
        </p:txBody>
      </p:sp>
      <p:sp>
        <p:nvSpPr>
          <p:cNvPr id="3" name="PlaceHolder 2"/>
          <p:cNvSpPr>
            <a:spLocks noGrp="1"/>
          </p:cNvSpPr>
          <p:nvPr>
            <p:ph type="sldNum" idx="6"/>
          </p:nvPr>
        </p:nvSpPr>
        <p:spPr/>
        <p:txBody>
          <a:bodyPr/>
          <a:p>
            <a:fld id="{996FAE0A-2D43-4FE1-8224-B577615DBB3E}" type="slidenum">
              <a:t>5</a:t>
            </a:fld>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lt2"/>
        </a:solidFill>
      </p:bgPr>
    </p:bg>
    <p:spTree>
      <p:nvGrpSpPr>
        <p:cNvPr id="1" name=""/>
        <p:cNvGrpSpPr/>
        <p:nvPr/>
      </p:nvGrpSpPr>
      <p:grpSpPr>
        <a:xfrm>
          <a:off x="0" y="0"/>
          <a:ext cx="0" cy="0"/>
          <a:chOff x="0" y="0"/>
          <a:chExt cx="0" cy="0"/>
        </a:xfrm>
      </p:grpSpPr>
      <p:sp>
        <p:nvSpPr>
          <p:cNvPr id="603" name="椭圆 1"/>
          <p:cNvSpPr/>
          <p:nvPr/>
        </p:nvSpPr>
        <p:spPr>
          <a:xfrm>
            <a:off x="10768320" y="-819720"/>
            <a:ext cx="2244600" cy="2139120"/>
          </a:xfrm>
          <a:prstGeom prst="ellipse">
            <a:avLst/>
          </a:prstGeom>
          <a:solidFill>
            <a:schemeClr val="accent1">
              <a:lumMod val="60000"/>
              <a:lumOff val="40000"/>
              <a:alpha val="90000"/>
            </a:schemeClr>
          </a:solidFill>
          <a:ln>
            <a:noFill/>
          </a:ln>
        </p:spPr>
        <p:style>
          <a:lnRef idx="2">
            <a:schemeClr val="accent1">
              <a:lumMod val="75000"/>
            </a:schemeClr>
          </a:lnRef>
          <a:fillRef idx="1">
            <a:schemeClr val="accent1"/>
          </a:fillRef>
          <a:effectRef idx="0"/>
          <a:fontRef idx="minor"/>
        </p:style>
        <p:txBody>
          <a:bodyPr lIns="90000" rIns="90000" tIns="45000" bIns="45000" anchor="ctr">
            <a:noAutofit/>
          </a:bodyPr>
          <a:p>
            <a:endParaRPr lang="en-US" sz="1800" b="0" u="none" strike="noStrike">
              <a:solidFill>
                <a:schemeClr val="lt1"/>
              </a:solidFill>
              <a:effectLst/>
              <a:uFillTx/>
              <a:latin typeface="Arial"/>
              <a:ea typeface="微软雅黑"/>
            </a:endParaRPr>
          </a:p>
        </p:txBody>
      </p:sp>
      <p:sp>
        <p:nvSpPr>
          <p:cNvPr id="604" name="PlaceHolder 1"/>
          <p:cNvSpPr>
            <a:spLocks noGrp="1"/>
          </p:cNvSpPr>
          <p:nvPr>
            <p:ph type="title"/>
          </p:nvPr>
        </p:nvSpPr>
        <p:spPr>
          <a:xfrm>
            <a:off x="698040" y="144720"/>
            <a:ext cx="10503360" cy="861480"/>
          </a:xfrm>
          <a:prstGeom prst="rect">
            <a:avLst/>
          </a:prstGeom>
          <a:noFill/>
          <a:ln w="0">
            <a:noFill/>
          </a:ln>
        </p:spPr>
        <p:txBody>
          <a:bodyPr lIns="91440" rIns="91440" tIns="45720" bIns="45720" anchor="ctr">
            <a:noAutofit/>
          </a:bodyPr>
          <a:p>
            <a:pPr indent="0" defTabSz="914400">
              <a:lnSpc>
                <a:spcPct val="150000"/>
              </a:lnSpc>
              <a:buNone/>
              <a:tabLst>
                <a:tab algn="l" pos="0"/>
              </a:tabLst>
            </a:pPr>
            <a:r>
              <a:rPr lang="en-US" sz="4000" b="1" u="none" strike="noStrike">
                <a:solidFill>
                  <a:schemeClr val="accent6">
                    <a:lumMod val="50000"/>
                  </a:schemeClr>
                </a:solidFill>
                <a:effectLst/>
                <a:uFillTx/>
                <a:latin typeface="Arial"/>
                <a:ea typeface="微软雅黑"/>
              </a:rPr>
              <a:t>In-Class Exercise: Self-</a:t>
            </a:r>
            <a:r>
              <a:rPr lang="en-US" sz="4000" b="1" u="none" strike="noStrike">
                <a:solidFill>
                  <a:schemeClr val="accent6">
                    <a:lumMod val="50000"/>
                  </a:schemeClr>
                </a:solidFill>
                <a:effectLst/>
                <a:uFillTx/>
                <a:latin typeface="Arial"/>
                <a:ea typeface="微软雅黑"/>
              </a:rPr>
              <a:t>Reflection </a:t>
            </a:r>
            <a:r>
              <a:rPr lang="en-US" sz="2400" b="1" u="none" strike="noStrike">
                <a:solidFill>
                  <a:schemeClr val="accent6">
                    <a:lumMod val="50000"/>
                  </a:schemeClr>
                </a:solidFill>
                <a:effectLst/>
                <a:uFillTx/>
                <a:latin typeface="Arial"/>
                <a:ea typeface="微软雅黑"/>
              </a:rPr>
              <a:t>(10 min)</a:t>
            </a:r>
            <a:endParaRPr lang="en-US" sz="2400" b="0" u="none" strike="noStrike">
              <a:solidFill>
                <a:srgbClr val="000000"/>
              </a:solidFill>
              <a:effectLst/>
              <a:uFillTx/>
              <a:latin typeface="Arial"/>
            </a:endParaRPr>
          </a:p>
        </p:txBody>
      </p:sp>
      <p:graphicFrame>
        <p:nvGraphicFramePr>
          <p:cNvPr id="605" name="内容占位符 1"/>
          <p:cNvGraphicFramePr/>
          <p:nvPr/>
        </p:nvGraphicFramePr>
        <p:xfrm>
          <a:off x="546120" y="2314440"/>
          <a:ext cx="11240640" cy="3750120"/>
        </p:xfrm>
        <a:graphic>
          <a:graphicData uri="http://schemas.openxmlformats.org/drawingml/2006/table">
            <a:tbl>
              <a:tblPr/>
              <a:tblGrid>
                <a:gridCol w="1189800"/>
                <a:gridCol w="4390920"/>
                <a:gridCol w="764280"/>
                <a:gridCol w="4223880"/>
                <a:gridCol w="672120"/>
              </a:tblGrid>
              <a:tr h="225360">
                <a:tc>
                  <a:txBody>
                    <a:bodyPr anchor="t">
                      <a:noAutofit/>
                    </a:bodyPr>
                    <a:p>
                      <a:pPr algn="ctr" defTabSz="914400">
                        <a:lnSpc>
                          <a:spcPct val="115000"/>
                        </a:lnSpc>
                      </a:pPr>
                      <a:r>
                        <a:rPr lang="en-US" sz="1800" b="1" u="none" strike="noStrike">
                          <a:solidFill>
                            <a:schemeClr val="dk1"/>
                          </a:solidFill>
                          <a:effectLst/>
                          <a:uFillTx/>
                          <a:latin typeface="Arial"/>
                          <a:ea typeface="微软雅黑"/>
                        </a:rPr>
                        <a:t>Scenario</a:t>
                      </a:r>
                      <a:endParaRPr lang="en-US" sz="18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chemeClr val="accent1"/>
                    </a:solidFill>
                  </a:tcPr>
                </a:tc>
                <a:tc>
                  <a:txBody>
                    <a:bodyPr anchor="t">
                      <a:noAutofit/>
                    </a:bodyPr>
                    <a:p>
                      <a:pPr algn="ctr" defTabSz="914400">
                        <a:lnSpc>
                          <a:spcPct val="115000"/>
                        </a:lnSpc>
                      </a:pPr>
                      <a:r>
                        <a:rPr lang="en-US" sz="1800" b="1" u="none" strike="noStrike">
                          <a:solidFill>
                            <a:schemeClr val="dk1"/>
                          </a:solidFill>
                          <a:effectLst/>
                          <a:uFillTx/>
                          <a:latin typeface="Arial"/>
                          <a:ea typeface="微软雅黑"/>
                        </a:rPr>
                        <a:t>Mental State Without Gratitude</a:t>
                      </a:r>
                      <a:endParaRPr lang="en-US" sz="18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chemeClr val="accent1"/>
                    </a:solidFill>
                  </a:tcPr>
                </a:tc>
                <a:tc>
                  <a:txBody>
                    <a:bodyPr anchor="t">
                      <a:noAutofit/>
                    </a:bodyPr>
                    <a:p>
                      <a:pPr algn="ctr" defTabSz="914400">
                        <a:lnSpc>
                          <a:spcPct val="115000"/>
                        </a:lnSpc>
                      </a:pPr>
                      <a:r>
                        <a:rPr lang="en-US" sz="1800" b="1" u="none" strike="noStrike">
                          <a:solidFill>
                            <a:schemeClr val="dk1"/>
                          </a:solidFill>
                          <a:effectLst/>
                          <a:uFillTx/>
                          <a:latin typeface="Arial"/>
                          <a:ea typeface="微软雅黑"/>
                        </a:rPr>
                        <a:t>%</a:t>
                      </a:r>
                      <a:endParaRPr lang="en-US" sz="18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chemeClr val="accent1"/>
                    </a:solidFill>
                  </a:tcPr>
                </a:tc>
                <a:tc>
                  <a:txBody>
                    <a:bodyPr anchor="t">
                      <a:noAutofit/>
                    </a:bodyPr>
                    <a:p>
                      <a:pPr algn="ctr" defTabSz="914400">
                        <a:lnSpc>
                          <a:spcPct val="115000"/>
                        </a:lnSpc>
                      </a:pPr>
                      <a:r>
                        <a:rPr lang="en-US" sz="1800" b="1" u="none" strike="noStrike">
                          <a:solidFill>
                            <a:schemeClr val="dk1"/>
                          </a:solidFill>
                          <a:effectLst/>
                          <a:uFillTx/>
                          <a:latin typeface="Arial"/>
                          <a:ea typeface="微软雅黑"/>
                        </a:rPr>
                        <a:t>Mental State With Gratitude</a:t>
                      </a:r>
                      <a:endParaRPr lang="en-US" sz="18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chemeClr val="accent1"/>
                    </a:solidFill>
                  </a:tcPr>
                </a:tc>
                <a:tc>
                  <a:txBody>
                    <a:bodyPr anchor="t">
                      <a:noAutofit/>
                    </a:bodyPr>
                    <a:p>
                      <a:pPr algn="ctr" defTabSz="914400">
                        <a:lnSpc>
                          <a:spcPct val="115000"/>
                        </a:lnSpc>
                      </a:pPr>
                      <a:r>
                        <a:rPr lang="en-US" sz="1800" b="1" u="none" strike="noStrike">
                          <a:solidFill>
                            <a:schemeClr val="dk1"/>
                          </a:solidFill>
                          <a:effectLst/>
                          <a:uFillTx/>
                          <a:latin typeface="Arial"/>
                          <a:ea typeface="微软雅黑"/>
                        </a:rPr>
                        <a:t>%</a:t>
                      </a:r>
                      <a:endParaRPr lang="en-US" sz="18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chemeClr val="accent1"/>
                    </a:solidFill>
                  </a:tcPr>
                </a:tc>
              </a:tr>
              <a:tr h="1185480">
                <a:tc>
                  <a:txBody>
                    <a:bodyPr anchor="t">
                      <a:noAutofit/>
                    </a:bodyPr>
                    <a:p>
                      <a:pPr defTabSz="914400">
                        <a:lnSpc>
                          <a:spcPct val="115000"/>
                        </a:lnSpc>
                      </a:pPr>
                      <a:r>
                        <a:rPr lang="en-US" sz="1800" b="0" u="none" strike="noStrike">
                          <a:solidFill>
                            <a:schemeClr val="dk1"/>
                          </a:solidFill>
                          <a:effectLst/>
                          <a:uFillTx/>
                          <a:latin typeface="Arial"/>
                          <a:ea typeface="微软雅黑"/>
                        </a:rPr>
                        <a:t>Ex: Group practice</a:t>
                      </a:r>
                      <a:endParaRPr lang="en-US" sz="18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accent1">
                        <a:tint val="40000"/>
                      </a:schemeClr>
                    </a:solidFill>
                  </a:tcPr>
                </a:tc>
                <a:tc>
                  <a:txBody>
                    <a:bodyPr anchor="t">
                      <a:noAutofit/>
                    </a:bodyPr>
                    <a:p>
                      <a:pPr defTabSz="914400">
                        <a:lnSpc>
                          <a:spcPct val="115000"/>
                        </a:lnSpc>
                      </a:pPr>
                      <a:r>
                        <a:rPr lang="en-US" sz="1800" b="0" u="none" strike="noStrike">
                          <a:solidFill>
                            <a:schemeClr val="dk1"/>
                          </a:solidFill>
                          <a:effectLst/>
                          <a:uFillTx/>
                          <a:latin typeface="Arial"/>
                          <a:ea typeface="微软雅黑"/>
                        </a:rPr>
                        <a:t>Dissatisfied with certain classmates, complaining, thinking "they don't self-study, their sharing goes way off topic, wasting my time!"</a:t>
                      </a:r>
                      <a:endParaRPr lang="en-US" sz="18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accent1">
                        <a:tint val="40000"/>
                      </a:schemeClr>
                    </a:solidFill>
                  </a:tcPr>
                </a:tc>
                <a:tc>
                  <a:txBody>
                    <a:bodyPr anchor="t">
                      <a:noAutofit/>
                    </a:bodyPr>
                    <a:p>
                      <a:pPr defTabSz="914400">
                        <a:lnSpc>
                          <a:spcPct val="115000"/>
                        </a:lnSpc>
                      </a:pPr>
                      <a:r>
                        <a:rPr lang="en-US" sz="1800" b="0" u="none" strike="noStrike">
                          <a:solidFill>
                            <a:schemeClr val="dk1"/>
                          </a:solidFill>
                          <a:effectLst/>
                          <a:uFillTx/>
                          <a:latin typeface="Arial"/>
                          <a:ea typeface="微软雅黑"/>
                        </a:rPr>
                        <a:t>30%</a:t>
                      </a:r>
                      <a:endParaRPr lang="en-US" sz="18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accent1">
                        <a:tint val="40000"/>
                      </a:schemeClr>
                    </a:solidFill>
                  </a:tcPr>
                </a:tc>
                <a:tc>
                  <a:txBody>
                    <a:bodyPr anchor="t">
                      <a:noAutofit/>
                    </a:bodyPr>
                    <a:p>
                      <a:pPr defTabSz="914400">
                        <a:lnSpc>
                          <a:spcPct val="115000"/>
                        </a:lnSpc>
                      </a:pPr>
                      <a:r>
                        <a:rPr lang="en-US" sz="1800" b="0" u="none" strike="noStrike">
                          <a:solidFill>
                            <a:schemeClr val="dk1"/>
                          </a:solidFill>
                          <a:effectLst/>
                          <a:uFillTx/>
                          <a:latin typeface="Arial"/>
                          <a:ea typeface="微软雅黑"/>
                        </a:rPr>
                        <a:t>Grateful for all classmates; without them, I'd have no partners to learn with</a:t>
                      </a:r>
                      <a:endParaRPr lang="en-US" sz="18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accent1">
                        <a:tint val="40000"/>
                      </a:schemeClr>
                    </a:solidFill>
                  </a:tcPr>
                </a:tc>
                <a:tc>
                  <a:txBody>
                    <a:bodyPr anchor="t">
                      <a:noAutofit/>
                    </a:bodyPr>
                    <a:p>
                      <a:pPr defTabSz="914400">
                        <a:lnSpc>
                          <a:spcPct val="115000"/>
                        </a:lnSpc>
                      </a:pPr>
                      <a:r>
                        <a:rPr lang="en-US" sz="1800" b="0" u="none" strike="noStrike">
                          <a:solidFill>
                            <a:schemeClr val="dk1"/>
                          </a:solidFill>
                          <a:effectLst/>
                          <a:uFillTx/>
                          <a:latin typeface="Arial"/>
                          <a:ea typeface="微软雅黑"/>
                        </a:rPr>
                        <a:t>70%</a:t>
                      </a:r>
                      <a:endParaRPr lang="en-US" sz="18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accent1">
                        <a:tint val="40000"/>
                      </a:schemeClr>
                    </a:solidFill>
                  </a:tcPr>
                </a:tc>
              </a:tr>
              <a:tr h="914400">
                <a:tc>
                  <a:txBody>
                    <a:bodyPr anchor="t">
                      <a:noAutofit/>
                    </a:bodyPr>
                    <a:p>
                      <a:pPr defTabSz="914400">
                        <a:lnSpc>
                          <a:spcPct val="115000"/>
                        </a:lnSpc>
                      </a:pPr>
                      <a:r>
                        <a:rPr lang="en-US" sz="1800" b="0" u="none" strike="noStrike">
                          <a:solidFill>
                            <a:schemeClr val="dk1"/>
                          </a:solidFill>
                          <a:effectLst/>
                          <a:uFillTx/>
                          <a:latin typeface="Arial"/>
                          <a:ea typeface="微软雅黑"/>
                        </a:rPr>
                        <a:t>Ex: Eating</a:t>
                      </a:r>
                      <a:endParaRPr lang="en-US" sz="18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accent1">
                        <a:tint val="20000"/>
                      </a:schemeClr>
                    </a:solidFill>
                  </a:tcPr>
                </a:tc>
                <a:tc>
                  <a:txBody>
                    <a:bodyPr anchor="t">
                      <a:noAutofit/>
                    </a:bodyPr>
                    <a:p>
                      <a:pPr defTabSz="914400">
                        <a:lnSpc>
                          <a:spcPct val="115000"/>
                        </a:lnSpc>
                      </a:pPr>
                      <a:r>
                        <a:rPr lang="en-US" sz="1800" b="0" u="none" strike="noStrike">
                          <a:solidFill>
                            <a:schemeClr val="dk1"/>
                          </a:solidFill>
                          <a:effectLst/>
                          <a:uFillTx/>
                          <a:latin typeface="Arial"/>
                          <a:ea typeface="微软雅黑"/>
                        </a:rPr>
                        <a:t>Picky, finding the food not to my taste, the server gave too little, the line is too long...</a:t>
                      </a:r>
                      <a:endParaRPr lang="en-US" sz="18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accent1">
                        <a:tint val="20000"/>
                      </a:schemeClr>
                    </a:solidFill>
                  </a:tcPr>
                </a:tc>
                <a:tc>
                  <a:txBody>
                    <a:bodyPr anchor="t">
                      <a:noAutofit/>
                    </a:bodyPr>
                    <a:p>
                      <a:pPr defTabSz="914400">
                        <a:lnSpc>
                          <a:spcPct val="115000"/>
                        </a:lnSpc>
                      </a:pPr>
                      <a:r>
                        <a:rPr lang="en-US" sz="1800" b="0" u="none" strike="noStrike">
                          <a:solidFill>
                            <a:schemeClr val="dk1"/>
                          </a:solidFill>
                          <a:effectLst/>
                          <a:uFillTx/>
                          <a:latin typeface="Arial"/>
                          <a:ea typeface="微软雅黑"/>
                        </a:rPr>
                        <a:t>40%</a:t>
                      </a:r>
                      <a:endParaRPr lang="en-US" sz="18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accent1">
                        <a:tint val="20000"/>
                      </a:schemeClr>
                    </a:solidFill>
                  </a:tcPr>
                </a:tc>
                <a:tc>
                  <a:txBody>
                    <a:bodyPr anchor="t">
                      <a:noAutofit/>
                    </a:bodyPr>
                    <a:p>
                      <a:pPr defTabSz="914400">
                        <a:lnSpc>
                          <a:spcPct val="115000"/>
                        </a:lnSpc>
                      </a:pPr>
                      <a:r>
                        <a:rPr lang="en-US" sz="1800" b="0" u="none" strike="noStrike">
                          <a:solidFill>
                            <a:schemeClr val="dk1"/>
                          </a:solidFill>
                          <a:effectLst/>
                          <a:uFillTx/>
                          <a:latin typeface="Arial"/>
                          <a:ea typeface="微软雅黑"/>
                        </a:rPr>
                        <a:t>Thinking of all the labor that went into this meal, truly savoring the nourishment, feeling deeply content and energized</a:t>
                      </a:r>
                      <a:endParaRPr lang="en-US" sz="18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accent1">
                        <a:tint val="20000"/>
                      </a:schemeClr>
                    </a:solidFill>
                  </a:tcPr>
                </a:tc>
                <a:tc>
                  <a:txBody>
                    <a:bodyPr anchor="t">
                      <a:noAutofit/>
                    </a:bodyPr>
                    <a:p>
                      <a:pPr defTabSz="914400">
                        <a:lnSpc>
                          <a:spcPct val="115000"/>
                        </a:lnSpc>
                      </a:pPr>
                      <a:r>
                        <a:rPr lang="en-US" sz="1800" b="0" u="none" strike="noStrike">
                          <a:solidFill>
                            <a:schemeClr val="dk1"/>
                          </a:solidFill>
                          <a:effectLst/>
                          <a:uFillTx/>
                          <a:latin typeface="Arial"/>
                          <a:ea typeface="微软雅黑"/>
                        </a:rPr>
                        <a:t>60%</a:t>
                      </a:r>
                      <a:endParaRPr lang="en-US" sz="18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accent1">
                        <a:tint val="20000"/>
                      </a:schemeClr>
                    </a:solidFill>
                  </a:tcPr>
                </a:tc>
              </a:tr>
              <a:tr h="914400">
                <a:tc>
                  <a:txBody>
                    <a:bodyPr anchor="t">
                      <a:noAutofit/>
                    </a:bodyPr>
                    <a:p>
                      <a:pPr defTabSz="914400">
                        <a:lnSpc>
                          <a:spcPct val="115000"/>
                        </a:lnSpc>
                      </a:pPr>
                      <a:r>
                        <a:rPr lang="en-US" sz="1800" b="0" u="none" strike="noStrike">
                          <a:solidFill>
                            <a:schemeClr val="dk1"/>
                          </a:solidFill>
                          <a:effectLst/>
                          <a:uFillTx/>
                          <a:latin typeface="Arial"/>
                          <a:ea typeface="微软雅黑"/>
                        </a:rPr>
                        <a:t>With family</a:t>
                      </a:r>
                      <a:endParaRPr lang="en-US" sz="18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accent1">
                        <a:tint val="40000"/>
                      </a:schemeClr>
                    </a:solidFill>
                  </a:tcPr>
                </a:tc>
                <a:tc>
                  <a:txBody>
                    <a:bodyPr anchor="t">
                      <a:noAutofit/>
                    </a:bodyPr>
                    <a:p>
                      <a:pPr>
                        <a:lnSpc>
                          <a:spcPct val="115000"/>
                        </a:lnSpc>
                      </a:pPr>
                      <a:endParaRPr lang="en-US" sz="1800" b="0" u="none" strike="noStrike">
                        <a:solidFill>
                          <a:schemeClr val="dk1"/>
                        </a:solidFill>
                        <a:effectLst/>
                        <a:uFillTx/>
                        <a:latin typeface="微软雅黑"/>
                        <a:ea typeface="微软雅黑"/>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accent1">
                        <a:tint val="40000"/>
                      </a:schemeClr>
                    </a:solidFill>
                  </a:tcPr>
                </a:tc>
                <a:tc>
                  <a:txBody>
                    <a:bodyPr anchor="t">
                      <a:noAutofit/>
                    </a:bodyPr>
                    <a:p>
                      <a:pPr>
                        <a:lnSpc>
                          <a:spcPct val="115000"/>
                        </a:lnSpc>
                      </a:pPr>
                      <a:endParaRPr lang="en-US" sz="1800" b="0" u="none" strike="noStrike">
                        <a:solidFill>
                          <a:schemeClr val="dk1"/>
                        </a:solidFill>
                        <a:effectLst/>
                        <a:uFillTx/>
                        <a:latin typeface="微软雅黑"/>
                        <a:ea typeface="微软雅黑"/>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accent1">
                        <a:tint val="40000"/>
                      </a:schemeClr>
                    </a:solidFill>
                  </a:tcPr>
                </a:tc>
                <a:tc>
                  <a:txBody>
                    <a:bodyPr anchor="t">
                      <a:noAutofit/>
                    </a:bodyPr>
                    <a:p>
                      <a:pPr>
                        <a:lnSpc>
                          <a:spcPct val="115000"/>
                        </a:lnSpc>
                      </a:pPr>
                      <a:endParaRPr lang="en-US" sz="1800" b="0" u="none" strike="noStrike">
                        <a:solidFill>
                          <a:schemeClr val="dk1"/>
                        </a:solidFill>
                        <a:effectLst/>
                        <a:uFillTx/>
                        <a:latin typeface="微软雅黑"/>
                        <a:ea typeface="微软雅黑"/>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accent1">
                        <a:tint val="40000"/>
                      </a:schemeClr>
                    </a:solidFill>
                  </a:tcPr>
                </a:tc>
                <a:tc>
                  <a:txBody>
                    <a:bodyPr anchor="t">
                      <a:noAutofit/>
                    </a:bodyPr>
                    <a:p>
                      <a:pPr>
                        <a:lnSpc>
                          <a:spcPct val="115000"/>
                        </a:lnSpc>
                      </a:pPr>
                      <a:endParaRPr lang="en-US" sz="1800" b="0" u="none" strike="noStrike">
                        <a:solidFill>
                          <a:schemeClr val="dk1"/>
                        </a:solidFill>
                        <a:effectLst/>
                        <a:uFillTx/>
                        <a:latin typeface="微软雅黑"/>
                        <a:ea typeface="微软雅黑"/>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accent1">
                        <a:tint val="40000"/>
                      </a:schemeClr>
                    </a:solidFill>
                  </a:tcPr>
                </a:tc>
              </a:tr>
              <a:tr h="502920">
                <a:tc>
                  <a:txBody>
                    <a:bodyPr anchor="t">
                      <a:noAutofit/>
                    </a:bodyPr>
                    <a:p>
                      <a:pPr>
                        <a:lnSpc>
                          <a:spcPct val="115000"/>
                        </a:lnSpc>
                      </a:pPr>
                      <a:endParaRPr lang="en-US" sz="1800" b="0" u="none" strike="noStrike">
                        <a:solidFill>
                          <a:schemeClr val="dk1"/>
                        </a:solidFill>
                        <a:effectLst/>
                        <a:uFillTx/>
                        <a:latin typeface="微软雅黑"/>
                        <a:ea typeface="微软雅黑"/>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accent1">
                        <a:tint val="20000"/>
                      </a:schemeClr>
                    </a:solidFill>
                  </a:tcPr>
                </a:tc>
                <a:tc>
                  <a:txBody>
                    <a:bodyPr anchor="t">
                      <a:noAutofit/>
                    </a:bodyPr>
                    <a:p>
                      <a:pPr>
                        <a:lnSpc>
                          <a:spcPct val="115000"/>
                        </a:lnSpc>
                      </a:pPr>
                      <a:endParaRPr lang="en-US" sz="1800" b="0" u="none" strike="noStrike">
                        <a:solidFill>
                          <a:schemeClr val="dk1"/>
                        </a:solidFill>
                        <a:effectLst/>
                        <a:uFillTx/>
                        <a:latin typeface="微软雅黑"/>
                        <a:ea typeface="微软雅黑"/>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accent1">
                        <a:tint val="20000"/>
                      </a:schemeClr>
                    </a:solidFill>
                  </a:tcPr>
                </a:tc>
                <a:tc>
                  <a:txBody>
                    <a:bodyPr anchor="t">
                      <a:noAutofit/>
                    </a:bodyPr>
                    <a:p>
                      <a:pPr>
                        <a:lnSpc>
                          <a:spcPct val="115000"/>
                        </a:lnSpc>
                      </a:pPr>
                      <a:endParaRPr lang="en-US" sz="1800" b="0" u="none" strike="noStrike">
                        <a:solidFill>
                          <a:schemeClr val="dk1"/>
                        </a:solidFill>
                        <a:effectLst/>
                        <a:uFillTx/>
                        <a:latin typeface="微软雅黑"/>
                        <a:ea typeface="微软雅黑"/>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accent1">
                        <a:tint val="20000"/>
                      </a:schemeClr>
                    </a:solidFill>
                  </a:tcPr>
                </a:tc>
                <a:tc>
                  <a:txBody>
                    <a:bodyPr anchor="t">
                      <a:noAutofit/>
                    </a:bodyPr>
                    <a:p>
                      <a:pPr>
                        <a:lnSpc>
                          <a:spcPct val="115000"/>
                        </a:lnSpc>
                      </a:pPr>
                      <a:endParaRPr lang="en-US" sz="1800" b="0" u="none" strike="noStrike">
                        <a:solidFill>
                          <a:schemeClr val="dk1"/>
                        </a:solidFill>
                        <a:effectLst/>
                        <a:uFillTx/>
                        <a:latin typeface="微软雅黑"/>
                        <a:ea typeface="微软雅黑"/>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accent1">
                        <a:tint val="20000"/>
                      </a:schemeClr>
                    </a:solidFill>
                  </a:tcPr>
                </a:tc>
                <a:tc>
                  <a:txBody>
                    <a:bodyPr anchor="t">
                      <a:noAutofit/>
                    </a:bodyPr>
                    <a:p>
                      <a:pPr>
                        <a:lnSpc>
                          <a:spcPct val="115000"/>
                        </a:lnSpc>
                      </a:pPr>
                      <a:endParaRPr lang="en-US" sz="1800" b="0" u="none" strike="noStrike">
                        <a:solidFill>
                          <a:schemeClr val="dk1"/>
                        </a:solidFill>
                        <a:effectLst/>
                        <a:uFillTx/>
                        <a:latin typeface="微软雅黑"/>
                        <a:ea typeface="微软雅黑"/>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accent1">
                        <a:tint val="20000"/>
                      </a:schemeClr>
                    </a:solidFill>
                  </a:tcPr>
                </a:tc>
              </a:tr>
            </a:tbl>
          </a:graphicData>
        </a:graphic>
      </p:graphicFrame>
      <p:sp>
        <p:nvSpPr>
          <p:cNvPr id="606" name="文本框 7"/>
          <p:cNvSpPr/>
          <p:nvPr/>
        </p:nvSpPr>
        <p:spPr>
          <a:xfrm>
            <a:off x="622800" y="1153800"/>
            <a:ext cx="10660680" cy="100512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lang="en-US" sz="2000" b="0" u="none" strike="noStrike">
                <a:solidFill>
                  <a:schemeClr val="dk1"/>
                </a:solidFill>
                <a:effectLst/>
                <a:uFillTx/>
                <a:latin typeface="Arial"/>
                <a:ea typeface="微软雅黑"/>
              </a:rPr>
              <a:t>Observe your behaviors and inner states in various life situations — with gratitude and without. Fill in the table below, and estimate the proportion of time gratitude is "online" vs. "offline" in each situation.</a:t>
            </a:r>
            <a:endParaRPr lang="en-US" sz="2000" b="0" u="none" strike="noStrike">
              <a:solidFill>
                <a:srgbClr val="000000"/>
              </a:solidFill>
              <a:effectLst/>
              <a:uFillTx/>
              <a:latin typeface="Arial"/>
            </a:endParaRPr>
          </a:p>
        </p:txBody>
      </p:sp>
      <p:sp>
        <p:nvSpPr>
          <p:cNvPr id="3" name="PlaceHolder 2"/>
          <p:cNvSpPr>
            <a:spLocks noGrp="1"/>
          </p:cNvSpPr>
          <p:nvPr>
            <p:ph type="sldNum" idx="6"/>
          </p:nvPr>
        </p:nvSpPr>
        <p:spPr/>
        <p:txBody>
          <a:bodyPr/>
          <a:p>
            <a:fld id="{6418B54F-403F-47A6-9399-2EC72A49AB3B}" type="slidenum">
              <a:t>6</a:t>
            </a:fld>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07" name="椭圆 5"/>
          <p:cNvSpPr/>
          <p:nvPr/>
        </p:nvSpPr>
        <p:spPr>
          <a:xfrm>
            <a:off x="-1349280" y="-859680"/>
            <a:ext cx="2244600" cy="2139120"/>
          </a:xfrm>
          <a:prstGeom prst="ellipse">
            <a:avLst/>
          </a:prstGeom>
          <a:solidFill>
            <a:schemeClr val="accent1">
              <a:lumMod val="60000"/>
              <a:lumOff val="40000"/>
              <a:alpha val="90000"/>
            </a:schemeClr>
          </a:solidFill>
          <a:ln>
            <a:noFill/>
          </a:ln>
        </p:spPr>
        <p:style>
          <a:lnRef idx="2">
            <a:schemeClr val="accent1">
              <a:lumMod val="75000"/>
            </a:schemeClr>
          </a:lnRef>
          <a:fillRef idx="1">
            <a:schemeClr val="accent1"/>
          </a:fillRef>
          <a:effectRef idx="0"/>
          <a:fontRef idx="minor"/>
        </p:style>
        <p:txBody>
          <a:bodyPr lIns="90000" rIns="90000" tIns="45000" bIns="45000" anchor="ctr">
            <a:noAutofit/>
          </a:bodyPr>
          <a:p>
            <a:pPr algn="ctr" defTabSz="914400">
              <a:lnSpc>
                <a:spcPct val="100000"/>
              </a:lnSpc>
            </a:pPr>
            <a:endParaRPr lang="en-US" sz="1800" b="0" u="none" strike="noStrike">
              <a:solidFill>
                <a:schemeClr val="lt1"/>
              </a:solidFill>
              <a:effectLst/>
              <a:uFillTx/>
              <a:latin typeface="Arial"/>
              <a:ea typeface="微软雅黑"/>
            </a:endParaRPr>
          </a:p>
        </p:txBody>
      </p:sp>
      <p:sp>
        <p:nvSpPr>
          <p:cNvPr id="608" name="项标题" descr="7b0a202020202262756c6c6574223a20227b5c2263617465676f727949645c223a5c225c222c5c2274656d706c61746549645c223a32303233313638347d220a7d0a"/>
          <p:cNvSpPr/>
          <p:nvPr/>
        </p:nvSpPr>
        <p:spPr>
          <a:xfrm>
            <a:off x="5306760" y="3295800"/>
            <a:ext cx="6077520" cy="2415240"/>
          </a:xfrm>
          <a:prstGeom prst="rect">
            <a:avLst/>
          </a:prstGeom>
          <a:noFill/>
          <a:ln w="0">
            <a:noFill/>
          </a:ln>
        </p:spPr>
        <p:style>
          <a:lnRef idx="0"/>
          <a:fillRef idx="0"/>
          <a:effectRef idx="0"/>
          <a:fontRef idx="minor"/>
        </p:style>
        <p:txBody>
          <a:bodyPr lIns="0" rIns="0" tIns="0" bIns="0" anchor="ctr">
            <a:noAutofit/>
          </a:bodyPr>
          <a:p>
            <a:pPr marL="343080" indent="-343080" defTabSz="914400">
              <a:lnSpc>
                <a:spcPct val="150000"/>
              </a:lnSpc>
              <a:buSzPct val="100017"/>
              <a:buBlip>
                <a:blip r:embed="rId1"/>
              </a:buBlip>
            </a:pPr>
            <a:r>
              <a:rPr lang="zh-CN" sz="2400" b="0" u="none" spc="300" strike="noStrike">
                <a:solidFill>
                  <a:schemeClr val="dk1">
                    <a:lumMod val="85000"/>
                    <a:lumOff val="15000"/>
                  </a:schemeClr>
                </a:solidFill>
                <a:effectLst/>
                <a:uFillTx/>
                <a:latin typeface="Arial"/>
                <a:ea typeface="微软雅黑"/>
              </a:rPr>
              <a:t>在生活的各个场景中，我的感恩心</a:t>
            </a:r>
            <a:r>
              <a:rPr lang="en-US" sz="2400" b="0" u="none" spc="300" strike="noStrike">
                <a:solidFill>
                  <a:schemeClr val="dk1">
                    <a:lumMod val="85000"/>
                    <a:lumOff val="15000"/>
                  </a:schemeClr>
                </a:solidFill>
                <a:effectLst/>
                <a:uFillTx/>
                <a:latin typeface="Arial"/>
                <a:ea typeface="微软雅黑"/>
              </a:rPr>
              <a:t>“在线”情况是怎样的？</a:t>
            </a:r>
            <a:endParaRPr lang="en-US" sz="2400" b="0" u="none" strike="noStrike">
              <a:solidFill>
                <a:srgbClr val="000000"/>
              </a:solidFill>
              <a:effectLst/>
              <a:uFillTx/>
              <a:latin typeface="Arial"/>
            </a:endParaRPr>
          </a:p>
          <a:p>
            <a:pPr marL="343080" indent="-343080" defTabSz="914400">
              <a:lnSpc>
                <a:spcPct val="150000"/>
              </a:lnSpc>
              <a:buSzPct val="100017"/>
              <a:buBlip>
                <a:blip r:embed="rId2"/>
              </a:buBlip>
            </a:pPr>
            <a:r>
              <a:rPr lang="zh-CN" sz="2400" b="0" u="none" spc="300" strike="noStrike">
                <a:solidFill>
                  <a:schemeClr val="dk1">
                    <a:lumMod val="85000"/>
                    <a:lumOff val="15000"/>
                  </a:schemeClr>
                </a:solidFill>
                <a:effectLst/>
                <a:uFillTx/>
                <a:latin typeface="Arial"/>
                <a:ea typeface="微软雅黑"/>
              </a:rPr>
              <a:t>当对身边的人、事、物心怀感恩时，心理感受是怎样的？身体感受是怎样的？</a:t>
            </a:r>
            <a:endParaRPr lang="en-US" sz="2400" b="0" u="none" strike="noStrike">
              <a:solidFill>
                <a:srgbClr val="000000"/>
              </a:solidFill>
              <a:effectLst/>
              <a:uFillTx/>
              <a:latin typeface="Arial"/>
            </a:endParaRPr>
          </a:p>
        </p:txBody>
      </p:sp>
      <p:sp>
        <p:nvSpPr>
          <p:cNvPr id="609" name="标题 3"/>
          <p:cNvSpPr/>
          <p:nvPr/>
        </p:nvSpPr>
        <p:spPr>
          <a:xfrm>
            <a:off x="5705640" y="1849680"/>
            <a:ext cx="4900680" cy="924480"/>
          </a:xfrm>
          <a:prstGeom prst="rect">
            <a:avLst/>
          </a:prstGeom>
          <a:noFill/>
          <a:ln w="0">
            <a:noFill/>
          </a:ln>
        </p:spPr>
        <p:style>
          <a:lnRef idx="0"/>
          <a:fillRef idx="0"/>
          <a:effectRef idx="0"/>
          <a:fontRef idx="minor"/>
        </p:style>
        <p:txBody>
          <a:bodyPr lIns="0" rIns="0" tIns="0" bIns="0" anchor="b">
            <a:normAutofit/>
          </a:bodyPr>
          <a:p>
            <a:pPr defTabSz="914400">
              <a:lnSpc>
                <a:spcPct val="100000"/>
              </a:lnSpc>
            </a:pPr>
            <a:r>
              <a:rPr lang="zh-CN" sz="4890" b="1" u="none" strike="noStrike">
                <a:solidFill>
                  <a:schemeClr val="lt2">
                    <a:lumMod val="25000"/>
                  </a:schemeClr>
                </a:solidFill>
                <a:effectLst/>
                <a:uFillTx/>
                <a:latin typeface="Arial"/>
                <a:ea typeface="微软雅黑"/>
              </a:rPr>
              <a:t>交流分享</a:t>
            </a:r>
            <a:r>
              <a:rPr lang="en-US" sz="4890" b="1" u="none" strike="noStrike">
                <a:solidFill>
                  <a:schemeClr val="lt2">
                    <a:lumMod val="25000"/>
                  </a:schemeClr>
                </a:solidFill>
                <a:effectLst/>
                <a:uFillTx/>
                <a:latin typeface="Arial"/>
                <a:ea typeface="微软雅黑"/>
              </a:rPr>
              <a:t> </a:t>
            </a:r>
            <a:r>
              <a:rPr lang="en-US" sz="2400" b="1" u="none" strike="noStrike">
                <a:solidFill>
                  <a:schemeClr val="lt2">
                    <a:lumMod val="25000"/>
                  </a:schemeClr>
                </a:solidFill>
                <a:effectLst/>
                <a:uFillTx/>
                <a:latin typeface="Arial"/>
                <a:ea typeface="微软雅黑"/>
              </a:rPr>
              <a:t>(15</a:t>
            </a:r>
            <a:r>
              <a:rPr lang="zh-CN" sz="2400" b="1" u="none" strike="noStrike">
                <a:solidFill>
                  <a:schemeClr val="lt2">
                    <a:lumMod val="25000"/>
                  </a:schemeClr>
                </a:solidFill>
                <a:effectLst/>
                <a:uFillTx/>
                <a:latin typeface="Arial"/>
                <a:ea typeface="微软雅黑"/>
              </a:rPr>
              <a:t>分钟</a:t>
            </a:r>
            <a:r>
              <a:rPr lang="en-US" sz="2400" b="1" u="none" strike="noStrike">
                <a:solidFill>
                  <a:schemeClr val="lt2">
                    <a:lumMod val="25000"/>
                  </a:schemeClr>
                </a:solidFill>
                <a:effectLst/>
                <a:uFillTx/>
                <a:latin typeface="Arial"/>
                <a:ea typeface="微软雅黑"/>
              </a:rPr>
              <a:t>)</a:t>
            </a:r>
            <a:endParaRPr lang="en-US" sz="24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10" name="标题"/>
          <p:cNvSpPr/>
          <p:nvPr/>
        </p:nvSpPr>
        <p:spPr>
          <a:xfrm>
            <a:off x="1191960" y="3217680"/>
            <a:ext cx="4292280" cy="2219040"/>
          </a:xfrm>
          <a:prstGeom prst="rect">
            <a:avLst/>
          </a:prstGeom>
          <a:noFill/>
          <a:ln w="0">
            <a:noFill/>
          </a:ln>
        </p:spPr>
        <p:style>
          <a:lnRef idx="0"/>
          <a:fillRef idx="0"/>
          <a:effectRef idx="0"/>
          <a:fontRef idx="minor"/>
        </p:style>
        <p:txBody>
          <a:bodyPr lIns="0" rIns="0" tIns="0" bIns="0" anchor="t">
            <a:normAutofit/>
          </a:bodyPr>
          <a:p>
            <a:pPr defTabSz="914400">
              <a:lnSpc>
                <a:spcPct val="150000"/>
              </a:lnSpc>
            </a:pPr>
            <a:r>
              <a:rPr lang="zh-CN" sz="4800" b="1" u="none" strike="noStrike">
                <a:solidFill>
                  <a:srgbClr val="262626"/>
                </a:solidFill>
                <a:effectLst/>
                <a:uFillTx/>
                <a:latin typeface="Arial"/>
                <a:ea typeface="微软雅黑"/>
              </a:rPr>
              <a:t>利益思维</a:t>
            </a:r>
            <a:endParaRPr lang="en-US" sz="4800" b="0" u="none" strike="noStrike">
              <a:solidFill>
                <a:srgbClr val="000000"/>
              </a:solidFill>
              <a:effectLst/>
              <a:uFillTx/>
              <a:latin typeface="Arial"/>
            </a:endParaRPr>
          </a:p>
        </p:txBody>
      </p:sp>
      <p:sp>
        <p:nvSpPr>
          <p:cNvPr id="611" name="节编号"/>
          <p:cNvSpPr/>
          <p:nvPr/>
        </p:nvSpPr>
        <p:spPr>
          <a:xfrm>
            <a:off x="1190520" y="1855080"/>
            <a:ext cx="4263120" cy="1222560"/>
          </a:xfrm>
          <a:prstGeom prst="rect">
            <a:avLst/>
          </a:prstGeom>
          <a:noFill/>
          <a:ln w="0">
            <a:noFill/>
          </a:ln>
        </p:spPr>
        <p:style>
          <a:lnRef idx="0"/>
          <a:fillRef idx="0"/>
          <a:effectRef idx="0"/>
          <a:fontRef idx="minor"/>
        </p:style>
        <p:txBody>
          <a:bodyPr wrap="none" lIns="0" rIns="0" tIns="0" bIns="0" anchor="ctr">
            <a:normAutofit/>
          </a:bodyPr>
          <a:p>
            <a:pPr defTabSz="914400">
              <a:lnSpc>
                <a:spcPct val="130000"/>
              </a:lnSpc>
              <a:spcBef>
                <a:spcPts val="1001"/>
              </a:spcBef>
              <a:tabLst>
                <a:tab algn="l" pos="0"/>
              </a:tabLst>
            </a:pPr>
            <a:r>
              <a:rPr lang="en-US" sz="5400" b="1" u="none" strike="noStrike">
                <a:solidFill>
                  <a:srgbClr val="8d624f"/>
                </a:solidFill>
                <a:effectLst/>
                <a:uFillTx/>
                <a:latin typeface="Arial"/>
                <a:ea typeface="微软雅黑"/>
              </a:rPr>
              <a:t>PART 02</a:t>
            </a:r>
            <a:endParaRPr lang="en-US" sz="5400" b="0" u="none" strike="noStrike">
              <a:solidFill>
                <a:srgbClr val="000000"/>
              </a:solidFill>
              <a:effectLst/>
              <a:uFillTx/>
              <a:latin typeface="Arial"/>
            </a:endParaRPr>
          </a:p>
        </p:txBody>
      </p:sp>
      <p:sp>
        <p:nvSpPr>
          <p:cNvPr id="612" name="弦形 2"/>
          <p:cNvSpPr/>
          <p:nvPr/>
        </p:nvSpPr>
        <p:spPr>
          <a:xfrm>
            <a:off x="10685880" y="1906920"/>
            <a:ext cx="3001320" cy="3028320"/>
          </a:xfrm>
          <a:prstGeom prst="chord">
            <a:avLst>
              <a:gd name="adj1" fmla="val 5338894"/>
              <a:gd name="adj2" fmla="val 16200000"/>
            </a:avLst>
          </a:prstGeom>
          <a:solidFill>
            <a:schemeClr val="accent1">
              <a:lumMod val="60000"/>
              <a:lumOff val="40000"/>
              <a:alpha val="90000"/>
            </a:schemeClr>
          </a:solidFill>
          <a:ln>
            <a:noFill/>
          </a:ln>
        </p:spPr>
        <p:style>
          <a:lnRef idx="2">
            <a:schemeClr val="accent1">
              <a:lumMod val="75000"/>
            </a:schemeClr>
          </a:lnRef>
          <a:fillRef idx="1">
            <a:schemeClr val="accent1"/>
          </a:fillRef>
          <a:effectRef idx="0"/>
          <a:fontRef idx="minor"/>
        </p:style>
        <p:txBody>
          <a:bodyPr lIns="90000" rIns="90000" tIns="45000" bIns="45000" anchor="ctr">
            <a:noAutofit/>
          </a:bodyPr>
          <a:p>
            <a:pPr algn="ctr" defTabSz="914400">
              <a:lnSpc>
                <a:spcPct val="100000"/>
              </a:lnSpc>
            </a:pPr>
            <a:endParaRPr lang="en-US" sz="1800" b="0" u="none" strike="noStrike">
              <a:solidFill>
                <a:schemeClr val="lt1"/>
              </a:solidFill>
              <a:effectLst/>
              <a:uFillTx/>
              <a:latin typeface="Arial"/>
              <a:ea typeface="微软雅黑"/>
            </a:endParaRPr>
          </a:p>
        </p:txBody>
      </p:sp>
      <p:sp>
        <p:nvSpPr>
          <p:cNvPr id="2" name="PlaceHolder 1"/>
          <p:cNvSpPr>
            <a:spLocks noGrp="1"/>
          </p:cNvSpPr>
          <p:nvPr>
            <p:ph type="sldNum" idx="30"/>
          </p:nvPr>
        </p:nvSpPr>
        <p:spPr/>
        <p:txBody>
          <a:bodyPr/>
          <a:p>
            <a:fld id="{26F28FCE-7E68-4D6F-A522-73F97800CEC5}" type="slidenum">
              <a:t>8</a:t>
            </a:fld>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13" name="椭圆 18"/>
          <p:cNvSpPr/>
          <p:nvPr/>
        </p:nvSpPr>
        <p:spPr>
          <a:xfrm>
            <a:off x="10768320" y="-819720"/>
            <a:ext cx="2244600" cy="2139120"/>
          </a:xfrm>
          <a:prstGeom prst="ellipse">
            <a:avLst/>
          </a:prstGeom>
          <a:solidFill>
            <a:schemeClr val="accent1">
              <a:lumMod val="60000"/>
              <a:lumOff val="40000"/>
              <a:alpha val="90000"/>
            </a:schemeClr>
          </a:solidFill>
          <a:ln>
            <a:noFill/>
          </a:ln>
        </p:spPr>
        <p:style>
          <a:lnRef idx="2">
            <a:schemeClr val="accent1">
              <a:lumMod val="75000"/>
            </a:schemeClr>
          </a:lnRef>
          <a:fillRef idx="1">
            <a:schemeClr val="accent1"/>
          </a:fillRef>
          <a:effectRef idx="0"/>
          <a:fontRef idx="minor"/>
        </p:style>
        <p:txBody>
          <a:bodyPr lIns="90000" rIns="90000" tIns="45000" bIns="45000" anchor="ctr">
            <a:noAutofit/>
          </a:bodyPr>
          <a:p>
            <a:pPr algn="ctr" defTabSz="914400">
              <a:lnSpc>
                <a:spcPct val="100000"/>
              </a:lnSpc>
            </a:pPr>
            <a:endParaRPr lang="en-US" sz="1800" b="0" u="none" strike="noStrike">
              <a:solidFill>
                <a:schemeClr val="lt1"/>
              </a:solidFill>
              <a:effectLst/>
              <a:uFillTx/>
              <a:latin typeface="Arial"/>
              <a:ea typeface="微软雅黑"/>
            </a:endParaRPr>
          </a:p>
        </p:txBody>
      </p:sp>
      <p:sp>
        <p:nvSpPr>
          <p:cNvPr id="614" name="PlaceHolder 1"/>
          <p:cNvSpPr>
            <a:spLocks noGrp="1"/>
          </p:cNvSpPr>
          <p:nvPr>
            <p:ph type="title"/>
          </p:nvPr>
        </p:nvSpPr>
        <p:spPr>
          <a:xfrm>
            <a:off x="2049840" y="198720"/>
            <a:ext cx="7803360" cy="969480"/>
          </a:xfrm>
          <a:prstGeom prst="rect">
            <a:avLst/>
          </a:prstGeom>
          <a:noFill/>
          <a:ln w="0">
            <a:noFill/>
          </a:ln>
        </p:spPr>
        <p:txBody>
          <a:bodyPr lIns="91440" rIns="91440" tIns="45720" bIns="45720" anchor="ctr">
            <a:normAutofit fontScale="92500" lnSpcReduction="9999"/>
          </a:bodyPr>
          <a:p>
            <a:pPr indent="0" algn="ctr" defTabSz="914400">
              <a:lnSpc>
                <a:spcPct val="150000"/>
              </a:lnSpc>
              <a:buNone/>
              <a:tabLst>
                <a:tab algn="l" pos="0"/>
              </a:tabLst>
            </a:pPr>
            <a:r>
              <a:rPr lang="zh-CN" sz="4400" b="1" u="none" strike="noStrike">
                <a:solidFill>
                  <a:schemeClr val="accent1">
                    <a:lumMod val="50000"/>
                  </a:schemeClr>
                </a:solidFill>
                <a:effectLst/>
                <a:uFillTx/>
                <a:latin typeface="Arial"/>
                <a:ea typeface="微软雅黑"/>
              </a:rPr>
              <a:t>为什么要修感恩心（利益思维）</a:t>
            </a:r>
            <a:endParaRPr lang="en-US" sz="4400" b="0" u="none" strike="noStrike">
              <a:solidFill>
                <a:srgbClr val="000000"/>
              </a:solidFill>
              <a:effectLst/>
              <a:uFillTx/>
              <a:latin typeface="Arial"/>
            </a:endParaRPr>
          </a:p>
        </p:txBody>
      </p:sp>
      <p:grpSp>
        <p:nvGrpSpPr>
          <p:cNvPr id="615" name="组合 110"/>
          <p:cNvGrpSpPr/>
          <p:nvPr/>
        </p:nvGrpSpPr>
        <p:grpSpPr>
          <a:xfrm>
            <a:off x="320760" y="1383120"/>
            <a:ext cx="10628280" cy="4876560"/>
            <a:chOff x="320760" y="1383120"/>
            <a:chExt cx="10628280" cy="4876560"/>
          </a:xfrm>
        </p:grpSpPr>
        <p:sp>
          <p:nvSpPr>
            <p:cNvPr id="616" name="矩形 111"/>
            <p:cNvSpPr/>
            <p:nvPr/>
          </p:nvSpPr>
          <p:spPr>
            <a:xfrm>
              <a:off x="528840" y="1383120"/>
              <a:ext cx="10420200" cy="4876560"/>
            </a:xfrm>
            <a:prstGeom prst="rect">
              <a:avLst/>
            </a:prstGeom>
            <a:solidFill>
              <a:schemeClr val="bg1"/>
            </a:solidFill>
            <a:ln w="22225">
              <a:solidFill>
                <a:srgbClr val="404040"/>
              </a:solidFill>
            </a:ln>
            <a:effectLst>
              <a:outerShdw algn="tl" dir="2700000" dist="37674" rotWithShape="0">
                <a:schemeClr val="accent1">
                  <a:alpha val="100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lang="en-US" sz="1800" b="0" u="none" strike="noStrike">
                <a:solidFill>
                  <a:schemeClr val="lt1"/>
                </a:solidFill>
                <a:effectLst/>
                <a:uFillTx/>
                <a:latin typeface="Arial"/>
                <a:ea typeface="微软雅黑"/>
              </a:endParaRPr>
            </a:p>
          </p:txBody>
        </p:sp>
        <p:grpSp>
          <p:nvGrpSpPr>
            <p:cNvPr id="617" name="组合 112"/>
            <p:cNvGrpSpPr/>
            <p:nvPr/>
          </p:nvGrpSpPr>
          <p:grpSpPr>
            <a:xfrm>
              <a:off x="320760" y="1883520"/>
              <a:ext cx="424080" cy="596160"/>
              <a:chOff x="320760" y="1883520"/>
              <a:chExt cx="424080" cy="596160"/>
            </a:xfrm>
          </p:grpSpPr>
          <p:sp>
            <p:nvSpPr>
              <p:cNvPr id="618" name="矩形 113"/>
              <p:cNvSpPr/>
              <p:nvPr/>
            </p:nvSpPr>
            <p:spPr>
              <a:xfrm>
                <a:off x="517680" y="1883520"/>
                <a:ext cx="227160" cy="596160"/>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lang="en-US" sz="1800" b="0" u="none" strike="noStrike">
                  <a:solidFill>
                    <a:schemeClr val="lt1"/>
                  </a:solidFill>
                  <a:effectLst/>
                  <a:uFillTx/>
                  <a:latin typeface="Arial"/>
                  <a:ea typeface="微软雅黑"/>
                </a:endParaRPr>
              </a:p>
            </p:txBody>
          </p:sp>
          <p:sp>
            <p:nvSpPr>
              <p:cNvPr id="619" name="PA_ImportSvg_636983900241446251"/>
              <p:cNvSpPr/>
              <p:nvPr/>
            </p:nvSpPr>
            <p:spPr>
              <a:xfrm rot="10800000">
                <a:off x="320760" y="1964520"/>
                <a:ext cx="417240" cy="436680"/>
              </a:xfrm>
              <a:custGeom>
                <a:avLst/>
                <a:gdLst>
                  <a:gd name="textAreaLeft" fmla="*/ 0 w 417240"/>
                  <a:gd name="textAreaRight" fmla="*/ 418680 w 417240"/>
                  <a:gd name="textAreaTop" fmla="*/ 0 h 436680"/>
                  <a:gd name="textAreaBottom" fmla="*/ 438120 h 436680"/>
                </a:gdLst>
                <a:ahLst/>
                <a:cxnLst/>
                <a:rect l="textAreaLeft" t="textAreaTop" r="textAreaRight" b="textAreaBottom"/>
                <a:pathLst>
                  <a:path w="14292586" h="12354751">
                    <a:moveTo>
                      <a:pt x="1" y="0"/>
                    </a:moveTo>
                    <a:lnTo>
                      <a:pt x="6016804" y="0"/>
                    </a:lnTo>
                    <a:lnTo>
                      <a:pt x="6016804" y="4339700"/>
                    </a:lnTo>
                    <a:cubicBezTo>
                      <a:pt x="6016804" y="6110134"/>
                      <a:pt x="5863353" y="7499112"/>
                      <a:pt x="5556444" y="8506676"/>
                    </a:cubicBezTo>
                    <a:cubicBezTo>
                      <a:pt x="5249537" y="9514240"/>
                      <a:pt x="4930378" y="10186854"/>
                      <a:pt x="4095301" y="10992906"/>
                    </a:cubicBezTo>
                    <a:cubicBezTo>
                      <a:pt x="3260225" y="11798956"/>
                      <a:pt x="2680814" y="12040837"/>
                      <a:pt x="1455066" y="12354750"/>
                    </a:cubicBezTo>
                    <a:lnTo>
                      <a:pt x="598736" y="10512869"/>
                    </a:lnTo>
                    <a:cubicBezTo>
                      <a:pt x="1455066" y="10185628"/>
                      <a:pt x="1976770" y="10039677"/>
                      <a:pt x="2781416" y="9204842"/>
                    </a:cubicBezTo>
                    <a:cubicBezTo>
                      <a:pt x="3586062" y="8370008"/>
                      <a:pt x="3645413" y="7562531"/>
                      <a:pt x="3645413" y="6868493"/>
                    </a:cubicBezTo>
                    <a:lnTo>
                      <a:pt x="1" y="6868493"/>
                    </a:lnTo>
                    <a:close/>
                    <a:moveTo>
                      <a:pt x="8275783" y="0"/>
                    </a:moveTo>
                    <a:lnTo>
                      <a:pt x="14292586" y="0"/>
                    </a:lnTo>
                    <a:lnTo>
                      <a:pt x="14292586" y="4339700"/>
                    </a:lnTo>
                    <a:cubicBezTo>
                      <a:pt x="14292586" y="6110134"/>
                      <a:pt x="14139135" y="7499112"/>
                      <a:pt x="13832227" y="8506676"/>
                    </a:cubicBezTo>
                    <a:cubicBezTo>
                      <a:pt x="13525318" y="9514240"/>
                      <a:pt x="13206159" y="10186854"/>
                      <a:pt x="12371083" y="10992906"/>
                    </a:cubicBezTo>
                    <a:cubicBezTo>
                      <a:pt x="11536006" y="11798956"/>
                      <a:pt x="10956597" y="12040837"/>
                      <a:pt x="9730848" y="12354750"/>
                    </a:cubicBezTo>
                    <a:lnTo>
                      <a:pt x="8874518" y="10512869"/>
                    </a:lnTo>
                    <a:cubicBezTo>
                      <a:pt x="9730848" y="10185628"/>
                      <a:pt x="10252552" y="10039677"/>
                      <a:pt x="11057198" y="9204842"/>
                    </a:cubicBezTo>
                    <a:cubicBezTo>
                      <a:pt x="11861845" y="8370008"/>
                      <a:pt x="11921195" y="7562531"/>
                      <a:pt x="11921195" y="6868493"/>
                    </a:cubicBezTo>
                    <a:lnTo>
                      <a:pt x="8275783" y="6868493"/>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numCol="1" spcCol="0" lIns="90000" rIns="90000" tIns="45000" bIns="45000" anchor="ctr">
                <a:noAutofit/>
              </a:bodyPr>
              <a:p>
                <a:pPr algn="ctr" defTabSz="914400">
                  <a:lnSpc>
                    <a:spcPct val="100000"/>
                  </a:lnSpc>
                </a:pPr>
                <a:endParaRPr lang="en-US" sz="1800" b="0" u="none" strike="noStrike">
                  <a:solidFill>
                    <a:schemeClr val="lt1"/>
                  </a:solidFill>
                  <a:effectLst/>
                  <a:uFillTx/>
                  <a:latin typeface="Arial"/>
                  <a:ea typeface="微软雅黑"/>
                </a:endParaRPr>
              </a:p>
            </p:txBody>
          </p:sp>
        </p:grpSp>
      </p:grpSp>
      <p:sp>
        <p:nvSpPr>
          <p:cNvPr id="620" name="Title 6"/>
          <p:cNvSpPr/>
          <p:nvPr/>
        </p:nvSpPr>
        <p:spPr>
          <a:xfrm>
            <a:off x="1136520" y="1633320"/>
            <a:ext cx="9630360" cy="4096080"/>
          </a:xfrm>
          <a:prstGeom prst="rect">
            <a:avLst/>
          </a:prstGeom>
          <a:noFill/>
          <a:ln w="3175">
            <a:noFill/>
          </a:ln>
        </p:spPr>
        <p:style>
          <a:lnRef idx="0"/>
          <a:fillRef idx="0"/>
          <a:effectRef idx="0"/>
          <a:fontRef idx="minor"/>
        </p:style>
        <p:txBody>
          <a:bodyPr lIns="72000" rIns="72000" tIns="36360" bIns="36360" anchor="t">
            <a:noAutofit/>
          </a:bodyPr>
          <a:p>
            <a:pPr defTabSz="913680">
              <a:lnSpc>
                <a:spcPct val="130000"/>
              </a:lnSpc>
              <a:spcBef>
                <a:spcPts val="799"/>
              </a:spcBef>
              <a:tabLst>
                <a:tab algn="l" pos="0"/>
              </a:tabLst>
            </a:pPr>
            <a:r>
              <a:rPr lang="zh-CN" sz="2000" b="0" u="sng" spc="159" strike="noStrike">
                <a:solidFill>
                  <a:schemeClr val="dk1">
                    <a:lumMod val="75000"/>
                    <a:lumOff val="25000"/>
                  </a:schemeClr>
                </a:solidFill>
                <a:effectLst/>
                <a:uFillTx/>
                <a:latin typeface="Arial"/>
                <a:ea typeface="微软雅黑"/>
              </a:rPr>
              <a:t>感恩研究领域的领军人物罗伯特</a:t>
            </a:r>
            <a:r>
              <a:rPr lang="en-US" sz="2000" b="0" u="sng" spc="159" strike="noStrike">
                <a:solidFill>
                  <a:schemeClr val="dk1">
                    <a:lumMod val="75000"/>
                    <a:lumOff val="25000"/>
                  </a:schemeClr>
                </a:solidFill>
                <a:effectLst/>
                <a:uFillTx/>
                <a:latin typeface="Arial"/>
                <a:ea typeface="微软雅黑"/>
              </a:rPr>
              <a:t>·</a:t>
            </a:r>
            <a:r>
              <a:rPr lang="zh-CN" sz="2000" b="0" u="sng" spc="159" strike="noStrike">
                <a:solidFill>
                  <a:schemeClr val="dk1">
                    <a:lumMod val="75000"/>
                    <a:lumOff val="25000"/>
                  </a:schemeClr>
                </a:solidFill>
                <a:effectLst/>
                <a:uFillTx/>
                <a:latin typeface="Arial"/>
                <a:ea typeface="微软雅黑"/>
              </a:rPr>
              <a:t>埃蒙斯的观点（</a:t>
            </a:r>
            <a:r>
              <a:rPr lang="en-US" sz="2000" b="0" u="sng" spc="159" strike="noStrike">
                <a:solidFill>
                  <a:schemeClr val="dk1">
                    <a:lumMod val="75000"/>
                    <a:lumOff val="25000"/>
                  </a:schemeClr>
                </a:solidFill>
                <a:effectLst/>
                <a:uFillTx/>
                <a:latin typeface="Arial"/>
                <a:ea typeface="微软雅黑"/>
              </a:rPr>
              <a:t>Robert Emmons &amp;Mishra, 2012</a:t>
            </a:r>
            <a:r>
              <a:rPr lang="zh-CN" sz="2000" b="0" u="sng" spc="159" strike="noStrike">
                <a:solidFill>
                  <a:schemeClr val="dk1">
                    <a:lumMod val="75000"/>
                    <a:lumOff val="25000"/>
                  </a:schemeClr>
                </a:solidFill>
                <a:effectLst/>
                <a:uFillTx/>
                <a:latin typeface="Arial"/>
                <a:ea typeface="微软雅黑"/>
              </a:rPr>
              <a:t>）​，实践感恩可以带来</a:t>
            </a:r>
            <a:r>
              <a:rPr lang="en-US" sz="2000" b="0" u="sng" spc="159" strike="noStrike">
                <a:solidFill>
                  <a:schemeClr val="dk1">
                    <a:lumMod val="75000"/>
                    <a:lumOff val="25000"/>
                  </a:schemeClr>
                </a:solidFill>
                <a:effectLst/>
                <a:uFillTx/>
                <a:latin typeface="Arial"/>
                <a:ea typeface="微软雅黑"/>
              </a:rPr>
              <a:t>8</a:t>
            </a:r>
            <a:r>
              <a:rPr lang="zh-CN" sz="2000" b="0" u="sng" spc="159" strike="noStrike">
                <a:solidFill>
                  <a:schemeClr val="dk1">
                    <a:lumMod val="75000"/>
                    <a:lumOff val="25000"/>
                  </a:schemeClr>
                </a:solidFill>
                <a:effectLst/>
                <a:uFillTx/>
                <a:latin typeface="Arial"/>
                <a:ea typeface="微软雅黑"/>
              </a:rPr>
              <a:t>种不同的好处，包括：</a:t>
            </a:r>
            <a:endParaRPr lang="en-US" sz="2000" b="0" u="none" strike="noStrike">
              <a:solidFill>
                <a:srgbClr val="000000"/>
              </a:solidFill>
              <a:effectLst/>
              <a:uFillTx/>
              <a:latin typeface="Arial"/>
            </a:endParaRPr>
          </a:p>
          <a:p>
            <a:pPr marL="343080" indent="-343080" defTabSz="913680">
              <a:lnSpc>
                <a:spcPct val="130000"/>
              </a:lnSpc>
              <a:spcBef>
                <a:spcPts val="799"/>
              </a:spcBef>
              <a:buClr>
                <a:srgbClr val="404040"/>
              </a:buClr>
              <a:buFont typeface="Arial"/>
              <a:buAutoNum type="arabicPeriod"/>
              <a:tabLst>
                <a:tab algn="l" pos="0"/>
              </a:tabLst>
            </a:pPr>
            <a:r>
              <a:rPr lang="zh-CN" sz="2000" b="0" u="none" spc="159" strike="noStrike">
                <a:solidFill>
                  <a:schemeClr val="dk1">
                    <a:lumMod val="75000"/>
                    <a:lumOff val="25000"/>
                  </a:schemeClr>
                </a:solidFill>
                <a:effectLst/>
                <a:uFillTx/>
                <a:latin typeface="Arial"/>
                <a:ea typeface="微软雅黑"/>
              </a:rPr>
              <a:t>最佳收益：感恩能让我们从积极的经历中获得最佳收益。</a:t>
            </a:r>
            <a:endParaRPr lang="en-US" sz="2000" b="0" u="none" strike="noStrike">
              <a:solidFill>
                <a:srgbClr val="000000"/>
              </a:solidFill>
              <a:effectLst/>
              <a:uFillTx/>
              <a:latin typeface="Arial"/>
            </a:endParaRPr>
          </a:p>
          <a:p>
            <a:pPr marL="343080" indent="-343080" defTabSz="913680">
              <a:lnSpc>
                <a:spcPct val="130000"/>
              </a:lnSpc>
              <a:spcBef>
                <a:spcPts val="799"/>
              </a:spcBef>
              <a:buClr>
                <a:srgbClr val="404040"/>
              </a:buClr>
              <a:buFont typeface="Arial"/>
              <a:buAutoNum type="arabicPeriod"/>
              <a:tabLst>
                <a:tab algn="l" pos="0"/>
              </a:tabLst>
            </a:pPr>
            <a:r>
              <a:rPr lang="zh-CN" sz="2000" b="0" u="none" spc="159" strike="noStrike">
                <a:solidFill>
                  <a:schemeClr val="dk1">
                    <a:lumMod val="75000"/>
                    <a:lumOff val="25000"/>
                  </a:schemeClr>
                </a:solidFill>
                <a:effectLst/>
                <a:uFillTx/>
                <a:latin typeface="Arial"/>
                <a:ea typeface="微软雅黑"/>
              </a:rPr>
              <a:t>自我价值和自尊：感恩能提升我们的自我价值和自尊。使我们更加自信和高效。避免自怜，这是一种倾向于感觉受害的状态。</a:t>
            </a:r>
            <a:endParaRPr lang="en-US" sz="2000" b="0" u="none" strike="noStrike">
              <a:solidFill>
                <a:srgbClr val="000000"/>
              </a:solidFill>
              <a:effectLst/>
              <a:uFillTx/>
              <a:latin typeface="Arial"/>
            </a:endParaRPr>
          </a:p>
          <a:p>
            <a:pPr marL="343080" indent="-343080" defTabSz="913680">
              <a:lnSpc>
                <a:spcPct val="130000"/>
              </a:lnSpc>
              <a:spcBef>
                <a:spcPts val="799"/>
              </a:spcBef>
              <a:buClr>
                <a:srgbClr val="404040"/>
              </a:buClr>
              <a:buFont typeface="Arial"/>
              <a:buAutoNum type="arabicPeriod"/>
              <a:tabLst>
                <a:tab algn="l" pos="0"/>
              </a:tabLst>
            </a:pPr>
            <a:r>
              <a:rPr lang="zh-CN" sz="2000" b="0" u="none" spc="159" strike="noStrike">
                <a:solidFill>
                  <a:schemeClr val="dk1">
                    <a:lumMod val="75000"/>
                    <a:lumOff val="25000"/>
                  </a:schemeClr>
                </a:solidFill>
                <a:effectLst/>
                <a:uFillTx/>
                <a:latin typeface="Arial"/>
                <a:ea typeface="微软雅黑"/>
              </a:rPr>
              <a:t>应对压力：感恩可以帮助我们应对压力和逆境。在最初的震惊之后，感恩可以帮助我们评估什么是生活中最重要的。</a:t>
            </a:r>
            <a:endParaRPr lang="en-US" sz="2000" b="0" u="none" strike="noStrike">
              <a:solidFill>
                <a:srgbClr val="000000"/>
              </a:solidFill>
              <a:effectLst/>
              <a:uFillTx/>
              <a:latin typeface="Arial"/>
            </a:endParaRPr>
          </a:p>
          <a:p>
            <a:pPr marL="343080" indent="-343080" defTabSz="913680">
              <a:lnSpc>
                <a:spcPct val="130000"/>
              </a:lnSpc>
              <a:spcBef>
                <a:spcPts val="799"/>
              </a:spcBef>
              <a:buClr>
                <a:srgbClr val="404040"/>
              </a:buClr>
              <a:buFont typeface="Arial"/>
              <a:buAutoNum type="arabicPeriod"/>
              <a:tabLst>
                <a:tab algn="l" pos="0"/>
              </a:tabLst>
            </a:pPr>
            <a:r>
              <a:rPr lang="zh-CN" sz="2000" b="0" u="none" spc="159" strike="noStrike">
                <a:solidFill>
                  <a:schemeClr val="dk1">
                    <a:lumMod val="75000"/>
                    <a:lumOff val="25000"/>
                  </a:schemeClr>
                </a:solidFill>
                <a:effectLst/>
                <a:uFillTx/>
                <a:latin typeface="Arial"/>
                <a:ea typeface="微软雅黑"/>
              </a:rPr>
              <a:t>帮助他人：感恩的人更有可能帮助他人。他们变得更能意识到善良和关心的行为，并感到有必要回报。他们不太可能是拜金者，而更可能珍惜他们所拥有的。</a:t>
            </a:r>
            <a:endParaRPr lang="en-US" sz="2000" b="0" u="none" strike="noStrike">
              <a:solidFill>
                <a:srgbClr val="000000"/>
              </a:solidFill>
              <a:effectLst/>
              <a:uFillTx/>
              <a:latin typeface="Arial"/>
            </a:endParaRPr>
          </a:p>
        </p:txBody>
      </p:sp>
      <p:sp>
        <p:nvSpPr>
          <p:cNvPr id="3" name="PlaceHolder 2"/>
          <p:cNvSpPr>
            <a:spLocks noGrp="1"/>
          </p:cNvSpPr>
          <p:nvPr>
            <p:ph type="sldNum" idx="6"/>
          </p:nvPr>
        </p:nvSpPr>
        <p:spPr/>
        <p:txBody>
          <a:bodyPr/>
          <a:p>
            <a:fld id="{5BAE62D8-A895-4078-A2B2-8BF66FA77B4E}" type="slidenum">
              <a:t>9</a:t>
            </a:fld>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21" name="椭圆 18"/>
          <p:cNvSpPr/>
          <p:nvPr/>
        </p:nvSpPr>
        <p:spPr>
          <a:xfrm>
            <a:off x="10768320" y="-819720"/>
            <a:ext cx="2244600" cy="2139120"/>
          </a:xfrm>
          <a:prstGeom prst="ellipse">
            <a:avLst/>
          </a:prstGeom>
          <a:solidFill>
            <a:schemeClr val="accent1">
              <a:lumMod val="60000"/>
              <a:lumOff val="40000"/>
              <a:alpha val="90000"/>
            </a:schemeClr>
          </a:solidFill>
          <a:ln>
            <a:noFill/>
          </a:ln>
        </p:spPr>
        <p:style>
          <a:lnRef idx="2">
            <a:schemeClr val="accent1">
              <a:lumMod val="75000"/>
            </a:schemeClr>
          </a:lnRef>
          <a:fillRef idx="1">
            <a:schemeClr val="accent1"/>
          </a:fillRef>
          <a:effectRef idx="0"/>
          <a:fontRef idx="minor"/>
        </p:style>
        <p:txBody>
          <a:bodyPr lIns="90000" rIns="90000" tIns="45000" bIns="45000" anchor="ctr">
            <a:noAutofit/>
          </a:bodyPr>
          <a:p>
            <a:pPr algn="ctr" defTabSz="914400">
              <a:lnSpc>
                <a:spcPct val="100000"/>
              </a:lnSpc>
            </a:pPr>
            <a:endParaRPr lang="en-US" sz="1800" b="0" u="none" strike="noStrike">
              <a:solidFill>
                <a:schemeClr val="lt1"/>
              </a:solidFill>
              <a:effectLst/>
              <a:uFillTx/>
              <a:latin typeface="Arial"/>
              <a:ea typeface="微软雅黑"/>
            </a:endParaRPr>
          </a:p>
        </p:txBody>
      </p:sp>
      <p:sp>
        <p:nvSpPr>
          <p:cNvPr id="622" name="PlaceHolder 1"/>
          <p:cNvSpPr>
            <a:spLocks noGrp="1"/>
          </p:cNvSpPr>
          <p:nvPr>
            <p:ph type="title"/>
          </p:nvPr>
        </p:nvSpPr>
        <p:spPr>
          <a:xfrm>
            <a:off x="2181240" y="0"/>
            <a:ext cx="7803360" cy="969480"/>
          </a:xfrm>
          <a:prstGeom prst="rect">
            <a:avLst/>
          </a:prstGeom>
          <a:noFill/>
          <a:ln w="0">
            <a:noFill/>
          </a:ln>
        </p:spPr>
        <p:txBody>
          <a:bodyPr lIns="91440" rIns="91440" tIns="45720" bIns="45720" anchor="ctr">
            <a:normAutofit fontScale="92500" lnSpcReduction="9999"/>
          </a:bodyPr>
          <a:p>
            <a:pPr indent="0" algn="ctr" defTabSz="914400">
              <a:lnSpc>
                <a:spcPct val="150000"/>
              </a:lnSpc>
              <a:buNone/>
              <a:tabLst>
                <a:tab algn="l" pos="0"/>
              </a:tabLst>
            </a:pPr>
            <a:r>
              <a:rPr lang="zh-CN" sz="4400" b="1" u="none" strike="noStrike">
                <a:solidFill>
                  <a:schemeClr val="accent1">
                    <a:lumMod val="50000"/>
                  </a:schemeClr>
                </a:solidFill>
                <a:effectLst/>
                <a:uFillTx/>
                <a:latin typeface="Arial"/>
                <a:ea typeface="微软雅黑"/>
              </a:rPr>
              <a:t>为什么要修感恩心（利益思维）</a:t>
            </a:r>
            <a:endParaRPr lang="en-US" sz="4400" b="0" u="none" strike="noStrike">
              <a:solidFill>
                <a:srgbClr val="000000"/>
              </a:solidFill>
              <a:effectLst/>
              <a:uFillTx/>
              <a:latin typeface="Arial"/>
            </a:endParaRPr>
          </a:p>
        </p:txBody>
      </p:sp>
      <p:grpSp>
        <p:nvGrpSpPr>
          <p:cNvPr id="623" name="组合 4"/>
          <p:cNvGrpSpPr/>
          <p:nvPr/>
        </p:nvGrpSpPr>
        <p:grpSpPr>
          <a:xfrm>
            <a:off x="321120" y="1395000"/>
            <a:ext cx="10826640" cy="4782600"/>
            <a:chOff x="321120" y="1395000"/>
            <a:chExt cx="10826640" cy="4782600"/>
          </a:xfrm>
        </p:grpSpPr>
        <p:sp>
          <p:nvSpPr>
            <p:cNvPr id="624" name="矩形 2"/>
            <p:cNvSpPr/>
            <p:nvPr/>
          </p:nvSpPr>
          <p:spPr>
            <a:xfrm>
              <a:off x="507960" y="1395000"/>
              <a:ext cx="10639800" cy="4782600"/>
            </a:xfrm>
            <a:prstGeom prst="rect">
              <a:avLst/>
            </a:prstGeom>
            <a:solidFill>
              <a:schemeClr val="bg1"/>
            </a:solidFill>
            <a:ln w="22225">
              <a:solidFill>
                <a:srgbClr val="404040"/>
              </a:solidFill>
            </a:ln>
            <a:effectLst>
              <a:outerShdw algn="tl" dir="2700000" dist="37674" rotWithShape="0">
                <a:schemeClr val="accent1">
                  <a:alpha val="100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lang="en-US" sz="1800" b="0" u="none" strike="noStrike">
                <a:solidFill>
                  <a:schemeClr val="lt1"/>
                </a:solidFill>
                <a:effectLst/>
                <a:uFillTx/>
                <a:latin typeface="Arial"/>
                <a:ea typeface="微软雅黑"/>
              </a:endParaRPr>
            </a:p>
          </p:txBody>
        </p:sp>
        <p:grpSp>
          <p:nvGrpSpPr>
            <p:cNvPr id="625" name="组合 5"/>
            <p:cNvGrpSpPr/>
            <p:nvPr/>
          </p:nvGrpSpPr>
          <p:grpSpPr>
            <a:xfrm>
              <a:off x="321120" y="1920600"/>
              <a:ext cx="381240" cy="656640"/>
              <a:chOff x="321120" y="1920600"/>
              <a:chExt cx="381240" cy="656640"/>
            </a:xfrm>
          </p:grpSpPr>
          <p:sp>
            <p:nvSpPr>
              <p:cNvPr id="626" name="矩形 11"/>
              <p:cNvSpPr/>
              <p:nvPr/>
            </p:nvSpPr>
            <p:spPr>
              <a:xfrm>
                <a:off x="497880" y="1920600"/>
                <a:ext cx="204480" cy="656640"/>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lang="en-US" sz="1800" b="0" u="none" strike="noStrike">
                  <a:solidFill>
                    <a:schemeClr val="lt1"/>
                  </a:solidFill>
                  <a:effectLst/>
                  <a:uFillTx/>
                  <a:latin typeface="Arial"/>
                  <a:ea typeface="微软雅黑"/>
                </a:endParaRPr>
              </a:p>
            </p:txBody>
          </p:sp>
          <p:sp>
            <p:nvSpPr>
              <p:cNvPr id="627" name="PA_ImportSvg_636983900241446251"/>
              <p:cNvSpPr/>
              <p:nvPr/>
            </p:nvSpPr>
            <p:spPr>
              <a:xfrm rot="10800000">
                <a:off x="321120" y="2009880"/>
                <a:ext cx="375120" cy="480960"/>
              </a:xfrm>
              <a:custGeom>
                <a:avLst/>
                <a:gdLst>
                  <a:gd name="textAreaLeft" fmla="*/ 0 w 375120"/>
                  <a:gd name="textAreaRight" fmla="*/ 376560 w 375120"/>
                  <a:gd name="textAreaTop" fmla="*/ 0 h 480960"/>
                  <a:gd name="textAreaBottom" fmla="*/ 482400 h 480960"/>
                </a:gdLst>
                <a:ahLst/>
                <a:cxnLst/>
                <a:rect l="textAreaLeft" t="textAreaTop" r="textAreaRight" b="textAreaBottom"/>
                <a:pathLst>
                  <a:path w="14292586" h="12354751">
                    <a:moveTo>
                      <a:pt x="1" y="0"/>
                    </a:moveTo>
                    <a:lnTo>
                      <a:pt x="6016804" y="0"/>
                    </a:lnTo>
                    <a:lnTo>
                      <a:pt x="6016804" y="4339700"/>
                    </a:lnTo>
                    <a:cubicBezTo>
                      <a:pt x="6016804" y="6110134"/>
                      <a:pt x="5863353" y="7499112"/>
                      <a:pt x="5556444" y="8506676"/>
                    </a:cubicBezTo>
                    <a:cubicBezTo>
                      <a:pt x="5249537" y="9514240"/>
                      <a:pt x="4930378" y="10186854"/>
                      <a:pt x="4095301" y="10992906"/>
                    </a:cubicBezTo>
                    <a:cubicBezTo>
                      <a:pt x="3260225" y="11798956"/>
                      <a:pt x="2680814" y="12040837"/>
                      <a:pt x="1455066" y="12354750"/>
                    </a:cubicBezTo>
                    <a:lnTo>
                      <a:pt x="598736" y="10512869"/>
                    </a:lnTo>
                    <a:cubicBezTo>
                      <a:pt x="1455066" y="10185628"/>
                      <a:pt x="1976770" y="10039677"/>
                      <a:pt x="2781416" y="9204842"/>
                    </a:cubicBezTo>
                    <a:cubicBezTo>
                      <a:pt x="3586062" y="8370008"/>
                      <a:pt x="3645413" y="7562531"/>
                      <a:pt x="3645413" y="6868493"/>
                    </a:cubicBezTo>
                    <a:lnTo>
                      <a:pt x="1" y="6868493"/>
                    </a:lnTo>
                    <a:close/>
                    <a:moveTo>
                      <a:pt x="8275783" y="0"/>
                    </a:moveTo>
                    <a:lnTo>
                      <a:pt x="14292586" y="0"/>
                    </a:lnTo>
                    <a:lnTo>
                      <a:pt x="14292586" y="4339700"/>
                    </a:lnTo>
                    <a:cubicBezTo>
                      <a:pt x="14292586" y="6110134"/>
                      <a:pt x="14139135" y="7499112"/>
                      <a:pt x="13832227" y="8506676"/>
                    </a:cubicBezTo>
                    <a:cubicBezTo>
                      <a:pt x="13525318" y="9514240"/>
                      <a:pt x="13206159" y="10186854"/>
                      <a:pt x="12371083" y="10992906"/>
                    </a:cubicBezTo>
                    <a:cubicBezTo>
                      <a:pt x="11536006" y="11798956"/>
                      <a:pt x="10956597" y="12040837"/>
                      <a:pt x="9730848" y="12354750"/>
                    </a:cubicBezTo>
                    <a:lnTo>
                      <a:pt x="8874518" y="10512869"/>
                    </a:lnTo>
                    <a:cubicBezTo>
                      <a:pt x="9730848" y="10185628"/>
                      <a:pt x="10252552" y="10039677"/>
                      <a:pt x="11057198" y="9204842"/>
                    </a:cubicBezTo>
                    <a:cubicBezTo>
                      <a:pt x="11861845" y="8370008"/>
                      <a:pt x="11921195" y="7562531"/>
                      <a:pt x="11921195" y="6868493"/>
                    </a:cubicBezTo>
                    <a:lnTo>
                      <a:pt x="8275783" y="6868493"/>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numCol="1" spcCol="0" lIns="90000" rIns="90000" tIns="45000" bIns="45000" anchor="ctr">
                <a:noAutofit/>
              </a:bodyPr>
              <a:p>
                <a:pPr algn="ctr" defTabSz="914400">
                  <a:lnSpc>
                    <a:spcPct val="100000"/>
                  </a:lnSpc>
                </a:pPr>
                <a:endParaRPr lang="en-US" sz="1800" b="0" u="none" strike="noStrike">
                  <a:solidFill>
                    <a:schemeClr val="lt1"/>
                  </a:solidFill>
                  <a:effectLst/>
                  <a:uFillTx/>
                  <a:latin typeface="Arial"/>
                  <a:ea typeface="微软雅黑"/>
                </a:endParaRPr>
              </a:p>
            </p:txBody>
          </p:sp>
        </p:grpSp>
      </p:grpSp>
      <p:sp>
        <p:nvSpPr>
          <p:cNvPr id="628" name="Title 6"/>
          <p:cNvSpPr/>
          <p:nvPr/>
        </p:nvSpPr>
        <p:spPr>
          <a:xfrm>
            <a:off x="999360" y="1633320"/>
            <a:ext cx="9982080" cy="4543920"/>
          </a:xfrm>
          <a:prstGeom prst="rect">
            <a:avLst/>
          </a:prstGeom>
          <a:noFill/>
          <a:ln w="3175">
            <a:noFill/>
          </a:ln>
        </p:spPr>
        <p:style>
          <a:lnRef idx="0"/>
          <a:fillRef idx="0"/>
          <a:effectRef idx="0"/>
          <a:fontRef idx="minor"/>
        </p:style>
        <p:txBody>
          <a:bodyPr lIns="72000" rIns="72000" tIns="36360" bIns="36360" anchor="t">
            <a:noAutofit/>
          </a:bodyPr>
          <a:p>
            <a:pPr marL="343080" indent="-343080" defTabSz="913680">
              <a:lnSpc>
                <a:spcPct val="130000"/>
              </a:lnSpc>
              <a:spcBef>
                <a:spcPts val="799"/>
              </a:spcBef>
              <a:buClr>
                <a:srgbClr val="404040"/>
              </a:buClr>
              <a:buFont typeface="Arial"/>
              <a:buAutoNum type="arabicPeriod" startAt="5"/>
            </a:pPr>
            <a:r>
              <a:rPr lang="zh-CN" sz="2000" b="0" u="none" spc="159" strike="noStrike">
                <a:solidFill>
                  <a:schemeClr val="dk1">
                    <a:lumMod val="75000"/>
                    <a:lumOff val="25000"/>
                  </a:schemeClr>
                </a:solidFill>
                <a:effectLst/>
                <a:uFillTx/>
                <a:latin typeface="Arial"/>
                <a:ea typeface="微软雅黑"/>
              </a:rPr>
              <a:t>更好的人际关系：感恩可以加强我们的人际关系。当我们真正意识到朋友和家人的价值时，我们可能会更好地对待他们。当我们善待他们，他们也善待我们。</a:t>
            </a:r>
            <a:endParaRPr lang="en-US" sz="2000" b="0" u="none" strike="noStrike">
              <a:solidFill>
                <a:srgbClr val="000000"/>
              </a:solidFill>
              <a:effectLst/>
              <a:uFillTx/>
              <a:latin typeface="Arial"/>
            </a:endParaRPr>
          </a:p>
          <a:p>
            <a:pPr marL="343080" indent="-343080" defTabSz="913680">
              <a:lnSpc>
                <a:spcPct val="130000"/>
              </a:lnSpc>
              <a:spcBef>
                <a:spcPts val="799"/>
              </a:spcBef>
              <a:buClr>
                <a:srgbClr val="404040"/>
              </a:buClr>
              <a:buFont typeface="Arial"/>
              <a:buAutoNum type="arabicPeriod" startAt="5"/>
            </a:pPr>
            <a:r>
              <a:rPr lang="zh-CN" sz="2000" b="0" u="none" spc="159" strike="noStrike">
                <a:solidFill>
                  <a:schemeClr val="dk1">
                    <a:lumMod val="75000"/>
                    <a:lumOff val="25000"/>
                  </a:schemeClr>
                </a:solidFill>
                <a:effectLst/>
                <a:uFillTx/>
                <a:latin typeface="Arial"/>
                <a:ea typeface="微软雅黑"/>
              </a:rPr>
              <a:t>更少的负面比较：表达感激会降低我们与他人比较的可能性。我们变得感恩，满足于我们所拥有的（朋友、家人、家庭、健康）​，并且不太可能为我们没有的东西感到难过。</a:t>
            </a:r>
            <a:endParaRPr lang="en-US" sz="2000" b="0" u="none" strike="noStrike">
              <a:solidFill>
                <a:srgbClr val="000000"/>
              </a:solidFill>
              <a:effectLst/>
              <a:uFillTx/>
              <a:latin typeface="Arial"/>
            </a:endParaRPr>
          </a:p>
          <a:p>
            <a:pPr marL="343080" indent="-343080" defTabSz="913680">
              <a:lnSpc>
                <a:spcPct val="130000"/>
              </a:lnSpc>
              <a:spcBef>
                <a:spcPts val="799"/>
              </a:spcBef>
              <a:buClr>
                <a:srgbClr val="404040"/>
              </a:buClr>
              <a:buFont typeface="Arial"/>
              <a:buAutoNum type="arabicPeriod" startAt="5"/>
            </a:pPr>
            <a:r>
              <a:rPr lang="zh-CN" sz="2000" b="0" u="none" spc="159" strike="noStrike">
                <a:solidFill>
                  <a:schemeClr val="dk1">
                    <a:lumMod val="75000"/>
                    <a:lumOff val="25000"/>
                  </a:schemeClr>
                </a:solidFill>
                <a:effectLst/>
                <a:uFillTx/>
                <a:latin typeface="Arial"/>
                <a:ea typeface="微软雅黑"/>
              </a:rPr>
              <a:t>更少的负面情绪：当我们表达感激之情时，我们的负面情绪可能会更少。例如，当我们心存感激时，我们就不太可能感到内疚、贪婪或愤怒。</a:t>
            </a:r>
            <a:endParaRPr lang="en-US" sz="2000" b="0" u="none" strike="noStrike">
              <a:solidFill>
                <a:srgbClr val="000000"/>
              </a:solidFill>
              <a:effectLst/>
              <a:uFillTx/>
              <a:latin typeface="Arial"/>
            </a:endParaRPr>
          </a:p>
          <a:p>
            <a:pPr marL="343080" indent="-343080" defTabSz="913680">
              <a:lnSpc>
                <a:spcPct val="130000"/>
              </a:lnSpc>
              <a:spcBef>
                <a:spcPts val="799"/>
              </a:spcBef>
              <a:buClr>
                <a:srgbClr val="404040"/>
              </a:buClr>
              <a:buFont typeface="Arial"/>
              <a:buAutoNum type="arabicPeriod" startAt="5"/>
            </a:pPr>
            <a:r>
              <a:rPr lang="zh-CN" sz="2000" b="0" u="none" spc="159" strike="noStrike">
                <a:solidFill>
                  <a:schemeClr val="dk1">
                    <a:lumMod val="75000"/>
                    <a:lumOff val="25000"/>
                  </a:schemeClr>
                </a:solidFill>
                <a:effectLst/>
                <a:uFillTx/>
                <a:latin typeface="Arial"/>
                <a:ea typeface="微软雅黑"/>
              </a:rPr>
              <a:t>慢适应：拥有新东西的快乐能持续多久？最初，我们感到快乐，但这种快乐不会持续很长时间。通过欣赏事物和经历的意义和价值，我们可以放慢这种适应的速度，让快乐的体验持续更长的时间。</a:t>
            </a:r>
            <a:endParaRPr lang="en-US" sz="2000" b="0" u="none" strike="noStrike">
              <a:solidFill>
                <a:srgbClr val="000000"/>
              </a:solidFill>
              <a:effectLst/>
              <a:uFillTx/>
              <a:latin typeface="Arial"/>
            </a:endParaRPr>
          </a:p>
        </p:txBody>
      </p:sp>
      <p:sp>
        <p:nvSpPr>
          <p:cNvPr id="3" name="PlaceHolder 2"/>
          <p:cNvSpPr>
            <a:spLocks noGrp="1"/>
          </p:cNvSpPr>
          <p:nvPr>
            <p:ph type="sldNum" idx="6"/>
          </p:nvPr>
        </p:nvSpPr>
        <p:spPr/>
        <p:txBody>
          <a:bodyPr/>
          <a:p>
            <a:fld id="{EFF803B6-8C93-42DF-B11C-960A2045DF6B}" type="slidenum">
              <a:t>10</a:t>
            </a:fld>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29" name="椭圆 18"/>
          <p:cNvSpPr/>
          <p:nvPr/>
        </p:nvSpPr>
        <p:spPr>
          <a:xfrm>
            <a:off x="10768320" y="-819720"/>
            <a:ext cx="2244600" cy="2139120"/>
          </a:xfrm>
          <a:prstGeom prst="ellipse">
            <a:avLst/>
          </a:prstGeom>
          <a:solidFill>
            <a:schemeClr val="accent1">
              <a:lumMod val="60000"/>
              <a:lumOff val="40000"/>
              <a:alpha val="90000"/>
            </a:schemeClr>
          </a:solidFill>
          <a:ln>
            <a:noFill/>
          </a:ln>
        </p:spPr>
        <p:style>
          <a:lnRef idx="2">
            <a:schemeClr val="accent1">
              <a:lumMod val="75000"/>
            </a:schemeClr>
          </a:lnRef>
          <a:fillRef idx="1">
            <a:schemeClr val="accent1"/>
          </a:fillRef>
          <a:effectRef idx="0"/>
          <a:fontRef idx="minor"/>
        </p:style>
        <p:txBody>
          <a:bodyPr lIns="90000" rIns="90000" tIns="45000" bIns="45000" anchor="ctr">
            <a:noAutofit/>
          </a:bodyPr>
          <a:p>
            <a:pPr algn="ctr" defTabSz="914400">
              <a:lnSpc>
                <a:spcPct val="100000"/>
              </a:lnSpc>
            </a:pPr>
            <a:endParaRPr lang="en-US" sz="1800" b="0" u="none" strike="noStrike">
              <a:solidFill>
                <a:schemeClr val="lt1"/>
              </a:solidFill>
              <a:effectLst/>
              <a:uFillTx/>
              <a:latin typeface="Arial"/>
              <a:ea typeface="微软雅黑"/>
            </a:endParaRPr>
          </a:p>
        </p:txBody>
      </p:sp>
      <p:sp>
        <p:nvSpPr>
          <p:cNvPr id="630" name="PlaceHolder 1"/>
          <p:cNvSpPr>
            <a:spLocks noGrp="1"/>
          </p:cNvSpPr>
          <p:nvPr>
            <p:ph type="title"/>
          </p:nvPr>
        </p:nvSpPr>
        <p:spPr>
          <a:xfrm>
            <a:off x="2181240" y="0"/>
            <a:ext cx="7803360" cy="969480"/>
          </a:xfrm>
          <a:prstGeom prst="rect">
            <a:avLst/>
          </a:prstGeom>
          <a:noFill/>
          <a:ln w="0">
            <a:noFill/>
          </a:ln>
        </p:spPr>
        <p:txBody>
          <a:bodyPr lIns="91440" rIns="91440" tIns="45720" bIns="45720" anchor="ctr">
            <a:normAutofit fontScale="92500" lnSpcReduction="9999"/>
          </a:bodyPr>
          <a:p>
            <a:pPr indent="0" algn="ctr" defTabSz="914400">
              <a:lnSpc>
                <a:spcPct val="150000"/>
              </a:lnSpc>
              <a:buNone/>
              <a:tabLst>
                <a:tab algn="l" pos="0"/>
              </a:tabLst>
            </a:pPr>
            <a:r>
              <a:rPr lang="zh-CN" sz="4400" b="1" u="none" strike="noStrike">
                <a:solidFill>
                  <a:schemeClr val="accent1">
                    <a:lumMod val="50000"/>
                  </a:schemeClr>
                </a:solidFill>
                <a:effectLst/>
                <a:uFillTx/>
                <a:latin typeface="Arial"/>
                <a:ea typeface="微软雅黑"/>
              </a:rPr>
              <a:t>为什么要修感恩心（利益思维）</a:t>
            </a:r>
            <a:endParaRPr lang="en-US" sz="4400" b="0" u="none" strike="noStrike">
              <a:solidFill>
                <a:srgbClr val="000000"/>
              </a:solidFill>
              <a:effectLst/>
              <a:uFillTx/>
              <a:latin typeface="Arial"/>
            </a:endParaRPr>
          </a:p>
        </p:txBody>
      </p:sp>
      <p:grpSp>
        <p:nvGrpSpPr>
          <p:cNvPr id="631" name="组合 4"/>
          <p:cNvGrpSpPr/>
          <p:nvPr/>
        </p:nvGrpSpPr>
        <p:grpSpPr>
          <a:xfrm>
            <a:off x="320760" y="1383120"/>
            <a:ext cx="11047680" cy="4786920"/>
            <a:chOff x="320760" y="1383120"/>
            <a:chExt cx="11047680" cy="4786920"/>
          </a:xfrm>
        </p:grpSpPr>
        <p:sp>
          <p:nvSpPr>
            <p:cNvPr id="632" name="矩形 2"/>
            <p:cNvSpPr/>
            <p:nvPr/>
          </p:nvSpPr>
          <p:spPr>
            <a:xfrm>
              <a:off x="511920" y="1383120"/>
              <a:ext cx="10856520" cy="4786920"/>
            </a:xfrm>
            <a:prstGeom prst="rect">
              <a:avLst/>
            </a:prstGeom>
            <a:solidFill>
              <a:schemeClr val="bg1"/>
            </a:solidFill>
            <a:ln w="22225">
              <a:solidFill>
                <a:srgbClr val="404040"/>
              </a:solidFill>
            </a:ln>
            <a:effectLst>
              <a:outerShdw algn="tl" dir="2700000" dist="37674" rotWithShape="0">
                <a:schemeClr val="accent1">
                  <a:alpha val="100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lang="en-US" sz="1800" b="0" u="none" strike="noStrike">
                <a:solidFill>
                  <a:schemeClr val="lt1"/>
                </a:solidFill>
                <a:effectLst/>
                <a:uFillTx/>
                <a:latin typeface="Arial"/>
                <a:ea typeface="微软雅黑"/>
              </a:endParaRPr>
            </a:p>
          </p:txBody>
        </p:sp>
        <p:grpSp>
          <p:nvGrpSpPr>
            <p:cNvPr id="633" name="组合 5"/>
            <p:cNvGrpSpPr/>
            <p:nvPr/>
          </p:nvGrpSpPr>
          <p:grpSpPr>
            <a:xfrm>
              <a:off x="320760" y="1819440"/>
              <a:ext cx="389160" cy="471600"/>
              <a:chOff x="320760" y="1819440"/>
              <a:chExt cx="389160" cy="471600"/>
            </a:xfrm>
          </p:grpSpPr>
          <p:sp>
            <p:nvSpPr>
              <p:cNvPr id="634" name="矩形 11"/>
              <p:cNvSpPr/>
              <p:nvPr/>
            </p:nvSpPr>
            <p:spPr>
              <a:xfrm>
                <a:off x="501480" y="1819440"/>
                <a:ext cx="208440" cy="471600"/>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lang="en-US" sz="1800" b="0" u="none" strike="noStrike">
                  <a:solidFill>
                    <a:schemeClr val="lt1"/>
                  </a:solidFill>
                  <a:effectLst/>
                  <a:uFillTx/>
                  <a:latin typeface="Arial"/>
                  <a:ea typeface="微软雅黑"/>
                </a:endParaRPr>
              </a:p>
            </p:txBody>
          </p:sp>
          <p:sp>
            <p:nvSpPr>
              <p:cNvPr id="635" name="PA_ImportSvg_636983900241446251"/>
              <p:cNvSpPr/>
              <p:nvPr/>
            </p:nvSpPr>
            <p:spPr>
              <a:xfrm rot="10800000">
                <a:off x="320760" y="1883880"/>
                <a:ext cx="383040" cy="345240"/>
              </a:xfrm>
              <a:custGeom>
                <a:avLst/>
                <a:gdLst>
                  <a:gd name="textAreaLeft" fmla="*/ 0 w 383040"/>
                  <a:gd name="textAreaRight" fmla="*/ 384480 w 383040"/>
                  <a:gd name="textAreaTop" fmla="*/ 0 h 345240"/>
                  <a:gd name="textAreaBottom" fmla="*/ 346680 h 345240"/>
                </a:gdLst>
                <a:ahLst/>
                <a:cxnLst/>
                <a:rect l="textAreaLeft" t="textAreaTop" r="textAreaRight" b="textAreaBottom"/>
                <a:pathLst>
                  <a:path w="14292586" h="12354751">
                    <a:moveTo>
                      <a:pt x="1" y="0"/>
                    </a:moveTo>
                    <a:lnTo>
                      <a:pt x="6016804" y="0"/>
                    </a:lnTo>
                    <a:lnTo>
                      <a:pt x="6016804" y="4339700"/>
                    </a:lnTo>
                    <a:cubicBezTo>
                      <a:pt x="6016804" y="6110134"/>
                      <a:pt x="5863353" y="7499112"/>
                      <a:pt x="5556444" y="8506676"/>
                    </a:cubicBezTo>
                    <a:cubicBezTo>
                      <a:pt x="5249537" y="9514240"/>
                      <a:pt x="4930378" y="10186854"/>
                      <a:pt x="4095301" y="10992906"/>
                    </a:cubicBezTo>
                    <a:cubicBezTo>
                      <a:pt x="3260225" y="11798956"/>
                      <a:pt x="2680814" y="12040837"/>
                      <a:pt x="1455066" y="12354750"/>
                    </a:cubicBezTo>
                    <a:lnTo>
                      <a:pt x="598736" y="10512869"/>
                    </a:lnTo>
                    <a:cubicBezTo>
                      <a:pt x="1455066" y="10185628"/>
                      <a:pt x="1976770" y="10039677"/>
                      <a:pt x="2781416" y="9204842"/>
                    </a:cubicBezTo>
                    <a:cubicBezTo>
                      <a:pt x="3586062" y="8370008"/>
                      <a:pt x="3645413" y="7562531"/>
                      <a:pt x="3645413" y="6868493"/>
                    </a:cubicBezTo>
                    <a:lnTo>
                      <a:pt x="1" y="6868493"/>
                    </a:lnTo>
                    <a:close/>
                    <a:moveTo>
                      <a:pt x="8275783" y="0"/>
                    </a:moveTo>
                    <a:lnTo>
                      <a:pt x="14292586" y="0"/>
                    </a:lnTo>
                    <a:lnTo>
                      <a:pt x="14292586" y="4339700"/>
                    </a:lnTo>
                    <a:cubicBezTo>
                      <a:pt x="14292586" y="6110134"/>
                      <a:pt x="14139135" y="7499112"/>
                      <a:pt x="13832227" y="8506676"/>
                    </a:cubicBezTo>
                    <a:cubicBezTo>
                      <a:pt x="13525318" y="9514240"/>
                      <a:pt x="13206159" y="10186854"/>
                      <a:pt x="12371083" y="10992906"/>
                    </a:cubicBezTo>
                    <a:cubicBezTo>
                      <a:pt x="11536006" y="11798956"/>
                      <a:pt x="10956597" y="12040837"/>
                      <a:pt x="9730848" y="12354750"/>
                    </a:cubicBezTo>
                    <a:lnTo>
                      <a:pt x="8874518" y="10512869"/>
                    </a:lnTo>
                    <a:cubicBezTo>
                      <a:pt x="9730848" y="10185628"/>
                      <a:pt x="10252552" y="10039677"/>
                      <a:pt x="11057198" y="9204842"/>
                    </a:cubicBezTo>
                    <a:cubicBezTo>
                      <a:pt x="11861845" y="8370008"/>
                      <a:pt x="11921195" y="7562531"/>
                      <a:pt x="11921195" y="6868493"/>
                    </a:cubicBezTo>
                    <a:lnTo>
                      <a:pt x="8275783" y="6868493"/>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numCol="1" spcCol="0" lIns="90000" rIns="90000" tIns="45000" bIns="45000" anchor="ctr">
                <a:noAutofit/>
              </a:bodyPr>
              <a:p>
                <a:pPr algn="ctr" defTabSz="914400">
                  <a:lnSpc>
                    <a:spcPct val="100000"/>
                  </a:lnSpc>
                </a:pPr>
                <a:endParaRPr lang="en-US" sz="1800" b="0" u="none" strike="noStrike">
                  <a:solidFill>
                    <a:schemeClr val="lt1"/>
                  </a:solidFill>
                  <a:effectLst/>
                  <a:uFillTx/>
                  <a:latin typeface="Arial"/>
                  <a:ea typeface="微软雅黑"/>
                </a:endParaRPr>
              </a:p>
            </p:txBody>
          </p:sp>
        </p:grpSp>
      </p:grpSp>
      <p:sp>
        <p:nvSpPr>
          <p:cNvPr id="636" name="Title 6"/>
          <p:cNvSpPr/>
          <p:nvPr/>
        </p:nvSpPr>
        <p:spPr>
          <a:xfrm>
            <a:off x="999360" y="1770840"/>
            <a:ext cx="9882360" cy="3784320"/>
          </a:xfrm>
          <a:prstGeom prst="rect">
            <a:avLst/>
          </a:prstGeom>
          <a:noFill/>
          <a:ln w="3175">
            <a:noFill/>
          </a:ln>
        </p:spPr>
        <p:style>
          <a:lnRef idx="0"/>
          <a:fillRef idx="0"/>
          <a:effectRef idx="0"/>
          <a:fontRef idx="minor"/>
        </p:style>
        <p:txBody>
          <a:bodyPr lIns="72000" rIns="72000" tIns="36360" bIns="36360" anchor="t">
            <a:spAutoFit/>
          </a:bodyPr>
          <a:p>
            <a:pPr defTabSz="913680">
              <a:lnSpc>
                <a:spcPct val="130000"/>
              </a:lnSpc>
              <a:spcBef>
                <a:spcPts val="799"/>
              </a:spcBef>
              <a:tabLst>
                <a:tab algn="l" pos="0"/>
              </a:tabLst>
            </a:pPr>
            <a:r>
              <a:rPr lang="zh-CN" sz="2000" b="0" u="none" spc="159" strike="noStrike">
                <a:solidFill>
                  <a:schemeClr val="dk1">
                    <a:lumMod val="75000"/>
                    <a:lumOff val="25000"/>
                  </a:schemeClr>
                </a:solidFill>
                <a:effectLst/>
                <a:uFillTx/>
                <a:latin typeface="Arial"/>
                <a:ea typeface="微软雅黑"/>
              </a:rPr>
              <a:t>现代心理学实证研究发现，长期持续修习感恩，可以：</a:t>
            </a:r>
            <a:endParaRPr lang="en-US" sz="2000" b="0" u="none" strike="noStrike">
              <a:solidFill>
                <a:srgbClr val="000000"/>
              </a:solidFill>
              <a:effectLst/>
              <a:uFillTx/>
              <a:latin typeface="Arial"/>
            </a:endParaRPr>
          </a:p>
          <a:p>
            <a:pPr marL="457200" indent="-457200" defTabSz="913680">
              <a:lnSpc>
                <a:spcPct val="130000"/>
              </a:lnSpc>
              <a:spcBef>
                <a:spcPts val="799"/>
              </a:spcBef>
              <a:buClr>
                <a:srgbClr val="404040"/>
              </a:buClr>
              <a:buFont typeface="Arial"/>
              <a:buAutoNum type="arabicPeriod"/>
              <a:tabLst>
                <a:tab algn="l" pos="0"/>
              </a:tabLst>
            </a:pPr>
            <a:r>
              <a:rPr lang="zh-CN" sz="2000" b="0" u="none" spc="159" strike="noStrike">
                <a:solidFill>
                  <a:schemeClr val="dk1">
                    <a:lumMod val="75000"/>
                    <a:lumOff val="25000"/>
                  </a:schemeClr>
                </a:solidFill>
                <a:effectLst/>
                <a:uFillTx/>
                <a:latin typeface="Arial"/>
                <a:ea typeface="微软雅黑"/>
              </a:rPr>
              <a:t>显著降低焦虑和抑郁水平，提升幸福感</a:t>
            </a:r>
            <a:endParaRPr lang="en-US" sz="2000" b="0" u="none" strike="noStrike">
              <a:solidFill>
                <a:srgbClr val="000000"/>
              </a:solidFill>
              <a:effectLst/>
              <a:uFillTx/>
              <a:latin typeface="Arial"/>
            </a:endParaRPr>
          </a:p>
          <a:p>
            <a:pPr marL="457200" indent="-457200" defTabSz="913680">
              <a:lnSpc>
                <a:spcPct val="130000"/>
              </a:lnSpc>
              <a:spcBef>
                <a:spcPts val="799"/>
              </a:spcBef>
              <a:buClr>
                <a:srgbClr val="404040"/>
              </a:buClr>
              <a:buFont typeface="Arial"/>
              <a:buAutoNum type="arabicPeriod"/>
              <a:tabLst>
                <a:tab algn="l" pos="0"/>
              </a:tabLst>
            </a:pPr>
            <a:r>
              <a:rPr lang="en-US" sz="2000" b="0" u="none" spc="159" strike="noStrike">
                <a:solidFill>
                  <a:schemeClr val="dk1">
                    <a:lumMod val="75000"/>
                    <a:lumOff val="25000"/>
                  </a:schemeClr>
                </a:solidFill>
                <a:effectLst/>
                <a:uFillTx/>
                <a:latin typeface="Arial"/>
                <a:ea typeface="微软雅黑"/>
              </a:rPr>
              <a:t>​增强生理健康与免疫功能​；降低炎症；改善心脏健康。</a:t>
            </a:r>
            <a:endParaRPr lang="en-US" sz="2000" b="0" u="none" strike="noStrike">
              <a:solidFill>
                <a:srgbClr val="000000"/>
              </a:solidFill>
              <a:effectLst/>
              <a:uFillTx/>
              <a:latin typeface="Arial"/>
            </a:endParaRPr>
          </a:p>
          <a:p>
            <a:pPr marL="457200" indent="-457200" defTabSz="913680">
              <a:lnSpc>
                <a:spcPct val="130000"/>
              </a:lnSpc>
              <a:spcBef>
                <a:spcPts val="799"/>
              </a:spcBef>
              <a:buClr>
                <a:srgbClr val="404040"/>
              </a:buClr>
              <a:buFont typeface="Arial"/>
              <a:buAutoNum type="arabicPeriod"/>
              <a:tabLst>
                <a:tab algn="l" pos="0"/>
              </a:tabLst>
            </a:pPr>
            <a:r>
              <a:rPr lang="zh-CN" sz="2000" b="0" u="none" spc="159" strike="noStrike">
                <a:solidFill>
                  <a:schemeClr val="dk1">
                    <a:lumMod val="75000"/>
                    <a:lumOff val="25000"/>
                  </a:schemeClr>
                </a:solidFill>
                <a:effectLst/>
                <a:uFillTx/>
                <a:latin typeface="Arial"/>
                <a:ea typeface="微软雅黑"/>
              </a:rPr>
              <a:t>感恩可以改善人际关系，使职场合作效率提升</a:t>
            </a:r>
            <a:r>
              <a:rPr lang="en-US" sz="2000" b="0" u="none" spc="159" strike="noStrike">
                <a:solidFill>
                  <a:schemeClr val="dk1">
                    <a:lumMod val="75000"/>
                    <a:lumOff val="25000"/>
                  </a:schemeClr>
                </a:solidFill>
                <a:effectLst/>
                <a:uFillTx/>
                <a:latin typeface="Arial"/>
                <a:ea typeface="微软雅黑"/>
              </a:rPr>
              <a:t>55%</a:t>
            </a:r>
            <a:r>
              <a:rPr lang="zh-CN" sz="2000" b="0" u="none" spc="159" strike="noStrike">
                <a:solidFill>
                  <a:schemeClr val="dk1">
                    <a:lumMod val="75000"/>
                    <a:lumOff val="25000"/>
                  </a:schemeClr>
                </a:solidFill>
                <a:effectLst/>
                <a:uFillTx/>
                <a:latin typeface="Arial"/>
                <a:ea typeface="微软雅黑"/>
              </a:rPr>
              <a:t>，家庭感恩表达使冲突率降低</a:t>
            </a:r>
            <a:r>
              <a:rPr lang="en-US" sz="2000" b="0" u="none" spc="159" strike="noStrike">
                <a:solidFill>
                  <a:schemeClr val="dk1">
                    <a:lumMod val="75000"/>
                    <a:lumOff val="25000"/>
                  </a:schemeClr>
                </a:solidFill>
                <a:effectLst/>
                <a:uFillTx/>
                <a:latin typeface="Arial"/>
                <a:ea typeface="微软雅黑"/>
              </a:rPr>
              <a:t>37%</a:t>
            </a:r>
            <a:endParaRPr lang="en-US" sz="2000" b="0" u="none" strike="noStrike">
              <a:solidFill>
                <a:srgbClr val="000000"/>
              </a:solidFill>
              <a:effectLst/>
              <a:uFillTx/>
              <a:latin typeface="Arial"/>
            </a:endParaRPr>
          </a:p>
          <a:p>
            <a:pPr marL="457200" indent="-457200" defTabSz="913680">
              <a:lnSpc>
                <a:spcPct val="130000"/>
              </a:lnSpc>
              <a:spcBef>
                <a:spcPts val="799"/>
              </a:spcBef>
              <a:buClr>
                <a:srgbClr val="404040"/>
              </a:buClr>
              <a:buFont typeface="Arial"/>
              <a:buAutoNum type="arabicPeriod"/>
              <a:tabLst>
                <a:tab algn="l" pos="0"/>
              </a:tabLst>
            </a:pPr>
            <a:r>
              <a:rPr lang="zh-CN" sz="2000" b="0" u="none" spc="159" strike="noStrike">
                <a:solidFill>
                  <a:schemeClr val="dk1">
                    <a:lumMod val="75000"/>
                    <a:lumOff val="25000"/>
                  </a:schemeClr>
                </a:solidFill>
                <a:effectLst/>
                <a:uFillTx/>
                <a:latin typeface="Arial"/>
                <a:ea typeface="微软雅黑"/>
              </a:rPr>
              <a:t>能更快更好地达成目标：高感恩水平学生学业目标达成率提高</a:t>
            </a:r>
            <a:r>
              <a:rPr lang="en-US" sz="2000" b="0" u="none" spc="159" strike="noStrike">
                <a:solidFill>
                  <a:schemeClr val="dk1">
                    <a:lumMod val="75000"/>
                    <a:lumOff val="25000"/>
                  </a:schemeClr>
                </a:solidFill>
                <a:effectLst/>
                <a:uFillTx/>
                <a:latin typeface="Arial"/>
                <a:ea typeface="微软雅黑"/>
              </a:rPr>
              <a:t>42%</a:t>
            </a:r>
            <a:r>
              <a:rPr lang="zh-CN" sz="2000" b="0" u="none" spc="159" strike="noStrike">
                <a:solidFill>
                  <a:schemeClr val="dk1">
                    <a:lumMod val="75000"/>
                    <a:lumOff val="25000"/>
                  </a:schemeClr>
                </a:solidFill>
                <a:effectLst/>
                <a:uFillTx/>
                <a:latin typeface="Arial"/>
                <a:ea typeface="微软雅黑"/>
              </a:rPr>
              <a:t>，工作场所创新提案量增加</a:t>
            </a:r>
            <a:r>
              <a:rPr lang="en-US" sz="2000" b="0" u="none" spc="159" strike="noStrike">
                <a:solidFill>
                  <a:schemeClr val="dk1">
                    <a:lumMod val="75000"/>
                    <a:lumOff val="25000"/>
                  </a:schemeClr>
                </a:solidFill>
                <a:effectLst/>
                <a:uFillTx/>
                <a:latin typeface="Arial"/>
                <a:ea typeface="微软雅黑"/>
              </a:rPr>
              <a:t>55%</a:t>
            </a:r>
            <a:endParaRPr lang="en-US" sz="2000" b="0" u="none" strike="noStrike">
              <a:solidFill>
                <a:srgbClr val="000000"/>
              </a:solidFill>
              <a:effectLst/>
              <a:uFillTx/>
              <a:latin typeface="Arial"/>
            </a:endParaRPr>
          </a:p>
          <a:p>
            <a:pPr marL="457200" indent="-457200" defTabSz="913680">
              <a:lnSpc>
                <a:spcPct val="130000"/>
              </a:lnSpc>
              <a:spcBef>
                <a:spcPts val="799"/>
              </a:spcBef>
              <a:buClr>
                <a:srgbClr val="404040"/>
              </a:buClr>
              <a:buFont typeface="Arial"/>
              <a:buAutoNum type="arabicPeriod"/>
              <a:tabLst>
                <a:tab algn="l" pos="0"/>
              </a:tabLst>
            </a:pPr>
            <a:r>
              <a:rPr lang="en-US" sz="2000" b="0" u="none" spc="159" strike="noStrike">
                <a:solidFill>
                  <a:schemeClr val="dk1">
                    <a:lumMod val="75000"/>
                    <a:lumOff val="25000"/>
                  </a:schemeClr>
                </a:solidFill>
                <a:effectLst/>
                <a:uFillTx/>
                <a:latin typeface="Arial"/>
                <a:ea typeface="微软雅黑"/>
              </a:rPr>
              <a:t>​改善睡眠质量​，使入睡时间缩短</a:t>
            </a:r>
            <a:r>
              <a:rPr lang="en-US" sz="2000" b="0" u="none" spc="159" strike="noStrike">
                <a:solidFill>
                  <a:schemeClr val="dk1">
                    <a:lumMod val="75000"/>
                    <a:lumOff val="25000"/>
                  </a:schemeClr>
                </a:solidFill>
                <a:effectLst/>
                <a:uFillTx/>
                <a:latin typeface="Arial"/>
                <a:ea typeface="微软雅黑"/>
              </a:rPr>
              <a:t>19</a:t>
            </a:r>
            <a:r>
              <a:rPr lang="zh-CN" sz="2000" b="0" u="none" spc="159" strike="noStrike">
                <a:solidFill>
                  <a:schemeClr val="dk1">
                    <a:lumMod val="75000"/>
                    <a:lumOff val="25000"/>
                  </a:schemeClr>
                </a:solidFill>
                <a:effectLst/>
                <a:uFillTx/>
                <a:latin typeface="Arial"/>
                <a:ea typeface="微软雅黑"/>
              </a:rPr>
              <a:t>分钟，深睡眠时长增加</a:t>
            </a:r>
            <a:r>
              <a:rPr lang="en-US" sz="2000" b="0" u="none" spc="159" strike="noStrike">
                <a:solidFill>
                  <a:schemeClr val="dk1">
                    <a:lumMod val="75000"/>
                    <a:lumOff val="25000"/>
                  </a:schemeClr>
                </a:solidFill>
                <a:effectLst/>
                <a:uFillTx/>
                <a:latin typeface="Arial"/>
                <a:ea typeface="微软雅黑"/>
              </a:rPr>
              <a:t>17%</a:t>
            </a:r>
            <a:r>
              <a:rPr lang="zh-CN" sz="2000" b="0" u="none" spc="159" strike="noStrike">
                <a:solidFill>
                  <a:schemeClr val="dk1">
                    <a:lumMod val="75000"/>
                    <a:lumOff val="25000"/>
                  </a:schemeClr>
                </a:solidFill>
                <a:effectLst/>
                <a:uFillTx/>
                <a:latin typeface="Arial"/>
                <a:ea typeface="微软雅黑"/>
              </a:rPr>
              <a:t>。</a:t>
            </a:r>
            <a:endParaRPr lang="en-US" sz="2000" b="0" u="none" strike="noStrike">
              <a:solidFill>
                <a:srgbClr val="000000"/>
              </a:solidFill>
              <a:effectLst/>
              <a:uFillTx/>
              <a:latin typeface="Arial"/>
            </a:endParaRPr>
          </a:p>
        </p:txBody>
      </p:sp>
      <p:sp>
        <p:nvSpPr>
          <p:cNvPr id="3" name="PlaceHolder 2"/>
          <p:cNvSpPr>
            <a:spLocks noGrp="1"/>
          </p:cNvSpPr>
          <p:nvPr>
            <p:ph type="sldNum" idx="6"/>
          </p:nvPr>
        </p:nvSpPr>
        <p:spPr/>
        <p:txBody>
          <a:bodyPr/>
          <a:p>
            <a:fld id="{84BBFD87-31E9-455F-B276-832AFE510677}" type="slidenum">
              <a:t>11</a:t>
            </a:fld>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37" name="椭圆 18"/>
          <p:cNvSpPr/>
          <p:nvPr/>
        </p:nvSpPr>
        <p:spPr>
          <a:xfrm>
            <a:off x="10768320" y="-819720"/>
            <a:ext cx="2244600" cy="2139120"/>
          </a:xfrm>
          <a:prstGeom prst="ellipse">
            <a:avLst/>
          </a:prstGeom>
          <a:solidFill>
            <a:schemeClr val="accent1">
              <a:lumMod val="60000"/>
              <a:lumOff val="40000"/>
              <a:alpha val="90000"/>
            </a:schemeClr>
          </a:solidFill>
          <a:ln>
            <a:noFill/>
          </a:ln>
        </p:spPr>
        <p:style>
          <a:lnRef idx="2">
            <a:schemeClr val="accent1">
              <a:lumMod val="75000"/>
            </a:schemeClr>
          </a:lnRef>
          <a:fillRef idx="1">
            <a:schemeClr val="accent1"/>
          </a:fillRef>
          <a:effectRef idx="0"/>
          <a:fontRef idx="minor"/>
        </p:style>
        <p:txBody>
          <a:bodyPr lIns="90000" rIns="90000" tIns="45000" bIns="45000" anchor="ctr">
            <a:noAutofit/>
          </a:bodyPr>
          <a:p>
            <a:pPr algn="ctr" defTabSz="914400">
              <a:lnSpc>
                <a:spcPct val="100000"/>
              </a:lnSpc>
            </a:pPr>
            <a:endParaRPr lang="en-US" sz="1800" b="0" u="none" strike="noStrike">
              <a:solidFill>
                <a:schemeClr val="lt1"/>
              </a:solidFill>
              <a:effectLst/>
              <a:uFillTx/>
              <a:latin typeface="Arial"/>
              <a:ea typeface="微软雅黑"/>
            </a:endParaRPr>
          </a:p>
        </p:txBody>
      </p:sp>
      <p:sp>
        <p:nvSpPr>
          <p:cNvPr id="638" name="PlaceHolder 1"/>
          <p:cNvSpPr>
            <a:spLocks noGrp="1"/>
          </p:cNvSpPr>
          <p:nvPr>
            <p:ph type="title"/>
          </p:nvPr>
        </p:nvSpPr>
        <p:spPr>
          <a:xfrm>
            <a:off x="2181240" y="132120"/>
            <a:ext cx="7803360" cy="837360"/>
          </a:xfrm>
          <a:prstGeom prst="rect">
            <a:avLst/>
          </a:prstGeom>
          <a:noFill/>
          <a:ln w="0">
            <a:noFill/>
          </a:ln>
        </p:spPr>
        <p:txBody>
          <a:bodyPr lIns="91440" rIns="91440" tIns="45720" bIns="45720" anchor="ctr">
            <a:normAutofit fontScale="85000" lnSpcReduction="19999"/>
          </a:bodyPr>
          <a:p>
            <a:pPr indent="0" algn="ctr" defTabSz="914400">
              <a:lnSpc>
                <a:spcPct val="150000"/>
              </a:lnSpc>
              <a:buNone/>
              <a:tabLst>
                <a:tab algn="l" pos="0"/>
              </a:tabLst>
            </a:pPr>
            <a:r>
              <a:rPr lang="zh-CN" sz="4400" b="1" u="none" strike="noStrike">
                <a:solidFill>
                  <a:schemeClr val="accent1">
                    <a:lumMod val="50000"/>
                  </a:schemeClr>
                </a:solidFill>
                <a:effectLst/>
                <a:uFillTx/>
                <a:latin typeface="Arial"/>
                <a:ea typeface="微软雅黑"/>
              </a:rPr>
              <a:t>为什么要修感恩心（利益思维）</a:t>
            </a:r>
            <a:endParaRPr lang="en-US" sz="4400" b="0" u="none" strike="noStrike">
              <a:solidFill>
                <a:srgbClr val="000000"/>
              </a:solidFill>
              <a:effectLst/>
              <a:uFillTx/>
              <a:latin typeface="Arial"/>
            </a:endParaRPr>
          </a:p>
        </p:txBody>
      </p:sp>
      <p:sp>
        <p:nvSpPr>
          <p:cNvPr id="639" name="PlaceHolder 2"/>
          <p:cNvSpPr>
            <a:spLocks noGrp="1"/>
          </p:cNvSpPr>
          <p:nvPr>
            <p:ph/>
          </p:nvPr>
        </p:nvSpPr>
        <p:spPr>
          <a:xfrm>
            <a:off x="482760" y="1440720"/>
            <a:ext cx="6471720" cy="5110920"/>
          </a:xfrm>
          <a:prstGeom prst="rect">
            <a:avLst/>
          </a:prstGeom>
          <a:noFill/>
          <a:ln w="0">
            <a:noFill/>
          </a:ln>
        </p:spPr>
        <p:txBody>
          <a:bodyPr lIns="0" rIns="0" tIns="0" bIns="0" anchor="t">
            <a:noAutofit/>
          </a:bodyPr>
          <a:p>
            <a:pPr indent="0" defTabSz="914400">
              <a:lnSpc>
                <a:spcPct val="150000"/>
              </a:lnSpc>
              <a:spcBef>
                <a:spcPts val="1001"/>
              </a:spcBef>
              <a:buNone/>
              <a:tabLst>
                <a:tab algn="l" pos="0"/>
              </a:tabLst>
            </a:pPr>
            <a:r>
              <a:rPr lang="zh-CN" sz="2400" b="0" u="none" strike="noStrike">
                <a:solidFill>
                  <a:schemeClr val="dk1"/>
                </a:solidFill>
                <a:effectLst/>
                <a:uFillTx/>
                <a:latin typeface="Arial"/>
                <a:ea typeface="微软雅黑"/>
              </a:rPr>
              <a:t>佛法认为，感恩心能给我们带来这些利益：</a:t>
            </a:r>
            <a:endParaRPr lang="en-US" sz="2400" b="0" u="none" strike="noStrike">
              <a:solidFill>
                <a:srgbClr val="000000"/>
              </a:solidFill>
              <a:effectLst/>
              <a:uFillTx/>
              <a:latin typeface="Arial"/>
            </a:endParaRPr>
          </a:p>
          <a:p>
            <a:pPr marL="457200" indent="-457200" defTabSz="914400">
              <a:lnSpc>
                <a:spcPct val="150000"/>
              </a:lnSpc>
              <a:spcBef>
                <a:spcPts val="1001"/>
              </a:spcBef>
              <a:buClr>
                <a:srgbClr val="000000"/>
              </a:buClr>
              <a:buFont typeface="Arial"/>
              <a:buAutoNum type="arabicPeriod"/>
              <a:tabLst>
                <a:tab algn="l" pos="0"/>
              </a:tabLst>
            </a:pPr>
            <a:r>
              <a:rPr lang="zh-CN" sz="2400" b="0" u="none" strike="noStrike">
                <a:solidFill>
                  <a:schemeClr val="dk1"/>
                </a:solidFill>
                <a:effectLst/>
                <a:uFillTx/>
                <a:latin typeface="Arial"/>
                <a:ea typeface="微软雅黑"/>
              </a:rPr>
              <a:t>感恩是福报的源泉</a:t>
            </a:r>
            <a:endParaRPr lang="en-US" sz="2400" b="0" u="none" strike="noStrike">
              <a:solidFill>
                <a:srgbClr val="000000"/>
              </a:solidFill>
              <a:effectLst/>
              <a:uFillTx/>
              <a:latin typeface="Arial"/>
            </a:endParaRPr>
          </a:p>
          <a:p>
            <a:pPr marL="457200" indent="-457200" defTabSz="914400">
              <a:lnSpc>
                <a:spcPct val="150000"/>
              </a:lnSpc>
              <a:spcBef>
                <a:spcPts val="1001"/>
              </a:spcBef>
              <a:buClr>
                <a:srgbClr val="000000"/>
              </a:buClr>
              <a:buFont typeface="Arial"/>
              <a:buAutoNum type="arabicPeriod"/>
              <a:tabLst>
                <a:tab algn="l" pos="0"/>
              </a:tabLst>
            </a:pPr>
            <a:r>
              <a:rPr lang="zh-CN" sz="2400" b="0" u="none" strike="noStrike">
                <a:solidFill>
                  <a:schemeClr val="dk1"/>
                </a:solidFill>
                <a:effectLst/>
                <a:uFillTx/>
                <a:latin typeface="Arial"/>
                <a:ea typeface="微软雅黑"/>
              </a:rPr>
              <a:t>使人内心调柔、欢喜</a:t>
            </a:r>
            <a:endParaRPr lang="en-US" sz="2400" b="0" u="none" strike="noStrike">
              <a:solidFill>
                <a:srgbClr val="000000"/>
              </a:solidFill>
              <a:effectLst/>
              <a:uFillTx/>
              <a:latin typeface="Arial"/>
            </a:endParaRPr>
          </a:p>
          <a:p>
            <a:pPr marL="457200" indent="-457200" defTabSz="914400">
              <a:lnSpc>
                <a:spcPct val="150000"/>
              </a:lnSpc>
              <a:spcBef>
                <a:spcPts val="1001"/>
              </a:spcBef>
              <a:buClr>
                <a:srgbClr val="000000"/>
              </a:buClr>
              <a:buFont typeface="Arial"/>
              <a:buAutoNum type="arabicPeriod"/>
              <a:tabLst>
                <a:tab algn="l" pos="0"/>
              </a:tabLst>
            </a:pPr>
            <a:r>
              <a:rPr lang="zh-CN" sz="2400" b="0" u="none" strike="noStrike">
                <a:solidFill>
                  <a:schemeClr val="dk1"/>
                </a:solidFill>
                <a:effectLst/>
                <a:uFillTx/>
                <a:latin typeface="Arial"/>
                <a:ea typeface="微软雅黑"/>
              </a:rPr>
              <a:t>产生亲和力，让众生欢喜，被众生接纳，与众生建立善缘</a:t>
            </a:r>
            <a:endParaRPr lang="en-US" sz="2400" b="0" u="none" strike="noStrike">
              <a:solidFill>
                <a:srgbClr val="000000"/>
              </a:solidFill>
              <a:effectLst/>
              <a:uFillTx/>
              <a:latin typeface="Arial"/>
            </a:endParaRPr>
          </a:p>
          <a:p>
            <a:pPr marL="457200" indent="-457200" defTabSz="914400">
              <a:lnSpc>
                <a:spcPct val="150000"/>
              </a:lnSpc>
              <a:spcBef>
                <a:spcPts val="1001"/>
              </a:spcBef>
              <a:buClr>
                <a:srgbClr val="000000"/>
              </a:buClr>
              <a:buFont typeface="Arial"/>
              <a:buAutoNum type="arabicPeriod"/>
              <a:tabLst>
                <a:tab algn="l" pos="0"/>
              </a:tabLst>
            </a:pPr>
            <a:r>
              <a:rPr lang="zh-CN" sz="2400" b="0" u="none" strike="noStrike">
                <a:solidFill>
                  <a:schemeClr val="dk1"/>
                </a:solidFill>
                <a:effectLst/>
                <a:uFillTx/>
                <a:latin typeface="Arial"/>
                <a:ea typeface="微软雅黑"/>
              </a:rPr>
              <a:t>有助于社会和谐</a:t>
            </a:r>
            <a:endParaRPr lang="en-US" sz="2400" b="0" u="none" strike="noStrike">
              <a:solidFill>
                <a:srgbClr val="000000"/>
              </a:solidFill>
              <a:effectLst/>
              <a:uFillTx/>
              <a:latin typeface="Arial"/>
            </a:endParaRPr>
          </a:p>
          <a:p>
            <a:pPr marL="457200" indent="-457200" defTabSz="914400">
              <a:lnSpc>
                <a:spcPct val="150000"/>
              </a:lnSpc>
              <a:spcBef>
                <a:spcPts val="1001"/>
              </a:spcBef>
              <a:buClr>
                <a:srgbClr val="000000"/>
              </a:buClr>
              <a:buFont typeface="Arial"/>
              <a:buAutoNum type="arabicPeriod"/>
              <a:tabLst>
                <a:tab algn="l" pos="0"/>
              </a:tabLst>
            </a:pPr>
            <a:r>
              <a:rPr lang="zh-CN" sz="2400" b="0" u="none" strike="noStrike">
                <a:solidFill>
                  <a:schemeClr val="dk1"/>
                </a:solidFill>
                <a:effectLst/>
                <a:uFillTx/>
                <a:latin typeface="Arial"/>
                <a:ea typeface="微软雅黑"/>
              </a:rPr>
              <a:t>是爱心和慈悲心的基础</a:t>
            </a:r>
            <a:endParaRPr lang="en-US" sz="2400" b="0" u="none" strike="noStrike">
              <a:solidFill>
                <a:srgbClr val="000000"/>
              </a:solidFill>
              <a:effectLst/>
              <a:uFillTx/>
              <a:latin typeface="Arial"/>
            </a:endParaRPr>
          </a:p>
        </p:txBody>
      </p:sp>
      <p:sp>
        <p:nvSpPr>
          <p:cNvPr id="640" name="文本框 2"/>
          <p:cNvSpPr/>
          <p:nvPr/>
        </p:nvSpPr>
        <p:spPr>
          <a:xfrm>
            <a:off x="7408440" y="1929600"/>
            <a:ext cx="4232160" cy="4132440"/>
          </a:xfrm>
          <a:prstGeom prst="rect">
            <a:avLst/>
          </a:prstGeom>
          <a:solidFill>
            <a:schemeClr val="accent3">
              <a:lumMod val="20000"/>
              <a:lumOff val="80000"/>
            </a:schemeClr>
          </a:solidFill>
          <a:ln w="0">
            <a:noFill/>
          </a:ln>
        </p:spPr>
        <p:style>
          <a:lnRef idx="0"/>
          <a:fillRef idx="0"/>
          <a:effectRef idx="0"/>
          <a:fontRef idx="minor"/>
        </p:style>
        <p:txBody>
          <a:bodyPr lIns="90000" rIns="90000" tIns="45000" bIns="45000" anchor="t">
            <a:noAutofit/>
          </a:bodyPr>
          <a:p>
            <a:pPr algn="ctr" defTabSz="914400">
              <a:lnSpc>
                <a:spcPct val="150000"/>
              </a:lnSpc>
              <a:tabLst>
                <a:tab algn="l" pos="0"/>
              </a:tabLst>
            </a:pPr>
            <a:r>
              <a:rPr lang="zh-CN" sz="2800" b="1" u="none" strike="noStrike">
                <a:solidFill>
                  <a:schemeClr val="accent3">
                    <a:lumMod val="50000"/>
                  </a:schemeClr>
                </a:solidFill>
                <a:effectLst/>
                <a:uFillTx/>
                <a:latin typeface="Arial"/>
                <a:ea typeface="微软雅黑"/>
              </a:rPr>
              <a:t>交流分享</a:t>
            </a:r>
            <a:r>
              <a:rPr lang="en-US" sz="2800" b="1" u="none" strike="noStrike">
                <a:solidFill>
                  <a:schemeClr val="accent3">
                    <a:lumMod val="50000"/>
                  </a:schemeClr>
                </a:solidFill>
                <a:effectLst/>
                <a:uFillTx/>
                <a:latin typeface="Arial"/>
                <a:ea typeface="微软雅黑"/>
              </a:rPr>
              <a:t> </a:t>
            </a:r>
            <a:r>
              <a:rPr lang="en-US" sz="2000" b="1" u="none" strike="noStrike">
                <a:solidFill>
                  <a:schemeClr val="accent3">
                    <a:lumMod val="50000"/>
                  </a:schemeClr>
                </a:solidFill>
                <a:effectLst/>
                <a:uFillTx/>
                <a:latin typeface="Arial"/>
                <a:ea typeface="微软雅黑"/>
              </a:rPr>
              <a:t>(15</a:t>
            </a:r>
            <a:r>
              <a:rPr lang="zh-CN" sz="2000" b="1" u="none" strike="noStrike">
                <a:solidFill>
                  <a:schemeClr val="accent3">
                    <a:lumMod val="50000"/>
                  </a:schemeClr>
                </a:solidFill>
                <a:effectLst/>
                <a:uFillTx/>
                <a:latin typeface="Arial"/>
                <a:ea typeface="微软雅黑"/>
              </a:rPr>
              <a:t>分钟</a:t>
            </a:r>
            <a:r>
              <a:rPr lang="en-US" sz="2000" b="1" u="none" strike="noStrike">
                <a:solidFill>
                  <a:schemeClr val="accent3">
                    <a:lumMod val="50000"/>
                  </a:schemeClr>
                </a:solidFill>
                <a:effectLst/>
                <a:uFillTx/>
                <a:latin typeface="Arial"/>
                <a:ea typeface="微软雅黑"/>
              </a:rPr>
              <a:t>)</a:t>
            </a:r>
            <a:endParaRPr lang="en-US" sz="2000" b="0" u="none" strike="noStrike">
              <a:solidFill>
                <a:srgbClr val="000000"/>
              </a:solidFill>
              <a:effectLst/>
              <a:uFillTx/>
              <a:latin typeface="Arial"/>
            </a:endParaRPr>
          </a:p>
          <a:p>
            <a:pPr defTabSz="914400">
              <a:lnSpc>
                <a:spcPct val="150000"/>
              </a:lnSpc>
              <a:tabLst>
                <a:tab algn="l" pos="0"/>
              </a:tabLst>
            </a:pPr>
            <a:endParaRPr lang="en-US" sz="2200" b="0" u="none" strike="noStrike">
              <a:solidFill>
                <a:srgbClr val="000000"/>
              </a:solidFill>
              <a:effectLst/>
              <a:uFillTx/>
              <a:latin typeface="Arial"/>
            </a:endParaRPr>
          </a:p>
          <a:p>
            <a:pPr marL="457200" indent="-457200" defTabSz="914400">
              <a:lnSpc>
                <a:spcPct val="150000"/>
              </a:lnSpc>
              <a:buClr>
                <a:srgbClr val="000000"/>
              </a:buClr>
              <a:buFont typeface="Arial"/>
              <a:buAutoNum type="arabicPeriod"/>
              <a:tabLst>
                <a:tab algn="l" pos="0"/>
              </a:tabLst>
            </a:pPr>
            <a:r>
              <a:rPr lang="zh-CN" sz="2200" b="0" u="none" strike="noStrike">
                <a:solidFill>
                  <a:schemeClr val="dk1"/>
                </a:solidFill>
                <a:effectLst/>
                <a:uFillTx/>
                <a:latin typeface="Arial"/>
                <a:ea typeface="微软雅黑"/>
              </a:rPr>
              <a:t>结合现实人生，对感恩的每一条利益，分享自己观察到的现实案例。</a:t>
            </a:r>
            <a:endParaRPr lang="en-US" sz="2200" b="0" u="none" strike="noStrike">
              <a:solidFill>
                <a:srgbClr val="000000"/>
              </a:solidFill>
              <a:effectLst/>
              <a:uFillTx/>
              <a:latin typeface="Arial"/>
            </a:endParaRPr>
          </a:p>
          <a:p>
            <a:pPr marL="457200" indent="-457200" defTabSz="914400">
              <a:lnSpc>
                <a:spcPct val="150000"/>
              </a:lnSpc>
              <a:buClr>
                <a:srgbClr val="000000"/>
              </a:buClr>
              <a:buFont typeface="Arial"/>
              <a:buAutoNum type="arabicPeriod"/>
              <a:tabLst>
                <a:tab algn="l" pos="0"/>
              </a:tabLst>
            </a:pPr>
            <a:r>
              <a:rPr lang="zh-CN" sz="2200" b="0" u="none" strike="noStrike">
                <a:solidFill>
                  <a:schemeClr val="dk1"/>
                </a:solidFill>
                <a:effectLst/>
                <a:uFillTx/>
                <a:latin typeface="Arial"/>
                <a:ea typeface="微软雅黑"/>
              </a:rPr>
              <a:t>我需要修感恩心吗？为什么？</a:t>
            </a:r>
            <a:endParaRPr lang="en-US" sz="2200" b="0" u="none" strike="noStrike">
              <a:solidFill>
                <a:srgbClr val="000000"/>
              </a:solidFill>
              <a:effectLst/>
              <a:uFillTx/>
              <a:latin typeface="Arial"/>
            </a:endParaRPr>
          </a:p>
          <a:p>
            <a:pPr defTabSz="914400">
              <a:lnSpc>
                <a:spcPct val="150000"/>
              </a:lnSpc>
              <a:tabLst>
                <a:tab algn="l" pos="0"/>
              </a:tabLst>
            </a:pPr>
            <a:endParaRPr lang="en-US" sz="2000" b="0" u="none" strike="noStrike">
              <a:solidFill>
                <a:srgbClr val="000000"/>
              </a:solidFill>
              <a:effectLst/>
              <a:uFillTx/>
              <a:latin typeface="Arial"/>
            </a:endParaRPr>
          </a:p>
          <a:p>
            <a:pPr defTabSz="914400">
              <a:lnSpc>
                <a:spcPct val="150000"/>
              </a:lnSpc>
              <a:tabLst>
                <a:tab algn="l" pos="0"/>
              </a:tabLst>
            </a:pPr>
            <a:endParaRPr lang="en-US" sz="2000" b="0" u="none" strike="noStrike">
              <a:solidFill>
                <a:srgbClr val="000000"/>
              </a:solidFill>
              <a:effectLst/>
              <a:uFillTx/>
              <a:latin typeface="Arial"/>
            </a:endParaRPr>
          </a:p>
        </p:txBody>
      </p:sp>
      <p:sp>
        <p:nvSpPr>
          <p:cNvPr id="4" name="PlaceHolder 3"/>
          <p:cNvSpPr>
            <a:spLocks noGrp="1"/>
          </p:cNvSpPr>
          <p:nvPr>
            <p:ph type="sldNum" idx="6"/>
          </p:nvPr>
        </p:nvSpPr>
        <p:spPr/>
        <p:txBody>
          <a:bodyPr/>
          <a:p>
            <a:fld id="{50193069-F5BD-4885-857D-7F01916E65FB}" type="slidenum">
              <a:t>12</a:t>
            </a:fld>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41" name="PlaceHolder 1"/>
          <p:cNvSpPr>
            <a:spLocks noGrp="1"/>
          </p:cNvSpPr>
          <p:nvPr>
            <p:ph type="title"/>
          </p:nvPr>
        </p:nvSpPr>
        <p:spPr>
          <a:xfrm>
            <a:off x="695880" y="360000"/>
            <a:ext cx="10798560" cy="718560"/>
          </a:xfrm>
          <a:prstGeom prst="rect">
            <a:avLst/>
          </a:prstGeom>
          <a:noFill/>
          <a:ln w="0">
            <a:noFill/>
          </a:ln>
        </p:spPr>
        <p:txBody>
          <a:bodyPr lIns="0" rIns="0" tIns="0" bIns="0" anchor="b">
            <a:noAutofit/>
          </a:bodyPr>
          <a:p>
            <a:pPr indent="0" defTabSz="914400">
              <a:lnSpc>
                <a:spcPct val="100000"/>
              </a:lnSpc>
              <a:buNone/>
              <a:tabLst>
                <a:tab algn="l" pos="0"/>
              </a:tabLst>
            </a:pPr>
            <a:r>
              <a:rPr lang="zh-CN" sz="4000" b="1" u="none" strike="noStrike">
                <a:solidFill>
                  <a:schemeClr val="accent4">
                    <a:lumMod val="50000"/>
                  </a:schemeClr>
                </a:solidFill>
                <a:effectLst/>
                <a:uFillTx/>
                <a:latin typeface="Arial"/>
                <a:ea typeface="微软雅黑"/>
              </a:rPr>
              <a:t>带着感恩心看待众生</a:t>
            </a:r>
            <a:endParaRPr lang="en-US" sz="4000" b="0" u="none" strike="noStrike">
              <a:solidFill>
                <a:srgbClr val="000000"/>
              </a:solidFill>
              <a:effectLst/>
              <a:uFillTx/>
              <a:latin typeface="Arial"/>
            </a:endParaRPr>
          </a:p>
        </p:txBody>
      </p:sp>
      <p:sp useBgFill="1">
        <p:nvSpPr>
          <p:cNvPr id="642" name="矩形 4"/>
          <p:cNvSpPr/>
          <p:nvPr/>
        </p:nvSpPr>
        <p:spPr>
          <a:xfrm>
            <a:off x="700920" y="1575360"/>
            <a:ext cx="10799280" cy="4750200"/>
          </a:xfrm>
          <a:prstGeom prst="rect">
            <a:avLst/>
          </a:prstGeom>
          <a:ln>
            <a:noFill/>
          </a:ln>
          <a:effectLst>
            <a:outerShdw algn="t" blurRad="127080" dir="5400000" dist="38160" rotWithShape="0">
              <a:schemeClr val="dk1">
                <a:alpha val="50000"/>
              </a:schemeClr>
            </a:outerShdw>
          </a:effectLst>
        </p:spPr>
        <p:style>
          <a:lnRef idx="2">
            <a:schemeClr val="accent1">
              <a:shade val="50000"/>
            </a:schemeClr>
          </a:lnRef>
          <a:fillRef idx="1">
            <a:schemeClr val="accent1"/>
          </a:fillRef>
          <a:effectRef idx="0">
            <a:schemeClr val="accent1"/>
          </a:effectRef>
          <a:fontRef idx="minor"/>
        </p:style>
        <p:txBody>
          <a:bodyPr numCol="1" spcCol="0" horzOverflow="overflow" lIns="360000" rIns="360000" tIns="45000" bIns="45000" anchor="ctr">
            <a:noAutofit/>
          </a:bodyPr>
          <a:p>
            <a:pPr algn="just" defTabSz="914400">
              <a:lnSpc>
                <a:spcPct val="130000"/>
              </a:lnSpc>
            </a:pPr>
            <a:endParaRPr lang="en-US" sz="1800" b="0" u="none" spc="150" strike="noStrike">
              <a:solidFill>
                <a:srgbClr val="262626"/>
              </a:solidFill>
              <a:effectLst/>
              <a:uFillTx/>
              <a:latin typeface="微软雅黑"/>
              <a:ea typeface="微软雅黑"/>
            </a:endParaRPr>
          </a:p>
        </p:txBody>
      </p:sp>
      <p:sp>
        <p:nvSpPr>
          <p:cNvPr id="643" name="文本框 5"/>
          <p:cNvSpPr/>
          <p:nvPr/>
        </p:nvSpPr>
        <p:spPr>
          <a:xfrm>
            <a:off x="1137960" y="1828080"/>
            <a:ext cx="9914760" cy="4245480"/>
          </a:xfrm>
          <a:prstGeom prst="rect">
            <a:avLst/>
          </a:prstGeom>
          <a:noFill/>
          <a:ln w="0">
            <a:noFill/>
          </a:ln>
        </p:spPr>
        <p:style>
          <a:lnRef idx="0"/>
          <a:fillRef idx="0"/>
          <a:effectRef idx="0"/>
          <a:fontRef idx="minor"/>
        </p:style>
        <p:txBody>
          <a:bodyPr lIns="0" rIns="0" tIns="0" bIns="0" anchor="ctr">
            <a:noAutofit/>
          </a:bodyPr>
          <a:p>
            <a:pPr marL="343080" indent="-343080" defTabSz="914400">
              <a:lnSpc>
                <a:spcPct val="150000"/>
              </a:lnSpc>
              <a:spcBef>
                <a:spcPts val="1001"/>
              </a:spcBef>
              <a:buClr>
                <a:srgbClr val="404040"/>
              </a:buClr>
              <a:buFont typeface="Arial"/>
              <a:buChar char="•"/>
            </a:pPr>
            <a:r>
              <a:rPr lang="zh-CN" sz="2200" b="0" u="none" spc="99" strike="noStrike">
                <a:solidFill>
                  <a:schemeClr val="dk1">
                    <a:lumMod val="75000"/>
                    <a:lumOff val="25000"/>
                  </a:schemeClr>
                </a:solidFill>
                <a:effectLst/>
                <a:uFillTx/>
                <a:latin typeface="Arial"/>
                <a:ea typeface="微软雅黑"/>
              </a:rPr>
              <a:t>如果没有感恩心，看别人往往没感觉，甚至会心生对立，觉得世上都是敌人，都在算计你。当你带着这样的心态看人，看到谁都不欢喜，别人看到你也不欢喜。</a:t>
            </a:r>
            <a:endParaRPr lang="en-US" sz="2200" b="0" u="none" strike="noStrike">
              <a:solidFill>
                <a:srgbClr val="000000"/>
              </a:solidFill>
              <a:effectLst/>
              <a:uFillTx/>
              <a:latin typeface="Arial"/>
            </a:endParaRPr>
          </a:p>
          <a:p>
            <a:pPr marL="343080" indent="-343080" defTabSz="914400">
              <a:lnSpc>
                <a:spcPct val="150000"/>
              </a:lnSpc>
              <a:spcBef>
                <a:spcPts val="1001"/>
              </a:spcBef>
              <a:buClr>
                <a:srgbClr val="404040"/>
              </a:buClr>
              <a:buFont typeface="Arial"/>
              <a:buChar char="•"/>
            </a:pPr>
            <a:r>
              <a:rPr lang="zh-CN" sz="2200" b="0" u="none" spc="99" strike="noStrike">
                <a:solidFill>
                  <a:schemeClr val="dk1">
                    <a:lumMod val="75000"/>
                    <a:lumOff val="25000"/>
                  </a:schemeClr>
                </a:solidFill>
                <a:effectLst/>
                <a:uFillTx/>
                <a:latin typeface="Arial"/>
                <a:ea typeface="微软雅黑"/>
              </a:rPr>
              <a:t>如果我们认识到，自己每天在享受他人的给予，不仅是父母、亲戚、朋友的帮助关爱，还有社会各行各业的人提供服务，乃至飞鸟鱼虫，都在为地球共建生态环境，就能带着感恩心看待众生，看到一切都心生欢喜。当我们以这样的心看待众生，就会产生亲和力，让众生欢喜，被众生接纳。这种和乐就是幸福的助缘。</a:t>
            </a:r>
            <a:endParaRPr lang="en-US" sz="2200" b="0" u="none" strike="noStrike">
              <a:solidFill>
                <a:srgbClr val="000000"/>
              </a:solidFill>
              <a:effectLst/>
              <a:uFillTx/>
              <a:latin typeface="Arial"/>
            </a:endParaRPr>
          </a:p>
        </p:txBody>
      </p:sp>
      <p:sp>
        <p:nvSpPr>
          <p:cNvPr id="644" name="椭圆 18"/>
          <p:cNvSpPr/>
          <p:nvPr/>
        </p:nvSpPr>
        <p:spPr>
          <a:xfrm>
            <a:off x="10768320" y="-819720"/>
            <a:ext cx="2244600" cy="2139120"/>
          </a:xfrm>
          <a:prstGeom prst="ellipse">
            <a:avLst/>
          </a:prstGeom>
          <a:solidFill>
            <a:schemeClr val="accent1">
              <a:lumMod val="60000"/>
              <a:lumOff val="40000"/>
              <a:alpha val="90000"/>
            </a:schemeClr>
          </a:solidFill>
          <a:ln>
            <a:noFill/>
          </a:ln>
        </p:spPr>
        <p:style>
          <a:lnRef idx="2">
            <a:schemeClr val="accent1">
              <a:lumMod val="75000"/>
            </a:schemeClr>
          </a:lnRef>
          <a:fillRef idx="1">
            <a:schemeClr val="accent1"/>
          </a:fillRef>
          <a:effectRef idx="0"/>
          <a:fontRef idx="minor"/>
        </p:style>
        <p:txBody>
          <a:bodyPr lIns="90000" rIns="90000" tIns="45000" bIns="45000" anchor="ctr">
            <a:noAutofit/>
          </a:bodyPr>
          <a:p>
            <a:pPr algn="ctr" defTabSz="914400">
              <a:lnSpc>
                <a:spcPct val="100000"/>
              </a:lnSpc>
            </a:pPr>
            <a:endParaRPr lang="en-US" sz="1800" b="0" u="none" strike="noStrike">
              <a:solidFill>
                <a:schemeClr val="lt1"/>
              </a:solidFill>
              <a:effectLst/>
              <a:uFillTx/>
              <a:latin typeface="Arial"/>
              <a:ea typeface="微软雅黑"/>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45" name="标题"/>
          <p:cNvSpPr/>
          <p:nvPr/>
        </p:nvSpPr>
        <p:spPr>
          <a:xfrm>
            <a:off x="1191960" y="3217680"/>
            <a:ext cx="4784400" cy="2219040"/>
          </a:xfrm>
          <a:prstGeom prst="rect">
            <a:avLst/>
          </a:prstGeom>
          <a:noFill/>
          <a:ln w="0">
            <a:noFill/>
          </a:ln>
        </p:spPr>
        <p:style>
          <a:lnRef idx="0"/>
          <a:fillRef idx="0"/>
          <a:effectRef idx="0"/>
          <a:fontRef idx="minor"/>
        </p:style>
        <p:txBody>
          <a:bodyPr lIns="0" rIns="0" tIns="0" bIns="0" anchor="t">
            <a:noAutofit/>
          </a:bodyPr>
          <a:p>
            <a:pPr defTabSz="914400">
              <a:lnSpc>
                <a:spcPct val="150000"/>
              </a:lnSpc>
            </a:pPr>
            <a:r>
              <a:rPr lang="zh-CN" sz="4000" b="1" u="none" strike="noStrike">
                <a:solidFill>
                  <a:srgbClr val="262626"/>
                </a:solidFill>
                <a:effectLst/>
                <a:uFillTx/>
                <a:latin typeface="Arial"/>
                <a:ea typeface="微软雅黑"/>
              </a:rPr>
              <a:t>修习感恩</a:t>
            </a:r>
            <a:r>
              <a:rPr lang="en-US" sz="4000" b="1" u="none" strike="noStrike">
                <a:solidFill>
                  <a:srgbClr val="262626"/>
                </a:solidFill>
                <a:effectLst/>
                <a:uFillTx/>
                <a:latin typeface="Arial"/>
                <a:ea typeface="微软雅黑"/>
              </a:rPr>
              <a:t>—— </a:t>
            </a:r>
            <a:endParaRPr lang="en-US" sz="4000" b="0" u="none" strike="noStrike">
              <a:solidFill>
                <a:srgbClr val="000000"/>
              </a:solidFill>
              <a:effectLst/>
              <a:uFillTx/>
              <a:latin typeface="Arial"/>
            </a:endParaRPr>
          </a:p>
          <a:p>
            <a:pPr defTabSz="914400">
              <a:lnSpc>
                <a:spcPct val="150000"/>
              </a:lnSpc>
            </a:pPr>
            <a:r>
              <a:rPr lang="zh-CN" sz="4000" b="1" u="none" strike="noStrike">
                <a:solidFill>
                  <a:srgbClr val="262626"/>
                </a:solidFill>
                <a:effectLst/>
                <a:uFillTx/>
                <a:latin typeface="Arial"/>
                <a:ea typeface="微软雅黑"/>
              </a:rPr>
              <a:t>感恩日记、因缘之网</a:t>
            </a:r>
            <a:endParaRPr lang="en-US" sz="4000" b="0" u="none" strike="noStrike">
              <a:solidFill>
                <a:srgbClr val="000000"/>
              </a:solidFill>
              <a:effectLst/>
              <a:uFillTx/>
              <a:latin typeface="Arial"/>
            </a:endParaRPr>
          </a:p>
        </p:txBody>
      </p:sp>
      <p:sp>
        <p:nvSpPr>
          <p:cNvPr id="646" name="节编号"/>
          <p:cNvSpPr/>
          <p:nvPr/>
        </p:nvSpPr>
        <p:spPr>
          <a:xfrm>
            <a:off x="1190520" y="1855080"/>
            <a:ext cx="4263120" cy="1222560"/>
          </a:xfrm>
          <a:prstGeom prst="rect">
            <a:avLst/>
          </a:prstGeom>
          <a:noFill/>
          <a:ln w="0">
            <a:noFill/>
          </a:ln>
        </p:spPr>
        <p:style>
          <a:lnRef idx="0"/>
          <a:fillRef idx="0"/>
          <a:effectRef idx="0"/>
          <a:fontRef idx="minor"/>
        </p:style>
        <p:txBody>
          <a:bodyPr wrap="none" lIns="0" rIns="0" tIns="0" bIns="0" anchor="ctr">
            <a:normAutofit/>
          </a:bodyPr>
          <a:p>
            <a:pPr defTabSz="914400">
              <a:lnSpc>
                <a:spcPct val="130000"/>
              </a:lnSpc>
              <a:spcBef>
                <a:spcPts val="1001"/>
              </a:spcBef>
              <a:tabLst>
                <a:tab algn="l" pos="0"/>
              </a:tabLst>
            </a:pPr>
            <a:r>
              <a:rPr lang="en-US" sz="5400" b="1" u="none" strike="noStrike">
                <a:solidFill>
                  <a:srgbClr val="8d624f"/>
                </a:solidFill>
                <a:effectLst/>
                <a:uFillTx/>
                <a:latin typeface="Arial"/>
                <a:ea typeface="微软雅黑"/>
              </a:rPr>
              <a:t>PART 03</a:t>
            </a:r>
            <a:endParaRPr lang="en-US" sz="5400" b="0" u="none" strike="noStrike">
              <a:solidFill>
                <a:srgbClr val="000000"/>
              </a:solidFill>
              <a:effectLst/>
              <a:uFillTx/>
              <a:latin typeface="Arial"/>
            </a:endParaRPr>
          </a:p>
        </p:txBody>
      </p:sp>
      <p:sp>
        <p:nvSpPr>
          <p:cNvPr id="647" name="弦形 2"/>
          <p:cNvSpPr/>
          <p:nvPr/>
        </p:nvSpPr>
        <p:spPr>
          <a:xfrm>
            <a:off x="10685880" y="1906920"/>
            <a:ext cx="3001320" cy="3028320"/>
          </a:xfrm>
          <a:prstGeom prst="chord">
            <a:avLst>
              <a:gd name="adj1" fmla="val 5338894"/>
              <a:gd name="adj2" fmla="val 16200000"/>
            </a:avLst>
          </a:prstGeom>
          <a:solidFill>
            <a:schemeClr val="accent1">
              <a:lumMod val="60000"/>
              <a:lumOff val="40000"/>
              <a:alpha val="90000"/>
            </a:schemeClr>
          </a:solidFill>
          <a:ln>
            <a:noFill/>
          </a:ln>
        </p:spPr>
        <p:style>
          <a:lnRef idx="2">
            <a:schemeClr val="accent1">
              <a:lumMod val="75000"/>
            </a:schemeClr>
          </a:lnRef>
          <a:fillRef idx="1">
            <a:schemeClr val="accent1"/>
          </a:fillRef>
          <a:effectRef idx="0"/>
          <a:fontRef idx="minor"/>
        </p:style>
        <p:txBody>
          <a:bodyPr lIns="90000" rIns="90000" tIns="45000" bIns="45000" anchor="ctr">
            <a:noAutofit/>
          </a:bodyPr>
          <a:p>
            <a:pPr algn="ctr" defTabSz="914400">
              <a:lnSpc>
                <a:spcPct val="100000"/>
              </a:lnSpc>
            </a:pPr>
            <a:endParaRPr lang="en-US" sz="1800" b="0" u="none" strike="noStrike">
              <a:solidFill>
                <a:schemeClr val="lt1"/>
              </a:solidFill>
              <a:effectLst/>
              <a:uFillTx/>
              <a:latin typeface="Arial"/>
              <a:ea typeface="微软雅黑"/>
            </a:endParaRPr>
          </a:p>
        </p:txBody>
      </p:sp>
      <p:sp>
        <p:nvSpPr>
          <p:cNvPr id="2" name="PlaceHolder 1"/>
          <p:cNvSpPr>
            <a:spLocks noGrp="1"/>
          </p:cNvSpPr>
          <p:nvPr>
            <p:ph type="sldNum" idx="30"/>
          </p:nvPr>
        </p:nvSpPr>
        <p:spPr/>
        <p:txBody>
          <a:bodyPr/>
          <a:p>
            <a:fld id="{BA5E686D-CDC6-4EAF-B61F-3F933DA6371A}" type="slidenum">
              <a:t>14</a:t>
            </a:fld>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48" name="PlaceHolder 1"/>
          <p:cNvSpPr>
            <a:spLocks noGrp="1"/>
          </p:cNvSpPr>
          <p:nvPr>
            <p:ph type="title"/>
          </p:nvPr>
        </p:nvSpPr>
        <p:spPr>
          <a:xfrm>
            <a:off x="1193040" y="2571120"/>
            <a:ext cx="4292280" cy="2219040"/>
          </a:xfrm>
          <a:prstGeom prst="rect">
            <a:avLst/>
          </a:prstGeom>
          <a:noFill/>
          <a:ln w="0">
            <a:noFill/>
          </a:ln>
        </p:spPr>
        <p:txBody>
          <a:bodyPr lIns="0" rIns="0" tIns="0" bIns="0" anchor="t">
            <a:noAutofit/>
          </a:bodyPr>
          <a:p>
            <a:pPr indent="0" defTabSz="914400">
              <a:lnSpc>
                <a:spcPct val="150000"/>
              </a:lnSpc>
              <a:buNone/>
              <a:tabLst>
                <a:tab algn="l" pos="0"/>
              </a:tabLst>
            </a:pPr>
            <a:r>
              <a:rPr lang="en-US" sz="5400" b="1" u="none" strike="noStrike">
                <a:solidFill>
                  <a:schemeClr val="accent4">
                    <a:lumMod val="50000"/>
                  </a:schemeClr>
                </a:solidFill>
                <a:effectLst/>
                <a:uFillTx/>
                <a:latin typeface="Arial"/>
                <a:ea typeface="微软雅黑"/>
              </a:rPr>
              <a:t>1. </a:t>
            </a:r>
            <a:r>
              <a:rPr lang="zh-CN" sz="5400" b="1" u="none" strike="noStrike">
                <a:solidFill>
                  <a:schemeClr val="accent4">
                    <a:lumMod val="50000"/>
                  </a:schemeClr>
                </a:solidFill>
                <a:effectLst/>
                <a:uFillTx/>
                <a:latin typeface="Arial"/>
                <a:ea typeface="微软雅黑"/>
              </a:rPr>
              <a:t>感恩日记</a:t>
            </a:r>
            <a:endParaRPr lang="en-US" sz="5400" b="0" u="none" strike="noStrike">
              <a:solidFill>
                <a:srgbClr val="000000"/>
              </a:solidFill>
              <a:effectLst/>
              <a:uFillTx/>
              <a:latin typeface="Arial"/>
            </a:endParaRPr>
          </a:p>
        </p:txBody>
      </p:sp>
      <p:sp>
        <p:nvSpPr>
          <p:cNvPr id="649" name="椭圆 5"/>
          <p:cNvSpPr/>
          <p:nvPr/>
        </p:nvSpPr>
        <p:spPr>
          <a:xfrm>
            <a:off x="-1349280" y="-859680"/>
            <a:ext cx="2244600" cy="2139120"/>
          </a:xfrm>
          <a:prstGeom prst="ellipse">
            <a:avLst/>
          </a:prstGeom>
          <a:solidFill>
            <a:schemeClr val="accent1">
              <a:lumMod val="60000"/>
              <a:lumOff val="40000"/>
              <a:alpha val="90000"/>
            </a:schemeClr>
          </a:solidFill>
          <a:ln>
            <a:noFill/>
          </a:ln>
        </p:spPr>
        <p:style>
          <a:lnRef idx="2">
            <a:schemeClr val="accent1">
              <a:lumMod val="75000"/>
            </a:schemeClr>
          </a:lnRef>
          <a:fillRef idx="1">
            <a:schemeClr val="accent1"/>
          </a:fillRef>
          <a:effectRef idx="0"/>
          <a:fontRef idx="minor"/>
        </p:style>
        <p:txBody>
          <a:bodyPr lIns="90000" rIns="90000" tIns="45000" bIns="45000" anchor="ctr">
            <a:noAutofit/>
          </a:bodyPr>
          <a:p>
            <a:pPr algn="ctr" defTabSz="914400">
              <a:lnSpc>
                <a:spcPct val="100000"/>
              </a:lnSpc>
            </a:pPr>
            <a:endParaRPr lang="en-US" sz="1800" b="0" u="none" strike="noStrike">
              <a:solidFill>
                <a:schemeClr val="lt1"/>
              </a:solidFill>
              <a:effectLst/>
              <a:uFillTx/>
              <a:latin typeface="Arial"/>
              <a:ea typeface="微软雅黑"/>
            </a:endParaRPr>
          </a:p>
        </p:txBody>
      </p:sp>
      <p:sp>
        <p:nvSpPr>
          <p:cNvPr id="650" name="项标题" descr="7b0a202020202262756c6c6574223a20227b5c2263617465676f727949645c223a5c225c222c5c2274656d706c61746549645c223a32303233313638347d220a7d0a"/>
          <p:cNvSpPr/>
          <p:nvPr/>
        </p:nvSpPr>
        <p:spPr>
          <a:xfrm>
            <a:off x="1191960" y="3764160"/>
            <a:ext cx="5973840" cy="1368720"/>
          </a:xfrm>
          <a:prstGeom prst="rect">
            <a:avLst/>
          </a:prstGeom>
          <a:noFill/>
          <a:ln w="0">
            <a:noFill/>
          </a:ln>
        </p:spPr>
        <p:style>
          <a:lnRef idx="0"/>
          <a:fillRef idx="0"/>
          <a:effectRef idx="0"/>
          <a:fontRef idx="minor"/>
        </p:style>
        <p:txBody>
          <a:bodyPr lIns="0" rIns="0" tIns="0" bIns="0" anchor="ctr">
            <a:noAutofit/>
          </a:bodyPr>
          <a:p>
            <a:pPr marL="343080" indent="-343080" defTabSz="914400">
              <a:lnSpc>
                <a:spcPct val="150000"/>
              </a:lnSpc>
              <a:buSzPct val="100000"/>
              <a:buBlip>
                <a:blip r:embed="rId1"/>
              </a:buBlip>
            </a:pPr>
            <a:r>
              <a:rPr lang="zh-CN" sz="2200" b="0" u="none" spc="300" strike="noStrike">
                <a:solidFill>
                  <a:schemeClr val="dk1">
                    <a:lumMod val="85000"/>
                    <a:lumOff val="15000"/>
                  </a:schemeClr>
                </a:solidFill>
                <a:effectLst/>
                <a:uFillTx/>
                <a:latin typeface="Arial"/>
                <a:ea typeface="微软雅黑"/>
              </a:rPr>
              <a:t>看见并感恩生活中的点滴美好</a:t>
            </a:r>
            <a:endParaRPr lang="en-US" sz="22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lt2"/>
        </a:solidFill>
      </p:bgPr>
    </p:bg>
    <p:spTree>
      <p:nvGrpSpPr>
        <p:cNvPr id="1" name=""/>
        <p:cNvGrpSpPr/>
        <p:nvPr/>
      </p:nvGrpSpPr>
      <p:grpSpPr>
        <a:xfrm>
          <a:off x="0" y="0"/>
          <a:ext cx="0" cy="0"/>
          <a:chOff x="0" y="0"/>
          <a:chExt cx="0" cy="0"/>
        </a:xfrm>
      </p:grpSpPr>
      <p:sp>
        <p:nvSpPr>
          <p:cNvPr id="651" name="椭圆 18"/>
          <p:cNvSpPr/>
          <p:nvPr/>
        </p:nvSpPr>
        <p:spPr>
          <a:xfrm>
            <a:off x="10768320" y="-819720"/>
            <a:ext cx="2244600" cy="2139120"/>
          </a:xfrm>
          <a:prstGeom prst="ellipse">
            <a:avLst/>
          </a:prstGeom>
          <a:solidFill>
            <a:schemeClr val="accent1">
              <a:lumMod val="60000"/>
              <a:lumOff val="40000"/>
              <a:alpha val="90000"/>
            </a:schemeClr>
          </a:solidFill>
          <a:ln>
            <a:noFill/>
          </a:ln>
        </p:spPr>
        <p:style>
          <a:lnRef idx="2">
            <a:schemeClr val="accent1">
              <a:lumMod val="75000"/>
            </a:schemeClr>
          </a:lnRef>
          <a:fillRef idx="1">
            <a:schemeClr val="accent1"/>
          </a:fillRef>
          <a:effectRef idx="0"/>
          <a:fontRef idx="minor"/>
        </p:style>
        <p:txBody>
          <a:bodyPr lIns="90000" rIns="90000" tIns="45000" bIns="45000" anchor="ctr">
            <a:noAutofit/>
          </a:bodyPr>
          <a:p>
            <a:pPr algn="ctr" defTabSz="914400">
              <a:lnSpc>
                <a:spcPct val="100000"/>
              </a:lnSpc>
            </a:pPr>
            <a:endParaRPr lang="en-US" sz="1800" b="0" u="none" strike="noStrike">
              <a:solidFill>
                <a:schemeClr val="lt1"/>
              </a:solidFill>
              <a:effectLst/>
              <a:uFillTx/>
              <a:latin typeface="Arial"/>
              <a:ea typeface="微软雅黑"/>
            </a:endParaRPr>
          </a:p>
        </p:txBody>
      </p:sp>
      <p:sp>
        <p:nvSpPr>
          <p:cNvPr id="652" name="PlaceHolder 1"/>
          <p:cNvSpPr>
            <a:spLocks noGrp="1"/>
          </p:cNvSpPr>
          <p:nvPr>
            <p:ph type="title"/>
          </p:nvPr>
        </p:nvSpPr>
        <p:spPr>
          <a:xfrm>
            <a:off x="695880" y="360000"/>
            <a:ext cx="10798560" cy="718560"/>
          </a:xfrm>
          <a:prstGeom prst="rect">
            <a:avLst/>
          </a:prstGeom>
          <a:noFill/>
          <a:ln w="0">
            <a:noFill/>
          </a:ln>
        </p:spPr>
        <p:txBody>
          <a:bodyPr lIns="91440" rIns="91440" tIns="45720" bIns="45720" anchor="ctr">
            <a:normAutofit fontScale="77500" lnSpcReduction="19999"/>
          </a:bodyPr>
          <a:p>
            <a:pPr indent="0" algn="ctr" defTabSz="914400">
              <a:lnSpc>
                <a:spcPct val="150000"/>
              </a:lnSpc>
              <a:buNone/>
              <a:tabLst>
                <a:tab algn="l" pos="0"/>
              </a:tabLst>
            </a:pPr>
            <a:r>
              <a:rPr lang="zh-CN" sz="4400" b="0" u="none" strike="noStrike">
                <a:solidFill>
                  <a:schemeClr val="accent1">
                    <a:lumMod val="50000"/>
                  </a:schemeClr>
                </a:solidFill>
                <a:effectLst/>
                <a:uFillTx/>
                <a:latin typeface="Arial"/>
                <a:ea typeface="微软雅黑"/>
              </a:rPr>
              <a:t>现场练习：感恩日记</a:t>
            </a:r>
            <a:endParaRPr lang="en-US" sz="4400" b="0" u="none" strike="noStrike">
              <a:solidFill>
                <a:srgbClr val="000000"/>
              </a:solidFill>
              <a:effectLst/>
              <a:uFillTx/>
              <a:latin typeface="Arial"/>
            </a:endParaRPr>
          </a:p>
        </p:txBody>
      </p:sp>
      <p:sp>
        <p:nvSpPr>
          <p:cNvPr id="653" name="PlaceHolder 2"/>
          <p:cNvSpPr>
            <a:spLocks noGrp="1"/>
          </p:cNvSpPr>
          <p:nvPr>
            <p:ph/>
          </p:nvPr>
        </p:nvSpPr>
        <p:spPr>
          <a:xfrm>
            <a:off x="695880" y="1301760"/>
            <a:ext cx="10798560" cy="4872240"/>
          </a:xfrm>
          <a:prstGeom prst="rect">
            <a:avLst/>
          </a:prstGeom>
          <a:noFill/>
          <a:ln w="0">
            <a:noFill/>
          </a:ln>
        </p:spPr>
        <p:txBody>
          <a:bodyPr lIns="0" rIns="0" tIns="0" bIns="0" anchor="t">
            <a:noAutofit/>
          </a:bodyPr>
          <a:p>
            <a:pPr indent="0">
              <a:spcBef>
                <a:spcPts val="1417"/>
              </a:spcBef>
              <a:buNone/>
            </a:pPr>
            <a:endParaRPr lang="en-US" sz="1800" b="0" u="none" strike="noStrike">
              <a:solidFill>
                <a:srgbClr val="000000"/>
              </a:solidFill>
              <a:effectLst/>
              <a:uFillTx/>
              <a:latin typeface="Arial"/>
            </a:endParaRPr>
          </a:p>
        </p:txBody>
      </p:sp>
      <p:sp>
        <p:nvSpPr>
          <p:cNvPr id="654" name="文本框 5"/>
          <p:cNvSpPr/>
          <p:nvPr/>
        </p:nvSpPr>
        <p:spPr>
          <a:xfrm>
            <a:off x="900360" y="1423080"/>
            <a:ext cx="10157760" cy="4660200"/>
          </a:xfrm>
          <a:prstGeom prst="rect">
            <a:avLst/>
          </a:prstGeom>
          <a:noFill/>
          <a:ln w="0">
            <a:noFill/>
          </a:ln>
        </p:spPr>
        <p:style>
          <a:lnRef idx="0"/>
          <a:fillRef idx="0"/>
          <a:effectRef idx="0"/>
          <a:fontRef idx="minor"/>
        </p:style>
        <p:txBody>
          <a:bodyPr lIns="90000" rIns="90000" tIns="45000" bIns="45000" anchor="t">
            <a:spAutoFit/>
          </a:bodyPr>
          <a:p>
            <a:pPr defTabSz="914400">
              <a:lnSpc>
                <a:spcPct val="150000"/>
              </a:lnSpc>
              <a:tabLst>
                <a:tab algn="l" pos="0"/>
              </a:tabLst>
            </a:pPr>
            <a:r>
              <a:rPr lang="zh-CN" sz="2200" b="0" u="none" strike="noStrike">
                <a:solidFill>
                  <a:schemeClr val="dk1"/>
                </a:solidFill>
                <a:effectLst/>
                <a:uFillTx/>
                <a:latin typeface="Arial"/>
                <a:ea typeface="微软雅黑"/>
              </a:rPr>
              <a:t>仔细观察生活中值得感恩的人、事、物，用手机或纸笔写下来，多多益善。并评估自己对每一项的“感恩程度”（</a:t>
            </a:r>
            <a:r>
              <a:rPr lang="en-US" sz="2200" b="0" u="none" strike="noStrike">
                <a:solidFill>
                  <a:schemeClr val="dk1"/>
                </a:solidFill>
                <a:effectLst/>
                <a:uFillTx/>
                <a:latin typeface="Arial"/>
                <a:ea typeface="微软雅黑"/>
              </a:rPr>
              <a:t>1-5</a:t>
            </a:r>
            <a:r>
              <a:rPr lang="zh-CN" sz="2200" b="0" u="none" strike="noStrike">
                <a:solidFill>
                  <a:schemeClr val="dk1"/>
                </a:solidFill>
                <a:effectLst/>
                <a:uFillTx/>
                <a:latin typeface="Arial"/>
                <a:ea typeface="微软雅黑"/>
              </a:rPr>
              <a:t>分，</a:t>
            </a:r>
            <a:r>
              <a:rPr lang="en-US" sz="2200" b="0" u="none" strike="noStrike">
                <a:solidFill>
                  <a:schemeClr val="dk1"/>
                </a:solidFill>
                <a:effectLst/>
                <a:uFillTx/>
                <a:latin typeface="Arial"/>
                <a:ea typeface="微软雅黑"/>
              </a:rPr>
              <a:t>5</a:t>
            </a:r>
            <a:r>
              <a:rPr lang="zh-CN" sz="2200" b="0" u="none" strike="noStrike">
                <a:solidFill>
                  <a:schemeClr val="dk1"/>
                </a:solidFill>
                <a:effectLst/>
                <a:uFillTx/>
                <a:latin typeface="Arial"/>
                <a:ea typeface="微软雅黑"/>
              </a:rPr>
              <a:t>分代表非常感恩）。</a:t>
            </a:r>
            <a:endParaRPr lang="en-US" sz="2200" b="0" u="none" strike="noStrike">
              <a:solidFill>
                <a:srgbClr val="000000"/>
              </a:solidFill>
              <a:effectLst/>
              <a:uFillTx/>
              <a:latin typeface="Arial"/>
            </a:endParaRPr>
          </a:p>
          <a:p>
            <a:pPr marL="457200" defTabSz="914400">
              <a:lnSpc>
                <a:spcPct val="150000"/>
              </a:lnSpc>
              <a:tabLst>
                <a:tab algn="l" pos="0"/>
              </a:tabLst>
            </a:pPr>
            <a:r>
              <a:rPr lang="en-US" sz="2200" b="0" u="none" strike="noStrike">
                <a:solidFill>
                  <a:schemeClr val="dk1"/>
                </a:solidFill>
                <a:effectLst/>
                <a:uFillTx/>
                <a:latin typeface="Arial"/>
                <a:ea typeface="微软雅黑"/>
              </a:rPr>
              <a:t>1</a:t>
            </a:r>
            <a:r>
              <a:rPr lang="zh-CN" sz="2200" b="0" u="none" strike="noStrike">
                <a:solidFill>
                  <a:schemeClr val="dk1"/>
                </a:solidFill>
                <a:effectLst/>
                <a:uFillTx/>
                <a:latin typeface="Arial"/>
                <a:ea typeface="微软雅黑"/>
              </a:rPr>
              <a:t>、</a:t>
            </a:r>
            <a:r>
              <a:rPr lang="en-US" sz="2200" b="0" u="none" strike="noStrike">
                <a:solidFill>
                  <a:schemeClr val="dk1"/>
                </a:solidFill>
                <a:effectLst/>
                <a:uFillTx/>
                <a:latin typeface="Arial"/>
                <a:ea typeface="微软雅黑"/>
              </a:rPr>
              <a:t>_____________________________</a:t>
            </a:r>
            <a:endParaRPr lang="en-US" sz="2200" b="0" u="none" strike="noStrike">
              <a:solidFill>
                <a:srgbClr val="000000"/>
              </a:solidFill>
              <a:effectLst/>
              <a:uFillTx/>
              <a:latin typeface="Arial"/>
            </a:endParaRPr>
          </a:p>
          <a:p>
            <a:pPr marL="457200" defTabSz="914400">
              <a:lnSpc>
                <a:spcPct val="150000"/>
              </a:lnSpc>
              <a:tabLst>
                <a:tab algn="l" pos="0"/>
              </a:tabLst>
            </a:pPr>
            <a:r>
              <a:rPr lang="en-US" sz="2200" b="0" u="none" strike="noStrike">
                <a:solidFill>
                  <a:schemeClr val="dk1"/>
                </a:solidFill>
                <a:effectLst/>
                <a:uFillTx/>
                <a:latin typeface="Arial"/>
                <a:ea typeface="微软雅黑"/>
              </a:rPr>
              <a:t>2</a:t>
            </a:r>
            <a:r>
              <a:rPr lang="zh-CN" sz="2200" b="0" u="none" strike="noStrike">
                <a:solidFill>
                  <a:schemeClr val="dk1"/>
                </a:solidFill>
                <a:effectLst/>
                <a:uFillTx/>
                <a:latin typeface="Arial"/>
                <a:ea typeface="微软雅黑"/>
              </a:rPr>
              <a:t>、</a:t>
            </a:r>
            <a:r>
              <a:rPr lang="en-US" sz="2200" b="0" u="none" strike="noStrike">
                <a:solidFill>
                  <a:schemeClr val="dk1"/>
                </a:solidFill>
                <a:effectLst/>
                <a:uFillTx/>
                <a:latin typeface="Arial"/>
                <a:ea typeface="微软雅黑"/>
              </a:rPr>
              <a:t>_____________________________</a:t>
            </a:r>
            <a:endParaRPr lang="en-US" sz="2200" b="0" u="none" strike="noStrike">
              <a:solidFill>
                <a:srgbClr val="000000"/>
              </a:solidFill>
              <a:effectLst/>
              <a:uFillTx/>
              <a:latin typeface="Arial"/>
            </a:endParaRPr>
          </a:p>
          <a:p>
            <a:pPr marL="457200" defTabSz="914400">
              <a:lnSpc>
                <a:spcPct val="150000"/>
              </a:lnSpc>
              <a:tabLst>
                <a:tab algn="l" pos="0"/>
              </a:tabLst>
            </a:pPr>
            <a:r>
              <a:rPr lang="en-US" sz="2200" b="0" u="none" strike="noStrike">
                <a:solidFill>
                  <a:schemeClr val="dk1"/>
                </a:solidFill>
                <a:effectLst/>
                <a:uFillTx/>
                <a:latin typeface="Arial"/>
                <a:ea typeface="微软雅黑"/>
              </a:rPr>
              <a:t>3</a:t>
            </a:r>
            <a:r>
              <a:rPr lang="zh-CN" sz="2200" b="0" u="none" strike="noStrike">
                <a:solidFill>
                  <a:schemeClr val="dk1"/>
                </a:solidFill>
                <a:effectLst/>
                <a:uFillTx/>
                <a:latin typeface="Arial"/>
                <a:ea typeface="微软雅黑"/>
              </a:rPr>
              <a:t>、</a:t>
            </a:r>
            <a:r>
              <a:rPr lang="en-US" sz="2200" b="0" u="none" strike="noStrike">
                <a:solidFill>
                  <a:schemeClr val="dk1"/>
                </a:solidFill>
                <a:effectLst/>
                <a:uFillTx/>
                <a:latin typeface="Arial"/>
                <a:ea typeface="微软雅黑"/>
              </a:rPr>
              <a:t>_____________________________</a:t>
            </a:r>
            <a:endParaRPr lang="en-US" sz="2200" b="0" u="none" strike="noStrike">
              <a:solidFill>
                <a:srgbClr val="000000"/>
              </a:solidFill>
              <a:effectLst/>
              <a:uFillTx/>
              <a:latin typeface="Arial"/>
            </a:endParaRPr>
          </a:p>
          <a:p>
            <a:pPr marL="457200" defTabSz="914400">
              <a:lnSpc>
                <a:spcPct val="150000"/>
              </a:lnSpc>
              <a:tabLst>
                <a:tab algn="l" pos="0"/>
              </a:tabLst>
            </a:pPr>
            <a:r>
              <a:rPr lang="en-US" sz="2200" b="0" u="none" strike="noStrike">
                <a:solidFill>
                  <a:schemeClr val="dk1"/>
                </a:solidFill>
                <a:effectLst/>
                <a:uFillTx/>
                <a:latin typeface="Arial"/>
                <a:ea typeface="微软雅黑"/>
              </a:rPr>
              <a:t>······</a:t>
            </a:r>
            <a:endParaRPr lang="en-US" sz="2200" b="0" u="none" strike="noStrike">
              <a:solidFill>
                <a:srgbClr val="000000"/>
              </a:solidFill>
              <a:effectLst/>
              <a:uFillTx/>
              <a:latin typeface="Arial"/>
            </a:endParaRPr>
          </a:p>
          <a:p>
            <a:pPr marL="457200" algn="ctr" defTabSz="914400">
              <a:lnSpc>
                <a:spcPct val="150000"/>
              </a:lnSpc>
              <a:tabLst>
                <a:tab algn="l" pos="0"/>
              </a:tabLst>
            </a:pPr>
            <a:endParaRPr lang="en-US" sz="2200" b="0" u="none" strike="noStrike">
              <a:solidFill>
                <a:srgbClr val="000000"/>
              </a:solidFill>
              <a:effectLst/>
              <a:uFillTx/>
              <a:latin typeface="Arial"/>
            </a:endParaRPr>
          </a:p>
          <a:p>
            <a:pPr marL="457200" algn="ctr" defTabSz="914400">
              <a:lnSpc>
                <a:spcPct val="150000"/>
              </a:lnSpc>
              <a:tabLst>
                <a:tab algn="l" pos="0"/>
              </a:tabLst>
            </a:pPr>
            <a:endParaRPr lang="en-US" sz="2200" b="0" u="none" strike="noStrike">
              <a:solidFill>
                <a:srgbClr val="000000"/>
              </a:solidFill>
              <a:effectLst/>
              <a:uFillTx/>
              <a:latin typeface="Arial"/>
            </a:endParaRPr>
          </a:p>
          <a:p>
            <a:pPr marL="457200" algn="ctr" defTabSz="914400">
              <a:lnSpc>
                <a:spcPct val="150000"/>
              </a:lnSpc>
              <a:tabLst>
                <a:tab algn="l" pos="0"/>
              </a:tabLst>
            </a:pPr>
            <a:r>
              <a:rPr lang="zh-CN" sz="2200" b="0" u="none" strike="noStrike">
                <a:solidFill>
                  <a:schemeClr val="dk1"/>
                </a:solidFill>
                <a:effectLst/>
                <a:uFillTx/>
                <a:latin typeface="Arial"/>
                <a:ea typeface="微软雅黑"/>
              </a:rPr>
              <a:t>写完后回顾一下，体会内心生起的感恩之心，安住于此</a:t>
            </a:r>
            <a:r>
              <a:rPr lang="en-US" sz="2200" b="0" u="none" strike="noStrike">
                <a:solidFill>
                  <a:schemeClr val="dk1"/>
                </a:solidFill>
                <a:effectLst/>
                <a:uFillTx/>
                <a:latin typeface="Arial"/>
                <a:ea typeface="微软雅黑"/>
              </a:rPr>
              <a:t>30</a:t>
            </a:r>
            <a:r>
              <a:rPr lang="zh-CN" sz="2200" b="0" u="none" strike="noStrike">
                <a:solidFill>
                  <a:schemeClr val="dk1"/>
                </a:solidFill>
                <a:effectLst/>
                <a:uFillTx/>
                <a:latin typeface="Arial"/>
                <a:ea typeface="微软雅黑"/>
              </a:rPr>
              <a:t>秒。</a:t>
            </a:r>
            <a:endParaRPr lang="en-US" sz="2200" b="0" u="none" strike="noStrike">
              <a:solidFill>
                <a:srgbClr val="000000"/>
              </a:solidFill>
              <a:effectLst/>
              <a:uFillTx/>
              <a:latin typeface="Arial"/>
            </a:endParaRPr>
          </a:p>
        </p:txBody>
      </p:sp>
      <p:sp>
        <p:nvSpPr>
          <p:cNvPr id="655" name="文本框 6"/>
          <p:cNvSpPr/>
          <p:nvPr/>
        </p:nvSpPr>
        <p:spPr>
          <a:xfrm>
            <a:off x="2456280" y="4710960"/>
            <a:ext cx="7045920" cy="450000"/>
          </a:xfrm>
          <a:prstGeom prst="rect">
            <a:avLst/>
          </a:prstGeom>
          <a:solidFill>
            <a:schemeClr val="accent3">
              <a:lumMod val="20000"/>
              <a:lumOff val="80000"/>
            </a:schemeClr>
          </a:solidFill>
          <a:ln w="0">
            <a:noFill/>
          </a:ln>
        </p:spPr>
        <p:style>
          <a:lnRef idx="0"/>
          <a:fillRef idx="0"/>
          <a:effectRef idx="0"/>
          <a:fontRef idx="minor"/>
        </p:style>
        <p:txBody>
          <a:bodyPr lIns="90000" rIns="90000" tIns="45000" bIns="45000" anchor="t">
            <a:noAutofit/>
          </a:bodyPr>
          <a:p>
            <a:pPr algn="ctr" defTabSz="914400">
              <a:lnSpc>
                <a:spcPct val="100000"/>
              </a:lnSpc>
            </a:pPr>
            <a:r>
              <a:rPr lang="zh-CN" sz="2200" b="0" u="none" strike="noStrike">
                <a:solidFill>
                  <a:schemeClr val="dk1"/>
                </a:solidFill>
                <a:effectLst/>
                <a:uFillTx/>
                <a:latin typeface="Arial"/>
                <a:ea typeface="微软雅黑"/>
              </a:rPr>
              <a:t>现场练习：计时</a:t>
            </a:r>
            <a:r>
              <a:rPr lang="en-US" sz="2200" b="0" u="none" strike="noStrike">
                <a:solidFill>
                  <a:schemeClr val="dk1"/>
                </a:solidFill>
                <a:effectLst/>
                <a:uFillTx/>
                <a:latin typeface="Arial"/>
                <a:ea typeface="微软雅黑"/>
              </a:rPr>
              <a:t>3</a:t>
            </a:r>
            <a:r>
              <a:rPr lang="zh-CN" sz="2200" b="0" u="none" strike="noStrike">
                <a:solidFill>
                  <a:schemeClr val="dk1"/>
                </a:solidFill>
                <a:effectLst/>
                <a:uFillTx/>
                <a:latin typeface="Arial"/>
                <a:ea typeface="微软雅黑"/>
              </a:rPr>
              <a:t>分钟，看看自己能写多少？</a:t>
            </a:r>
            <a:endParaRPr lang="en-US" sz="2200" b="0" u="none" strike="noStrike">
              <a:solidFill>
                <a:srgbClr val="000000"/>
              </a:solidFill>
              <a:effectLst/>
              <a:uFillTx/>
              <a:latin typeface="Arial"/>
            </a:endParaRPr>
          </a:p>
        </p:txBody>
      </p:sp>
      <p:sp>
        <p:nvSpPr>
          <p:cNvPr id="4" name="PlaceHolder 3"/>
          <p:cNvSpPr>
            <a:spLocks noGrp="1"/>
          </p:cNvSpPr>
          <p:nvPr>
            <p:ph type="sldNum" idx="6"/>
          </p:nvPr>
        </p:nvSpPr>
        <p:spPr/>
        <p:txBody>
          <a:bodyPr/>
          <a:p>
            <a:fld id="{4D9791BA-8CAF-459B-9214-C837C9FE1534}" type="slidenum">
              <a:t>16</a:t>
            </a:fld>
          </a:p>
        </p:txBody>
      </p:sp>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56" name="椭圆 5"/>
          <p:cNvSpPr/>
          <p:nvPr/>
        </p:nvSpPr>
        <p:spPr>
          <a:xfrm>
            <a:off x="-1349280" y="-859680"/>
            <a:ext cx="2244600" cy="2139120"/>
          </a:xfrm>
          <a:prstGeom prst="ellipse">
            <a:avLst/>
          </a:prstGeom>
          <a:solidFill>
            <a:schemeClr val="accent1">
              <a:lumMod val="60000"/>
              <a:lumOff val="40000"/>
              <a:alpha val="90000"/>
            </a:schemeClr>
          </a:solidFill>
          <a:ln>
            <a:noFill/>
          </a:ln>
        </p:spPr>
        <p:style>
          <a:lnRef idx="2">
            <a:schemeClr val="accent1">
              <a:lumMod val="75000"/>
            </a:schemeClr>
          </a:lnRef>
          <a:fillRef idx="1">
            <a:schemeClr val="accent1"/>
          </a:fillRef>
          <a:effectRef idx="0"/>
          <a:fontRef idx="minor"/>
        </p:style>
        <p:txBody>
          <a:bodyPr lIns="90000" rIns="90000" tIns="45000" bIns="45000" anchor="ctr">
            <a:noAutofit/>
          </a:bodyPr>
          <a:p>
            <a:pPr algn="ctr" defTabSz="914400">
              <a:lnSpc>
                <a:spcPct val="100000"/>
              </a:lnSpc>
            </a:pPr>
            <a:endParaRPr lang="en-US" sz="1800" b="0" u="none" strike="noStrike">
              <a:solidFill>
                <a:schemeClr val="lt1"/>
              </a:solidFill>
              <a:effectLst/>
              <a:uFillTx/>
              <a:latin typeface="Arial"/>
              <a:ea typeface="微软雅黑"/>
            </a:endParaRPr>
          </a:p>
        </p:txBody>
      </p:sp>
      <p:sp>
        <p:nvSpPr>
          <p:cNvPr id="657" name="项标题" descr="7b0a202020202262756c6c6574223a20227b5c2263617465676f727949645c223a5c225c222c5c2274656d706c61746549645c223a32303233313638347d220a7d0a"/>
          <p:cNvSpPr/>
          <p:nvPr/>
        </p:nvSpPr>
        <p:spPr>
          <a:xfrm>
            <a:off x="5033160" y="3083400"/>
            <a:ext cx="6675480" cy="2365920"/>
          </a:xfrm>
          <a:prstGeom prst="rect">
            <a:avLst/>
          </a:prstGeom>
          <a:noFill/>
          <a:ln w="0">
            <a:noFill/>
          </a:ln>
        </p:spPr>
        <p:style>
          <a:lnRef idx="0"/>
          <a:fillRef idx="0"/>
          <a:effectRef idx="0"/>
          <a:fontRef idx="minor"/>
        </p:style>
        <p:txBody>
          <a:bodyPr lIns="0" rIns="0" tIns="0" bIns="0" anchor="ctr">
            <a:noAutofit/>
          </a:bodyPr>
          <a:p>
            <a:pPr marL="343080" indent="-343080" defTabSz="914400">
              <a:lnSpc>
                <a:spcPct val="150000"/>
              </a:lnSpc>
              <a:buSzPct val="100017"/>
              <a:buBlip>
                <a:blip r:embed="rId1"/>
              </a:buBlip>
            </a:pPr>
            <a:r>
              <a:rPr lang="zh-CN" sz="2400" b="0" u="none" spc="300" strike="noStrike">
                <a:solidFill>
                  <a:schemeClr val="dk1">
                    <a:lumMod val="85000"/>
                    <a:lumOff val="15000"/>
                  </a:schemeClr>
                </a:solidFill>
                <a:effectLst/>
                <a:uFillTx/>
                <a:latin typeface="Arial"/>
                <a:ea typeface="微软雅黑"/>
              </a:rPr>
              <a:t>分享自己的感恩日记</a:t>
            </a:r>
            <a:endParaRPr lang="en-US" sz="2400" b="0" u="none" strike="noStrike">
              <a:solidFill>
                <a:srgbClr val="000000"/>
              </a:solidFill>
              <a:effectLst/>
              <a:uFillTx/>
              <a:latin typeface="Arial"/>
            </a:endParaRPr>
          </a:p>
          <a:p>
            <a:pPr marL="343080" indent="-343080" defTabSz="914400">
              <a:lnSpc>
                <a:spcPct val="150000"/>
              </a:lnSpc>
              <a:buSzPct val="100017"/>
              <a:buBlip>
                <a:blip r:embed="rId2"/>
              </a:buBlip>
            </a:pPr>
            <a:r>
              <a:rPr lang="zh-CN" sz="2400" b="0" u="none" spc="300" strike="noStrike">
                <a:solidFill>
                  <a:schemeClr val="dk1">
                    <a:lumMod val="85000"/>
                    <a:lumOff val="15000"/>
                  </a:schemeClr>
                </a:solidFill>
                <a:effectLst/>
                <a:uFillTx/>
                <a:latin typeface="Arial"/>
                <a:ea typeface="微软雅黑"/>
              </a:rPr>
              <a:t>练习过程中有哪些感触？</a:t>
            </a:r>
            <a:endParaRPr lang="en-US" sz="2400" b="0" u="none" strike="noStrike">
              <a:solidFill>
                <a:srgbClr val="000000"/>
              </a:solidFill>
              <a:effectLst/>
              <a:uFillTx/>
              <a:latin typeface="Arial"/>
            </a:endParaRPr>
          </a:p>
          <a:p>
            <a:pPr marL="343080" indent="-343080" defTabSz="914400">
              <a:lnSpc>
                <a:spcPct val="150000"/>
              </a:lnSpc>
              <a:buSzPct val="100017"/>
              <a:buBlip>
                <a:blip r:embed="rId3"/>
              </a:buBlip>
            </a:pPr>
            <a:r>
              <a:rPr lang="zh-CN" sz="2400" b="0" u="none" spc="300" strike="noStrike">
                <a:solidFill>
                  <a:schemeClr val="dk1">
                    <a:lumMod val="85000"/>
                    <a:lumOff val="15000"/>
                  </a:schemeClr>
                </a:solidFill>
                <a:effectLst/>
                <a:uFillTx/>
                <a:latin typeface="Arial"/>
                <a:ea typeface="微软雅黑"/>
              </a:rPr>
              <a:t>这个简单的练习，有什么作用？我需要持续做吗？为什么？</a:t>
            </a:r>
            <a:endParaRPr lang="en-US" sz="2400" b="0" u="none" strike="noStrike">
              <a:solidFill>
                <a:srgbClr val="000000"/>
              </a:solidFill>
              <a:effectLst/>
              <a:uFillTx/>
              <a:latin typeface="Arial"/>
            </a:endParaRPr>
          </a:p>
        </p:txBody>
      </p:sp>
      <p:sp>
        <p:nvSpPr>
          <p:cNvPr id="658" name="标题 3"/>
          <p:cNvSpPr/>
          <p:nvPr/>
        </p:nvSpPr>
        <p:spPr>
          <a:xfrm>
            <a:off x="5244480" y="1949400"/>
            <a:ext cx="5437440" cy="924480"/>
          </a:xfrm>
          <a:prstGeom prst="rect">
            <a:avLst/>
          </a:prstGeom>
          <a:noFill/>
          <a:ln w="0">
            <a:noFill/>
          </a:ln>
        </p:spPr>
        <p:style>
          <a:lnRef idx="0"/>
          <a:fillRef idx="0"/>
          <a:effectRef idx="0"/>
          <a:fontRef idx="minor"/>
        </p:style>
        <p:txBody>
          <a:bodyPr lIns="0" rIns="0" tIns="0" bIns="0" anchor="b">
            <a:normAutofit/>
          </a:bodyPr>
          <a:p>
            <a:pPr defTabSz="914400">
              <a:lnSpc>
                <a:spcPct val="100000"/>
              </a:lnSpc>
            </a:pPr>
            <a:r>
              <a:rPr lang="zh-CN" sz="4890" b="1" u="none" strike="noStrike">
                <a:solidFill>
                  <a:schemeClr val="lt2">
                    <a:lumMod val="25000"/>
                  </a:schemeClr>
                </a:solidFill>
                <a:effectLst/>
                <a:uFillTx/>
                <a:latin typeface="Arial"/>
                <a:ea typeface="微软雅黑"/>
              </a:rPr>
              <a:t>交流分享</a:t>
            </a:r>
            <a:r>
              <a:rPr lang="en-US" sz="4890" b="1" u="none" strike="noStrike">
                <a:solidFill>
                  <a:schemeClr val="lt2">
                    <a:lumMod val="25000"/>
                  </a:schemeClr>
                </a:solidFill>
                <a:effectLst/>
                <a:uFillTx/>
                <a:latin typeface="Arial"/>
                <a:ea typeface="微软雅黑"/>
              </a:rPr>
              <a:t> </a:t>
            </a:r>
            <a:r>
              <a:rPr lang="en-US" sz="2400" b="1" u="none" strike="noStrike">
                <a:solidFill>
                  <a:schemeClr val="lt2">
                    <a:lumMod val="25000"/>
                  </a:schemeClr>
                </a:solidFill>
                <a:effectLst/>
                <a:uFillTx/>
                <a:latin typeface="Arial"/>
                <a:ea typeface="微软雅黑"/>
              </a:rPr>
              <a:t>(10</a:t>
            </a:r>
            <a:r>
              <a:rPr lang="zh-CN" sz="2400" b="1" u="none" strike="noStrike">
                <a:solidFill>
                  <a:schemeClr val="lt2">
                    <a:lumMod val="25000"/>
                  </a:schemeClr>
                </a:solidFill>
                <a:effectLst/>
                <a:uFillTx/>
                <a:latin typeface="Arial"/>
                <a:ea typeface="微软雅黑"/>
              </a:rPr>
              <a:t>分钟</a:t>
            </a:r>
            <a:r>
              <a:rPr lang="en-US" sz="2400" b="1" u="none" strike="noStrike">
                <a:solidFill>
                  <a:schemeClr val="lt2">
                    <a:lumMod val="25000"/>
                  </a:schemeClr>
                </a:solidFill>
                <a:effectLst/>
                <a:uFillTx/>
                <a:latin typeface="Arial"/>
                <a:ea typeface="微软雅黑"/>
              </a:rPr>
              <a:t>)</a:t>
            </a:r>
            <a:endParaRPr lang="en-US" sz="24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59" name="PlaceHolder 1"/>
          <p:cNvSpPr>
            <a:spLocks noGrp="1"/>
          </p:cNvSpPr>
          <p:nvPr>
            <p:ph type="title"/>
          </p:nvPr>
        </p:nvSpPr>
        <p:spPr>
          <a:xfrm>
            <a:off x="5551920" y="1039320"/>
            <a:ext cx="5574600" cy="785880"/>
          </a:xfrm>
          <a:prstGeom prst="rect">
            <a:avLst/>
          </a:prstGeom>
          <a:noFill/>
          <a:ln w="0">
            <a:noFill/>
          </a:ln>
        </p:spPr>
        <p:txBody>
          <a:bodyPr lIns="0" rIns="0" tIns="0" bIns="0" anchor="b" vert="eaVert">
            <a:normAutofit fontScale="32500" lnSpcReduction="19999"/>
          </a:bodyPr>
          <a:p>
            <a:pPr indent="0" defTabSz="914400">
              <a:lnSpc>
                <a:spcPct val="150000"/>
              </a:lnSpc>
              <a:buNone/>
              <a:tabLst>
                <a:tab algn="l" pos="0"/>
              </a:tabLst>
            </a:pPr>
            <a:r>
              <a:rPr lang="zh-CN" sz="4000" b="1" u="none" strike="noStrike">
                <a:solidFill>
                  <a:schemeClr val="accent4">
                    <a:lumMod val="50000"/>
                  </a:schemeClr>
                </a:solidFill>
                <a:effectLst/>
                <a:uFillTx/>
                <a:latin typeface="Arial"/>
                <a:ea typeface="微软雅黑"/>
              </a:rPr>
              <a:t>感恩需要刻意修习</a:t>
            </a:r>
            <a:endParaRPr lang="en-US" sz="4000" b="0" u="none" strike="noStrike">
              <a:solidFill>
                <a:srgbClr val="000000"/>
              </a:solidFill>
              <a:effectLst/>
              <a:uFillTx/>
              <a:latin typeface="Arial"/>
            </a:endParaRPr>
          </a:p>
        </p:txBody>
      </p:sp>
      <p:sp>
        <p:nvSpPr>
          <p:cNvPr id="660" name="椭圆 5"/>
          <p:cNvSpPr/>
          <p:nvPr/>
        </p:nvSpPr>
        <p:spPr>
          <a:xfrm>
            <a:off x="-1349280" y="-859680"/>
            <a:ext cx="2244600" cy="2139120"/>
          </a:xfrm>
          <a:prstGeom prst="ellipse">
            <a:avLst/>
          </a:prstGeom>
          <a:solidFill>
            <a:schemeClr val="accent1">
              <a:lumMod val="60000"/>
              <a:lumOff val="40000"/>
              <a:alpha val="90000"/>
            </a:schemeClr>
          </a:solidFill>
          <a:ln>
            <a:noFill/>
          </a:ln>
        </p:spPr>
        <p:style>
          <a:lnRef idx="2">
            <a:schemeClr val="accent1">
              <a:lumMod val="75000"/>
            </a:schemeClr>
          </a:lnRef>
          <a:fillRef idx="1">
            <a:schemeClr val="accent1"/>
          </a:fillRef>
          <a:effectRef idx="0"/>
          <a:fontRef idx="minor"/>
        </p:style>
        <p:txBody>
          <a:bodyPr lIns="90000" rIns="90000" tIns="45000" bIns="45000" anchor="ctr">
            <a:noAutofit/>
          </a:bodyPr>
          <a:p>
            <a:pPr algn="ctr" defTabSz="914400">
              <a:lnSpc>
                <a:spcPct val="100000"/>
              </a:lnSpc>
            </a:pPr>
            <a:endParaRPr lang="en-US" sz="1800" b="0" u="none" strike="noStrike">
              <a:solidFill>
                <a:schemeClr val="lt1"/>
              </a:solidFill>
              <a:effectLst/>
              <a:uFillTx/>
              <a:latin typeface="Arial"/>
              <a:ea typeface="微软雅黑"/>
            </a:endParaRPr>
          </a:p>
        </p:txBody>
      </p:sp>
      <p:sp>
        <p:nvSpPr>
          <p:cNvPr id="661" name="项标题" descr="7b0a202020202262756c6c6574223a20227b5c2263617465676f727949645c223a5c225c222c5c2274656d706c61746549645c223a32303233313638347d220a7d0a"/>
          <p:cNvSpPr/>
          <p:nvPr/>
        </p:nvSpPr>
        <p:spPr>
          <a:xfrm>
            <a:off x="5320080" y="2187720"/>
            <a:ext cx="6425280" cy="3970440"/>
          </a:xfrm>
          <a:prstGeom prst="rect">
            <a:avLst/>
          </a:prstGeom>
          <a:noFill/>
          <a:ln w="0">
            <a:noFill/>
          </a:ln>
        </p:spPr>
        <p:style>
          <a:lnRef idx="0"/>
          <a:fillRef idx="0"/>
          <a:effectRef idx="0"/>
          <a:fontRef idx="minor"/>
        </p:style>
        <p:txBody>
          <a:bodyPr lIns="0" rIns="0" tIns="0" bIns="0" anchor="ctr">
            <a:noAutofit/>
          </a:bodyPr>
          <a:p>
            <a:pPr marL="343080" indent="-343080" defTabSz="914400">
              <a:lnSpc>
                <a:spcPct val="150000"/>
              </a:lnSpc>
              <a:buSzPct val="100000"/>
              <a:buBlip>
                <a:blip r:embed="rId1"/>
              </a:buBlip>
            </a:pPr>
            <a:r>
              <a:rPr lang="zh-CN" sz="2200" b="0" u="none" spc="300" strike="noStrike">
                <a:solidFill>
                  <a:schemeClr val="dk1">
                    <a:lumMod val="85000"/>
                    <a:lumOff val="15000"/>
                  </a:schemeClr>
                </a:solidFill>
                <a:effectLst/>
                <a:uFillTx/>
                <a:latin typeface="Arial"/>
                <a:ea typeface="微软雅黑"/>
              </a:rPr>
              <a:t>如果我们没有留心关注自己拥有的一切</a:t>
            </a:r>
            <a:r>
              <a:rPr lang="en-US" sz="2200" b="0" u="none" spc="300" strike="noStrike">
                <a:solidFill>
                  <a:schemeClr val="dk1">
                    <a:lumMod val="85000"/>
                    <a:lumOff val="15000"/>
                  </a:schemeClr>
                </a:solidFill>
                <a:effectLst/>
                <a:uFillTx/>
                <a:latin typeface="Arial"/>
                <a:ea typeface="微软雅黑"/>
              </a:rPr>
              <a:t>,</a:t>
            </a:r>
            <a:r>
              <a:rPr lang="zh-CN" sz="2200" b="0" u="none" spc="300" strike="noStrike">
                <a:solidFill>
                  <a:schemeClr val="dk1">
                    <a:lumMod val="85000"/>
                    <a:lumOff val="15000"/>
                  </a:schemeClr>
                </a:solidFill>
                <a:effectLst/>
                <a:uFillTx/>
                <a:latin typeface="Arial"/>
                <a:ea typeface="微软雅黑"/>
              </a:rPr>
              <a:t>就会不自觉地被负面的事物所吸引。</a:t>
            </a:r>
            <a:endParaRPr lang="en-US" sz="2200" b="0" u="none" strike="noStrike">
              <a:solidFill>
                <a:srgbClr val="000000"/>
              </a:solidFill>
              <a:effectLst/>
              <a:uFillTx/>
              <a:latin typeface="Arial"/>
            </a:endParaRPr>
          </a:p>
          <a:p>
            <a:pPr marL="343080" indent="-343080" defTabSz="914400">
              <a:lnSpc>
                <a:spcPct val="150000"/>
              </a:lnSpc>
              <a:buSzPct val="100000"/>
              <a:buBlip>
                <a:blip r:embed="rId2"/>
              </a:buBlip>
            </a:pPr>
            <a:r>
              <a:rPr lang="zh-CN" sz="2200" b="0" u="none" spc="300" strike="noStrike">
                <a:solidFill>
                  <a:schemeClr val="dk1">
                    <a:lumMod val="85000"/>
                    <a:lumOff val="15000"/>
                  </a:schemeClr>
                </a:solidFill>
                <a:effectLst/>
                <a:uFillTx/>
                <a:latin typeface="Arial"/>
                <a:ea typeface="微软雅黑"/>
              </a:rPr>
              <a:t>当我们将焦点放在负面事物上</a:t>
            </a:r>
            <a:r>
              <a:rPr lang="en-US" sz="2200" b="0" u="none" spc="300" strike="noStrike">
                <a:solidFill>
                  <a:schemeClr val="dk1">
                    <a:lumMod val="85000"/>
                    <a:lumOff val="15000"/>
                  </a:schemeClr>
                </a:solidFill>
                <a:effectLst/>
                <a:uFillTx/>
                <a:latin typeface="Arial"/>
                <a:ea typeface="微软雅黑"/>
              </a:rPr>
              <a:t>,</a:t>
            </a:r>
            <a:r>
              <a:rPr lang="zh-CN" sz="2200" b="0" u="none" spc="300" strike="noStrike">
                <a:solidFill>
                  <a:schemeClr val="dk1">
                    <a:lumMod val="85000"/>
                    <a:lumOff val="15000"/>
                  </a:schemeClr>
                </a:solidFill>
                <a:effectLst/>
                <a:uFillTx/>
                <a:latin typeface="Arial"/>
                <a:ea typeface="微软雅黑"/>
              </a:rPr>
              <a:t>它们就会不断涌现</a:t>
            </a:r>
            <a:r>
              <a:rPr lang="en-US" sz="2200" b="0" u="none" spc="300" strike="noStrike">
                <a:solidFill>
                  <a:schemeClr val="dk1">
                    <a:lumMod val="85000"/>
                    <a:lumOff val="15000"/>
                  </a:schemeClr>
                </a:solidFill>
                <a:effectLst/>
                <a:uFillTx/>
                <a:latin typeface="Arial"/>
                <a:ea typeface="微软雅黑"/>
              </a:rPr>
              <a:t>;</a:t>
            </a:r>
            <a:r>
              <a:rPr lang="zh-CN" sz="2200" b="0" u="none" spc="300" strike="noStrike">
                <a:solidFill>
                  <a:schemeClr val="dk1">
                    <a:lumMod val="85000"/>
                    <a:lumOff val="15000"/>
                  </a:schemeClr>
                </a:solidFill>
                <a:effectLst/>
                <a:uFillTx/>
                <a:latin typeface="Arial"/>
                <a:ea typeface="微软雅黑"/>
              </a:rPr>
              <a:t>更重要的是</a:t>
            </a:r>
            <a:r>
              <a:rPr lang="en-US" sz="2200" b="0" u="none" spc="300" strike="noStrike">
                <a:solidFill>
                  <a:schemeClr val="dk1">
                    <a:lumMod val="85000"/>
                    <a:lumOff val="15000"/>
                  </a:schemeClr>
                </a:solidFill>
                <a:effectLst/>
                <a:uFillTx/>
                <a:latin typeface="Arial"/>
                <a:ea typeface="微软雅黑"/>
              </a:rPr>
              <a:t>,</a:t>
            </a:r>
            <a:r>
              <a:rPr lang="zh-CN" sz="2200" b="0" u="none" spc="300" strike="noStrike">
                <a:solidFill>
                  <a:schemeClr val="dk1">
                    <a:lumMod val="85000"/>
                    <a:lumOff val="15000"/>
                  </a:schemeClr>
                </a:solidFill>
                <a:effectLst/>
                <a:uFillTx/>
                <a:latin typeface="Arial"/>
                <a:ea typeface="微软雅黑"/>
              </a:rPr>
              <a:t>过于关注负面事物会屏蔽幸福。</a:t>
            </a:r>
            <a:endParaRPr lang="en-US" sz="2200" b="0" u="none" strike="noStrike">
              <a:solidFill>
                <a:srgbClr val="000000"/>
              </a:solidFill>
              <a:effectLst/>
              <a:uFillTx/>
              <a:latin typeface="Arial"/>
            </a:endParaRPr>
          </a:p>
          <a:p>
            <a:pPr marL="343080" indent="-343080" defTabSz="914400">
              <a:lnSpc>
                <a:spcPct val="150000"/>
              </a:lnSpc>
              <a:buSzPct val="100000"/>
              <a:buBlip>
                <a:blip r:embed="rId3"/>
              </a:buBlip>
            </a:pPr>
            <a:r>
              <a:rPr lang="zh-CN" sz="2200" b="0" u="none" spc="300" strike="noStrike">
                <a:solidFill>
                  <a:schemeClr val="dk1">
                    <a:lumMod val="85000"/>
                    <a:lumOff val="15000"/>
                  </a:schemeClr>
                </a:solidFill>
                <a:effectLst/>
                <a:uFillTx/>
                <a:latin typeface="Arial"/>
                <a:ea typeface="微软雅黑"/>
              </a:rPr>
              <a:t>让自己尽可能多地心存感恩</a:t>
            </a:r>
            <a:r>
              <a:rPr lang="en-US" sz="2200" b="0" u="none" spc="300" strike="noStrike">
                <a:solidFill>
                  <a:schemeClr val="dk1">
                    <a:lumMod val="85000"/>
                    <a:lumOff val="15000"/>
                  </a:schemeClr>
                </a:solidFill>
                <a:effectLst/>
                <a:uFillTx/>
                <a:latin typeface="Arial"/>
                <a:ea typeface="微软雅黑"/>
              </a:rPr>
              <a:t>,</a:t>
            </a:r>
            <a:r>
              <a:rPr lang="zh-CN" sz="2200" b="0" u="none" spc="300" strike="noStrike">
                <a:solidFill>
                  <a:schemeClr val="dk1">
                    <a:lumMod val="85000"/>
                    <a:lumOff val="15000"/>
                  </a:schemeClr>
                </a:solidFill>
                <a:effectLst/>
                <a:uFillTx/>
                <a:latin typeface="Arial"/>
                <a:ea typeface="微软雅黑"/>
              </a:rPr>
              <a:t>将给自己带来最美好的“生命体验”和最“富足”的人生。</a:t>
            </a:r>
            <a:endParaRPr lang="en-US" sz="22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62" name="PlaceHolder 1"/>
          <p:cNvSpPr>
            <a:spLocks noGrp="1"/>
          </p:cNvSpPr>
          <p:nvPr>
            <p:ph type="title"/>
          </p:nvPr>
        </p:nvSpPr>
        <p:spPr>
          <a:xfrm>
            <a:off x="1193040" y="2498760"/>
            <a:ext cx="4292280" cy="2219040"/>
          </a:xfrm>
          <a:prstGeom prst="rect">
            <a:avLst/>
          </a:prstGeom>
          <a:noFill/>
          <a:ln w="0">
            <a:noFill/>
          </a:ln>
        </p:spPr>
        <p:txBody>
          <a:bodyPr lIns="0" rIns="0" tIns="0" bIns="0" anchor="t">
            <a:noAutofit/>
          </a:bodyPr>
          <a:p>
            <a:pPr indent="0" defTabSz="914400">
              <a:lnSpc>
                <a:spcPct val="150000"/>
              </a:lnSpc>
              <a:buNone/>
              <a:tabLst>
                <a:tab algn="l" pos="0"/>
              </a:tabLst>
            </a:pPr>
            <a:r>
              <a:rPr lang="en-US" sz="5400" b="1" u="none" strike="noStrike">
                <a:solidFill>
                  <a:schemeClr val="accent4">
                    <a:lumMod val="50000"/>
                  </a:schemeClr>
                </a:solidFill>
                <a:effectLst/>
                <a:uFillTx/>
                <a:latin typeface="Arial"/>
                <a:ea typeface="微软雅黑"/>
              </a:rPr>
              <a:t>2. </a:t>
            </a:r>
            <a:r>
              <a:rPr lang="zh-CN" sz="5400" b="1" u="none" strike="noStrike">
                <a:solidFill>
                  <a:schemeClr val="accent4">
                    <a:lumMod val="50000"/>
                  </a:schemeClr>
                </a:solidFill>
                <a:effectLst/>
                <a:uFillTx/>
                <a:latin typeface="Arial"/>
                <a:ea typeface="微软雅黑"/>
              </a:rPr>
              <a:t>因缘之网</a:t>
            </a:r>
            <a:endParaRPr lang="en-US" sz="5400" b="0" u="none" strike="noStrike">
              <a:solidFill>
                <a:srgbClr val="000000"/>
              </a:solidFill>
              <a:effectLst/>
              <a:uFillTx/>
              <a:latin typeface="Arial"/>
            </a:endParaRPr>
          </a:p>
        </p:txBody>
      </p:sp>
      <p:sp>
        <p:nvSpPr>
          <p:cNvPr id="663" name="椭圆 5"/>
          <p:cNvSpPr/>
          <p:nvPr/>
        </p:nvSpPr>
        <p:spPr>
          <a:xfrm>
            <a:off x="-1349280" y="-859680"/>
            <a:ext cx="2244600" cy="2139120"/>
          </a:xfrm>
          <a:prstGeom prst="ellipse">
            <a:avLst/>
          </a:prstGeom>
          <a:solidFill>
            <a:schemeClr val="accent1">
              <a:lumMod val="60000"/>
              <a:lumOff val="40000"/>
              <a:alpha val="90000"/>
            </a:schemeClr>
          </a:solidFill>
          <a:ln>
            <a:noFill/>
          </a:ln>
        </p:spPr>
        <p:style>
          <a:lnRef idx="2">
            <a:schemeClr val="accent1">
              <a:lumMod val="75000"/>
            </a:schemeClr>
          </a:lnRef>
          <a:fillRef idx="1">
            <a:schemeClr val="accent1"/>
          </a:fillRef>
          <a:effectRef idx="0"/>
          <a:fontRef idx="minor"/>
        </p:style>
        <p:txBody>
          <a:bodyPr lIns="90000" rIns="90000" tIns="45000" bIns="45000" anchor="ctr">
            <a:noAutofit/>
          </a:bodyPr>
          <a:p>
            <a:pPr algn="ctr" defTabSz="914400">
              <a:lnSpc>
                <a:spcPct val="100000"/>
              </a:lnSpc>
            </a:pPr>
            <a:endParaRPr lang="en-US" sz="1800" b="0" u="none" strike="noStrike">
              <a:solidFill>
                <a:schemeClr val="lt1"/>
              </a:solidFill>
              <a:effectLst/>
              <a:uFillTx/>
              <a:latin typeface="Arial"/>
              <a:ea typeface="微软雅黑"/>
            </a:endParaRPr>
          </a:p>
        </p:txBody>
      </p:sp>
      <p:sp>
        <p:nvSpPr>
          <p:cNvPr id="664" name="项标题" descr="7b0a202020202262756c6c6574223a20227b5c2263617465676f727949645c223a5c225c222c5c2274656d706c61746549645c223a32303233313638347d220a7d0a"/>
          <p:cNvSpPr/>
          <p:nvPr/>
        </p:nvSpPr>
        <p:spPr>
          <a:xfrm>
            <a:off x="1191960" y="3764160"/>
            <a:ext cx="5973840" cy="1368720"/>
          </a:xfrm>
          <a:prstGeom prst="rect">
            <a:avLst/>
          </a:prstGeom>
          <a:noFill/>
          <a:ln w="0">
            <a:noFill/>
          </a:ln>
        </p:spPr>
        <p:style>
          <a:lnRef idx="0"/>
          <a:fillRef idx="0"/>
          <a:effectRef idx="0"/>
          <a:fontRef idx="minor"/>
        </p:style>
        <p:txBody>
          <a:bodyPr lIns="0" rIns="0" tIns="0" bIns="0" anchor="ctr">
            <a:noAutofit/>
          </a:bodyPr>
          <a:p>
            <a:pPr marL="343080" indent="-343080" defTabSz="914400">
              <a:lnSpc>
                <a:spcPct val="150000"/>
              </a:lnSpc>
              <a:buSzPct val="100000"/>
              <a:buBlip>
                <a:blip r:embed="rId1"/>
              </a:buBlip>
            </a:pPr>
            <a:r>
              <a:rPr lang="zh-CN" sz="2200" b="0" u="none" spc="300" strike="noStrike">
                <a:solidFill>
                  <a:schemeClr val="dk1">
                    <a:lumMod val="85000"/>
                    <a:lumOff val="15000"/>
                  </a:schemeClr>
                </a:solidFill>
                <a:effectLst/>
                <a:uFillTx/>
                <a:latin typeface="Arial"/>
                <a:ea typeface="微软雅黑"/>
              </a:rPr>
              <a:t>每一份美好都是缘起而非独立存在的，由无数众生与因缘条件共同成就。</a:t>
            </a:r>
            <a:endParaRPr lang="en-US" sz="22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65" name="矩形 15"/>
          <p:cNvSpPr/>
          <p:nvPr/>
        </p:nvSpPr>
        <p:spPr>
          <a:xfrm>
            <a:off x="8235360" y="0"/>
            <a:ext cx="3945600" cy="6856560"/>
          </a:xfrm>
          <a:prstGeom prst="rect">
            <a:avLst/>
          </a:prstGeom>
          <a:solidFill>
            <a:schemeClr val="dk2"/>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lang="en-US" sz="1800" b="0" u="none" strike="noStrike">
              <a:solidFill>
                <a:schemeClr val="lt1"/>
              </a:solidFill>
              <a:effectLst/>
              <a:uFillTx/>
              <a:latin typeface="微软雅黑"/>
              <a:ea typeface="微软雅黑"/>
            </a:endParaRPr>
          </a:p>
        </p:txBody>
      </p:sp>
      <p:sp>
        <p:nvSpPr>
          <p:cNvPr id="666" name="内容占位符 2"/>
          <p:cNvSpPr/>
          <p:nvPr/>
        </p:nvSpPr>
        <p:spPr>
          <a:xfrm>
            <a:off x="371520" y="1283400"/>
            <a:ext cx="7862400" cy="4615560"/>
          </a:xfrm>
          <a:prstGeom prst="rect">
            <a:avLst/>
          </a:prstGeom>
          <a:noFill/>
          <a:ln w="0">
            <a:noFill/>
          </a:ln>
        </p:spPr>
        <p:style>
          <a:lnRef idx="0"/>
          <a:fillRef idx="0"/>
          <a:effectRef idx="0"/>
          <a:fontRef idx="minor"/>
        </p:style>
        <p:txBody>
          <a:bodyPr lIns="90000" rIns="90000" tIns="46800" bIns="46800" anchor="t">
            <a:noAutofit/>
          </a:bodyPr>
          <a:p>
            <a:pPr marL="228600" indent="-228600" defTabSz="914400">
              <a:lnSpc>
                <a:spcPct val="150000"/>
              </a:lnSpc>
              <a:spcAft>
                <a:spcPts val="1001"/>
              </a:spcAft>
              <a:buClr>
                <a:srgbClr val="262626"/>
              </a:buClr>
              <a:buFont typeface="Arial"/>
              <a:buChar char="●"/>
            </a:pPr>
            <a:r>
              <a:rPr lang="zh-CN" sz="2000" b="0" u="none" spc="150" strike="noStrike">
                <a:solidFill>
                  <a:schemeClr val="dk1">
                    <a:lumMod val="85000"/>
                    <a:lumOff val="15000"/>
                  </a:schemeClr>
                </a:solidFill>
                <a:effectLst/>
                <a:uFillTx/>
                <a:latin typeface="Arial"/>
                <a:ea typeface="微软雅黑"/>
              </a:rPr>
              <a:t>我们不是孤立地生活在这个世界，需要父母养育，需要老师教导，长大成人后，依然离不开社会大众的给予。否则，我们就要自己种田，自己织布，自己制造生活所需。仅仅是每天的衣食住行，我们就得到了众生多少帮助，多少付出啊。所以说，</a:t>
            </a:r>
            <a:r>
              <a:rPr lang="zh-CN" sz="2000" b="0" u="none" spc="150" strike="noStrike">
                <a:solidFill>
                  <a:schemeClr val="accent2">
                    <a:lumMod val="75000"/>
                  </a:schemeClr>
                </a:solidFill>
                <a:effectLst/>
                <a:uFillTx/>
                <a:latin typeface="Arial"/>
                <a:ea typeface="微软雅黑"/>
              </a:rPr>
              <a:t>每个众生都是对我们有恩的人</a:t>
            </a:r>
            <a:r>
              <a:rPr lang="zh-CN" sz="2000" b="0" u="none" spc="150" strike="noStrike">
                <a:solidFill>
                  <a:schemeClr val="dk1">
                    <a:lumMod val="85000"/>
                    <a:lumOff val="15000"/>
                  </a:schemeClr>
                </a:solidFill>
                <a:effectLst/>
                <a:uFillTx/>
                <a:latin typeface="Arial"/>
                <a:ea typeface="微软雅黑"/>
              </a:rPr>
              <a:t>，是需要我们用感恩心回报的。</a:t>
            </a:r>
            <a:endParaRPr lang="en-US" sz="2000" b="0" u="none" strike="noStrike">
              <a:solidFill>
                <a:srgbClr val="000000"/>
              </a:solidFill>
              <a:effectLst/>
              <a:uFillTx/>
              <a:latin typeface="Arial"/>
            </a:endParaRPr>
          </a:p>
          <a:p>
            <a:pPr marL="228600" indent="-228600" defTabSz="914400">
              <a:lnSpc>
                <a:spcPct val="150000"/>
              </a:lnSpc>
              <a:spcAft>
                <a:spcPts val="1001"/>
              </a:spcAft>
              <a:buClr>
                <a:srgbClr val="262626"/>
              </a:buClr>
              <a:buFont typeface="Arial"/>
              <a:buChar char="●"/>
            </a:pPr>
            <a:r>
              <a:rPr lang="zh-CN" sz="2000" b="0" u="none" spc="150" strike="noStrike">
                <a:solidFill>
                  <a:schemeClr val="dk1">
                    <a:lumMod val="85000"/>
                    <a:lumOff val="15000"/>
                  </a:schemeClr>
                </a:solidFill>
                <a:effectLst/>
                <a:uFillTx/>
                <a:latin typeface="Arial"/>
                <a:ea typeface="微软雅黑"/>
              </a:rPr>
              <a:t>现代人比较注重</a:t>
            </a:r>
            <a:r>
              <a:rPr lang="en-US" sz="2000" b="0" u="none" spc="150" strike="noStrike">
                <a:solidFill>
                  <a:schemeClr val="dk1">
                    <a:lumMod val="85000"/>
                    <a:lumOff val="15000"/>
                  </a:schemeClr>
                </a:solidFill>
                <a:effectLst/>
                <a:uFillTx/>
                <a:latin typeface="Arial"/>
                <a:ea typeface="微软雅黑"/>
              </a:rPr>
              <a:t>“自我”的感受，而从佛法来看，这个“自我”无非是一场彻头彻尾的超级骗局。在这种感受的误导下，人们很容易将自己和世界对立起来，甚至将每个人视为潜在的敌人，导致孤独、自闭乃至抑郁等心理疾病。如果换个角度，想着每个人都有恩于你，</a:t>
            </a:r>
            <a:r>
              <a:rPr lang="zh-CN" sz="2000" b="0" u="none" spc="150" strike="noStrike">
                <a:solidFill>
                  <a:schemeClr val="accent2">
                    <a:lumMod val="75000"/>
                  </a:schemeClr>
                </a:solidFill>
                <a:effectLst/>
                <a:uFillTx/>
                <a:latin typeface="Arial"/>
                <a:ea typeface="微软雅黑"/>
              </a:rPr>
              <a:t>整个世界都在为你服务</a:t>
            </a:r>
            <a:r>
              <a:rPr lang="zh-CN" sz="2000" b="0" u="none" spc="150" strike="noStrike">
                <a:solidFill>
                  <a:schemeClr val="dk1">
                    <a:lumMod val="85000"/>
                    <a:lumOff val="15000"/>
                  </a:schemeClr>
                </a:solidFill>
                <a:effectLst/>
                <a:uFillTx/>
                <a:latin typeface="Arial"/>
                <a:ea typeface="微软雅黑"/>
              </a:rPr>
              <a:t>，那么，看到任何人都不会觉得陌生。</a:t>
            </a:r>
            <a:endParaRPr lang="en-US" sz="2000" b="0" u="none" strike="noStrike">
              <a:solidFill>
                <a:srgbClr val="000000"/>
              </a:solidFill>
              <a:effectLst/>
              <a:uFillTx/>
              <a:latin typeface="Arial"/>
            </a:endParaRPr>
          </a:p>
        </p:txBody>
      </p:sp>
      <p:grpSp>
        <p:nvGrpSpPr>
          <p:cNvPr id="667" name="组合 295"/>
          <p:cNvGrpSpPr/>
          <p:nvPr/>
        </p:nvGrpSpPr>
        <p:grpSpPr>
          <a:xfrm>
            <a:off x="8426520" y="2294280"/>
            <a:ext cx="455760" cy="455040"/>
            <a:chOff x="8426520" y="2294280"/>
            <a:chExt cx="455760" cy="455040"/>
          </a:xfrm>
        </p:grpSpPr>
        <p:sp>
          <p:nvSpPr>
            <p:cNvPr id="668" name="任意多边形: 形状 1"/>
            <p:cNvSpPr/>
            <p:nvPr/>
          </p:nvSpPr>
          <p:spPr>
            <a:xfrm>
              <a:off x="8612640" y="2342880"/>
              <a:ext cx="360" cy="360"/>
            </a:xfrm>
            <a:custGeom>
              <a:avLst/>
              <a:gdLst>
                <a:gd name="textAreaLeft" fmla="*/ 0 w 360"/>
                <a:gd name="textAreaRight" fmla="*/ 2880 w 360"/>
                <a:gd name="textAreaTop" fmla="*/ 0 h 360"/>
                <a:gd name="textAreaBottom" fmla="*/ 2880 h 360"/>
              </a:gdLst>
              <a:ahLst/>
              <a:cxnLst/>
              <a:rect l="textAreaLeft" t="textAreaTop" r="textAreaRight" b="textAreaBottom"/>
              <a:pathLst>
                <a:path w="1" h="1">
                  <a:moveTo>
                    <a:pt x="0" y="0"/>
                  </a:moveTo>
                </a:path>
              </a:pathLst>
            </a:custGeom>
            <a:solidFill>
              <a:srgbClr val="f13c73"/>
            </a:solidFill>
            <a:ln>
              <a:noFill/>
            </a:ln>
          </p:spPr>
          <p:style>
            <a:lnRef idx="2">
              <a:schemeClr val="accent1">
                <a:shade val="50000"/>
              </a:schemeClr>
            </a:lnRef>
            <a:fillRef idx="1">
              <a:schemeClr val="accent1"/>
            </a:fillRef>
            <a:effectRef idx="0">
              <a:schemeClr val="accent1"/>
            </a:effectRef>
            <a:fontRef idx="minor"/>
          </p:style>
          <p:txBody>
            <a:bodyPr lIns="90000" rIns="90000" tIns="-44640" bIns="-44640" anchor="ctr">
              <a:noAutofit/>
            </a:bodyPr>
            <a:p>
              <a:pPr algn="ctr" defTabSz="914400">
                <a:lnSpc>
                  <a:spcPct val="100000"/>
                </a:lnSpc>
              </a:pPr>
              <a:endParaRPr lang="en-US" sz="2400" b="0" u="none" strike="noStrike">
                <a:solidFill>
                  <a:srgbClr val="ff0000"/>
                </a:solidFill>
                <a:effectLst/>
                <a:uFillTx/>
                <a:latin typeface="Arial"/>
                <a:ea typeface="微软雅黑"/>
              </a:endParaRPr>
            </a:p>
          </p:txBody>
        </p:sp>
        <p:grpSp>
          <p:nvGrpSpPr>
            <p:cNvPr id="669" name="组合 13"/>
            <p:cNvGrpSpPr/>
            <p:nvPr/>
          </p:nvGrpSpPr>
          <p:grpSpPr>
            <a:xfrm>
              <a:off x="8426520" y="2294280"/>
              <a:ext cx="455760" cy="455040"/>
              <a:chOff x="8426520" y="2294280"/>
              <a:chExt cx="455760" cy="455040"/>
            </a:xfrm>
          </p:grpSpPr>
          <p:sp>
            <p:nvSpPr>
              <p:cNvPr id="670" name="任意多边形: 形状 2"/>
              <p:cNvSpPr/>
              <p:nvPr/>
            </p:nvSpPr>
            <p:spPr>
              <a:xfrm>
                <a:off x="8426520" y="2322360"/>
                <a:ext cx="455760" cy="394560"/>
              </a:xfrm>
              <a:custGeom>
                <a:avLst/>
                <a:gdLst>
                  <a:gd name="textAreaLeft" fmla="*/ 0 w 455760"/>
                  <a:gd name="textAreaRight" fmla="*/ 457200 w 455760"/>
                  <a:gd name="textAreaTop" fmla="*/ 0 h 394560"/>
                  <a:gd name="textAreaBottom" fmla="*/ 396000 h 394560"/>
                  <a:gd name="GluePoint1X" fmla="*/ 3859530 w 5146040"/>
                  <a:gd name="GluePoint1Y" fmla="*/ 0 h 4457700"/>
                  <a:gd name="GluePoint2X" fmla="*/ 1286510 w 5146040"/>
                  <a:gd name="GluePoint2Y" fmla="*/ 0 h 4457700"/>
                  <a:gd name="GluePoint3X" fmla="*/ 0 w 5146040"/>
                  <a:gd name="GluePoint3Y" fmla="*/ 2228850 h 4457700"/>
                  <a:gd name="GluePoint4X" fmla="*/ 1286510 w 5146040"/>
                  <a:gd name="GluePoint4Y" fmla="*/ 4457700 h 4457700"/>
                  <a:gd name="GluePoint5X" fmla="*/ 3859530 w 5146040"/>
                  <a:gd name="GluePoint5Y" fmla="*/ 4457700 h 4457700"/>
                  <a:gd name="GluePoint6X" fmla="*/ 5146040 w 5146040"/>
                  <a:gd name="GluePoint6Y" fmla="*/ 2228850 h 4457700"/>
                  <a:gd name="GluePoint7X" fmla="*/ 3859530 w 5146040"/>
                  <a:gd name="GluePoint7Y" fmla="*/ 0 h 445770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5146040" h="4457700">
                    <a:moveTo>
                      <a:pt x="3859530" y="0"/>
                    </a:moveTo>
                    <a:lnTo>
                      <a:pt x="1286510" y="0"/>
                    </a:lnTo>
                    <a:lnTo>
                      <a:pt x="0" y="2228850"/>
                    </a:lnTo>
                    <a:lnTo>
                      <a:pt x="1286510" y="4457700"/>
                    </a:lnTo>
                    <a:lnTo>
                      <a:pt x="3859530" y="4457700"/>
                    </a:lnTo>
                    <a:lnTo>
                      <a:pt x="5146040" y="2228850"/>
                    </a:lnTo>
                    <a:lnTo>
                      <a:pt x="3859530" y="0"/>
                    </a:lnTo>
                  </a:path>
                </a:pathLst>
              </a:custGeom>
              <a:solidFill>
                <a:schemeClr val="accent1">
                  <a:lumMod val="20000"/>
                  <a:lumOff val="80000"/>
                </a:schemeClr>
              </a:solidFill>
              <a:ln>
                <a:noFill/>
              </a:ln>
            </p:spPr>
            <p:style>
              <a:lnRef idx="1">
                <a:schemeClr val="accent1"/>
              </a:lnRef>
              <a:fillRef idx="0">
                <a:schemeClr val="accent1"/>
              </a:fillRef>
              <a:effectRef idx="0">
                <a:schemeClr val="accent1"/>
              </a:effectRef>
              <a:fontRef idx="minor"/>
            </p:style>
            <p:txBody>
              <a:bodyPr lIns="90000" rIns="90000" tIns="45000" bIns="45000" anchor="ctr">
                <a:noAutofit/>
              </a:bodyPr>
              <a:p>
                <a:pPr algn="ctr" defTabSz="914400">
                  <a:lnSpc>
                    <a:spcPct val="100000"/>
                  </a:lnSpc>
                </a:pPr>
                <a:endParaRPr lang="en-US" sz="2400" b="0" u="none" strike="noStrike">
                  <a:solidFill>
                    <a:schemeClr val="accent1">
                      <a:lumMod val="40000"/>
                      <a:lumOff val="60000"/>
                    </a:schemeClr>
                  </a:solidFill>
                  <a:effectLst/>
                  <a:uFillTx/>
                  <a:latin typeface="Arial"/>
                  <a:ea typeface="微软雅黑"/>
                </a:endParaRPr>
              </a:p>
            </p:txBody>
          </p:sp>
          <p:sp>
            <p:nvSpPr>
              <p:cNvPr id="671" name="任意多边形: 形状 3"/>
              <p:cNvSpPr/>
              <p:nvPr/>
            </p:nvSpPr>
            <p:spPr>
              <a:xfrm>
                <a:off x="8429040" y="2302920"/>
                <a:ext cx="446040" cy="433080"/>
              </a:xfrm>
              <a:custGeom>
                <a:avLst/>
                <a:gdLst>
                  <a:gd name="textAreaLeft" fmla="*/ 0 w 446040"/>
                  <a:gd name="textAreaRight" fmla="*/ 447480 w 446040"/>
                  <a:gd name="textAreaTop" fmla="*/ 0 h 433080"/>
                  <a:gd name="textAreaBottom" fmla="*/ 434520 h 433080"/>
                  <a:gd name="GluePoint1X" fmla="*/ 5036820 w 5036820"/>
                  <a:gd name="GluePoint1Y" fmla="*/ 1916430 h 4892040"/>
                  <a:gd name="GluePoint2X" fmla="*/ 3319780 w 5036820"/>
                  <a:gd name="GluePoint2Y" fmla="*/ 0 h 4892040"/>
                  <a:gd name="GluePoint3X" fmla="*/ 800100 w 5036820"/>
                  <a:gd name="GluePoint3Y" fmla="*/ 529590 h 4892040"/>
                  <a:gd name="GluePoint4X" fmla="*/ 0 w 5036820"/>
                  <a:gd name="GluePoint4Y" fmla="*/ 2975610 h 4892040"/>
                  <a:gd name="GluePoint5X" fmla="*/ 1717040 w 5036820"/>
                  <a:gd name="GluePoint5Y" fmla="*/ 4892040 h 4892040"/>
                  <a:gd name="GluePoint6X" fmla="*/ 4236720 w 5036820"/>
                  <a:gd name="GluePoint6Y" fmla="*/ 4362450 h 4892040"/>
                  <a:gd name="GluePoint7X" fmla="*/ 5036820 w 5036820"/>
                  <a:gd name="GluePoint7Y" fmla="*/ 1916430 h 489204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5036820" h="4892040">
                    <a:moveTo>
                      <a:pt x="5036820" y="1916430"/>
                    </a:moveTo>
                    <a:lnTo>
                      <a:pt x="3319780" y="0"/>
                    </a:lnTo>
                    <a:lnTo>
                      <a:pt x="800100" y="529590"/>
                    </a:lnTo>
                    <a:lnTo>
                      <a:pt x="0" y="2975610"/>
                    </a:lnTo>
                    <a:lnTo>
                      <a:pt x="1717040" y="4892040"/>
                    </a:lnTo>
                    <a:lnTo>
                      <a:pt x="4236720" y="4362450"/>
                    </a:lnTo>
                    <a:lnTo>
                      <a:pt x="5036820" y="1916430"/>
                    </a:lnTo>
                  </a:path>
                </a:pathLst>
              </a:custGeom>
              <a:solidFill>
                <a:schemeClr val="accent1">
                  <a:lumMod val="60000"/>
                  <a:lumOff val="40000"/>
                </a:schemeClr>
              </a:solidFill>
              <a:ln>
                <a:noFill/>
              </a:ln>
            </p:spPr>
            <p:style>
              <a:lnRef idx="1">
                <a:schemeClr val="accent1"/>
              </a:lnRef>
              <a:fillRef idx="0">
                <a:schemeClr val="accent1"/>
              </a:fillRef>
              <a:effectRef idx="0">
                <a:schemeClr val="accent1"/>
              </a:effectRef>
              <a:fontRef idx="minor"/>
            </p:style>
            <p:txBody>
              <a:bodyPr lIns="90000" rIns="90000" tIns="45000" bIns="45000" anchor="ctr">
                <a:noAutofit/>
              </a:bodyPr>
              <a:p>
                <a:pPr algn="ctr" defTabSz="914400">
                  <a:lnSpc>
                    <a:spcPct val="100000"/>
                  </a:lnSpc>
                </a:pPr>
                <a:endParaRPr lang="en-US" sz="2400" b="0" u="none" strike="noStrike">
                  <a:solidFill>
                    <a:schemeClr val="accent1">
                      <a:lumMod val="60000"/>
                      <a:lumOff val="40000"/>
                    </a:schemeClr>
                  </a:solidFill>
                  <a:effectLst/>
                  <a:uFillTx/>
                  <a:latin typeface="Arial"/>
                  <a:ea typeface="微软雅黑"/>
                </a:endParaRPr>
              </a:p>
            </p:txBody>
          </p:sp>
          <p:sp>
            <p:nvSpPr>
              <p:cNvPr id="672" name="任意多边形: 形状 4"/>
              <p:cNvSpPr/>
              <p:nvPr/>
            </p:nvSpPr>
            <p:spPr>
              <a:xfrm>
                <a:off x="8446680" y="2294280"/>
                <a:ext cx="406440" cy="455040"/>
              </a:xfrm>
              <a:custGeom>
                <a:avLst/>
                <a:gdLst>
                  <a:gd name="textAreaLeft" fmla="*/ 0 w 406440"/>
                  <a:gd name="textAreaRight" fmla="*/ 407880 w 406440"/>
                  <a:gd name="textAreaTop" fmla="*/ 0 h 455040"/>
                  <a:gd name="textAreaBottom" fmla="*/ 456480 h 455040"/>
                  <a:gd name="GluePoint1X" fmla="*/ 4451350 w 4592320"/>
                  <a:gd name="GluePoint1Y" fmla="*/ 3976370 h 5138420"/>
                  <a:gd name="GluePoint2X" fmla="*/ 4592320 w 4592320"/>
                  <a:gd name="GluePoint2Y" fmla="*/ 1405890 h 5138420"/>
                  <a:gd name="GluePoint3X" fmla="*/ 2437130 w 4592320"/>
                  <a:gd name="GluePoint3Y" fmla="*/ 0 h 5138420"/>
                  <a:gd name="GluePoint4X" fmla="*/ 140970 w 4592320"/>
                  <a:gd name="GluePoint4Y" fmla="*/ 1162050 h 5138420"/>
                  <a:gd name="GluePoint5X" fmla="*/ 0 w 4592320"/>
                  <a:gd name="GluePoint5Y" fmla="*/ 3732530 h 5138420"/>
                  <a:gd name="GluePoint6X" fmla="*/ 2155190 w 4592320"/>
                  <a:gd name="GluePoint6Y" fmla="*/ 5138420 h 5138420"/>
                  <a:gd name="GluePoint7X" fmla="*/ 4451350 w 4592320"/>
                  <a:gd name="GluePoint7Y" fmla="*/ 3976370 h 513842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4592320" h="5138420">
                    <a:moveTo>
                      <a:pt x="4451350" y="3976370"/>
                    </a:moveTo>
                    <a:lnTo>
                      <a:pt x="4592320" y="1405890"/>
                    </a:lnTo>
                    <a:lnTo>
                      <a:pt x="2437130" y="0"/>
                    </a:lnTo>
                    <a:lnTo>
                      <a:pt x="140970" y="1162050"/>
                    </a:lnTo>
                    <a:lnTo>
                      <a:pt x="0" y="3732530"/>
                    </a:lnTo>
                    <a:lnTo>
                      <a:pt x="2155190" y="5138420"/>
                    </a:lnTo>
                    <a:lnTo>
                      <a:pt x="4451350" y="3976370"/>
                    </a:lnTo>
                  </a:path>
                </a:pathLst>
              </a:custGeom>
              <a:solidFill>
                <a:schemeClr val="accent1"/>
              </a:solidFill>
              <a:ln>
                <a:noFill/>
              </a:ln>
            </p:spPr>
            <p:style>
              <a:lnRef idx="1">
                <a:schemeClr val="accent1"/>
              </a:lnRef>
              <a:fillRef idx="0">
                <a:schemeClr val="accent1"/>
              </a:fillRef>
              <a:effectRef idx="0">
                <a:schemeClr val="accent1"/>
              </a:effectRef>
              <a:fontRef idx="minor"/>
            </p:style>
            <p:txBody>
              <a:bodyPr lIns="90000" rIns="90000" tIns="45000" bIns="45000" anchor="ctr">
                <a:noAutofit/>
              </a:bodyPr>
              <a:p>
                <a:pPr algn="ctr" defTabSz="914400">
                  <a:lnSpc>
                    <a:spcPct val="100000"/>
                  </a:lnSpc>
                </a:pPr>
                <a:endParaRPr lang="en-US" sz="2400" b="0" u="none" strike="noStrike">
                  <a:solidFill>
                    <a:schemeClr val="accent1">
                      <a:lumMod val="75000"/>
                    </a:schemeClr>
                  </a:solidFill>
                  <a:effectLst/>
                  <a:uFillTx/>
                  <a:latin typeface="Arial"/>
                  <a:ea typeface="微软雅黑"/>
                </a:endParaRPr>
              </a:p>
            </p:txBody>
          </p:sp>
        </p:grpSp>
        <p:sp>
          <p:nvSpPr>
            <p:cNvPr id="673" name="任意多边形: 形状 6"/>
            <p:cNvSpPr/>
            <p:nvPr/>
          </p:nvSpPr>
          <p:spPr>
            <a:xfrm>
              <a:off x="8577000" y="2381040"/>
              <a:ext cx="155160" cy="276120"/>
            </a:xfrm>
            <a:custGeom>
              <a:avLst/>
              <a:gdLst>
                <a:gd name="textAreaLeft" fmla="*/ 0 w 155160"/>
                <a:gd name="textAreaRight" fmla="*/ 156240 w 155160"/>
                <a:gd name="textAreaTop" fmla="*/ 0 h 276120"/>
                <a:gd name="textAreaBottom" fmla="*/ 277200 h 276120"/>
              </a:gdLst>
              <a:ahLst/>
              <a:cxnLst/>
              <a:rect l="textAreaLeft" t="textAreaTop" r="textAreaRight" b="textAreaBottom"/>
              <a:pathLst>
                <a:path w="1762761" h="3124201">
                  <a:moveTo>
                    <a:pt x="765810" y="34290"/>
                  </a:moveTo>
                  <a:lnTo>
                    <a:pt x="1103630" y="33020"/>
                  </a:lnTo>
                  <a:cubicBezTo>
                    <a:pt x="1132840" y="33020"/>
                    <a:pt x="1158240" y="25400"/>
                    <a:pt x="1178560" y="13970"/>
                  </a:cubicBezTo>
                  <a:cubicBezTo>
                    <a:pt x="1201420" y="0"/>
                    <a:pt x="1230630" y="15240"/>
                    <a:pt x="1230630" y="41910"/>
                  </a:cubicBezTo>
                  <a:lnTo>
                    <a:pt x="1242060" y="2278380"/>
                  </a:lnTo>
                  <a:cubicBezTo>
                    <a:pt x="1236980" y="2548890"/>
                    <a:pt x="1291590" y="2602230"/>
                    <a:pt x="1357630" y="2600960"/>
                  </a:cubicBezTo>
                  <a:lnTo>
                    <a:pt x="1607820" y="2599690"/>
                  </a:lnTo>
                  <a:cubicBezTo>
                    <a:pt x="1691640" y="2599690"/>
                    <a:pt x="1761490" y="2667000"/>
                    <a:pt x="1761490" y="2752090"/>
                  </a:cubicBezTo>
                  <a:lnTo>
                    <a:pt x="1762760" y="2962910"/>
                  </a:lnTo>
                  <a:cubicBezTo>
                    <a:pt x="1762760" y="3046730"/>
                    <a:pt x="1695451" y="3116580"/>
                    <a:pt x="1610360" y="3116580"/>
                  </a:cubicBezTo>
                  <a:lnTo>
                    <a:pt x="166371" y="3124200"/>
                  </a:lnTo>
                  <a:cubicBezTo>
                    <a:pt x="82550" y="3124200"/>
                    <a:pt x="12700" y="3056890"/>
                    <a:pt x="12700" y="2971800"/>
                  </a:cubicBezTo>
                  <a:lnTo>
                    <a:pt x="11430" y="2760980"/>
                  </a:lnTo>
                  <a:cubicBezTo>
                    <a:pt x="11430" y="2677160"/>
                    <a:pt x="78740" y="2607310"/>
                    <a:pt x="163830" y="2607310"/>
                  </a:cubicBezTo>
                  <a:lnTo>
                    <a:pt x="389890" y="2606040"/>
                  </a:lnTo>
                  <a:cubicBezTo>
                    <a:pt x="473710" y="2606040"/>
                    <a:pt x="542290" y="2537460"/>
                    <a:pt x="542290" y="2452370"/>
                  </a:cubicBezTo>
                  <a:lnTo>
                    <a:pt x="534670" y="969010"/>
                  </a:lnTo>
                  <a:cubicBezTo>
                    <a:pt x="534670" y="862330"/>
                    <a:pt x="426720" y="788670"/>
                    <a:pt x="326390" y="826770"/>
                  </a:cubicBezTo>
                  <a:cubicBezTo>
                    <a:pt x="276860" y="845820"/>
                    <a:pt x="238760" y="858520"/>
                    <a:pt x="204470" y="869950"/>
                  </a:cubicBezTo>
                  <a:cubicBezTo>
                    <a:pt x="106680" y="902970"/>
                    <a:pt x="3810" y="831850"/>
                    <a:pt x="2540" y="727710"/>
                  </a:cubicBezTo>
                  <a:cubicBezTo>
                    <a:pt x="2540" y="687070"/>
                    <a:pt x="1270" y="647700"/>
                    <a:pt x="1270" y="613410"/>
                  </a:cubicBezTo>
                  <a:cubicBezTo>
                    <a:pt x="0" y="554990"/>
                    <a:pt x="33020" y="502920"/>
                    <a:pt x="83820" y="476250"/>
                  </a:cubicBezTo>
                  <a:cubicBezTo>
                    <a:pt x="307340" y="360680"/>
                    <a:pt x="496570" y="269240"/>
                    <a:pt x="651510" y="87630"/>
                  </a:cubicBezTo>
                  <a:cubicBezTo>
                    <a:pt x="679450" y="54610"/>
                    <a:pt x="721360" y="34290"/>
                    <a:pt x="765810" y="34290"/>
                  </a:cubicBezTo>
                  <a:close/>
                </a:path>
              </a:pathLst>
            </a:custGeom>
            <a:solidFill>
              <a:srgbClr val="ffffff"/>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lang="en-US" sz="2400" b="0" u="none" strike="noStrike">
                <a:solidFill>
                  <a:srgbClr val="ff0000"/>
                </a:solidFill>
                <a:effectLst/>
                <a:uFillTx/>
                <a:latin typeface="Arial"/>
                <a:ea typeface="微软雅黑"/>
              </a:endParaRPr>
            </a:p>
          </p:txBody>
        </p:sp>
      </p:grpSp>
      <p:grpSp>
        <p:nvGrpSpPr>
          <p:cNvPr id="674" name="组合 298"/>
          <p:cNvGrpSpPr/>
          <p:nvPr/>
        </p:nvGrpSpPr>
        <p:grpSpPr>
          <a:xfrm>
            <a:off x="8421480" y="4272120"/>
            <a:ext cx="455760" cy="455040"/>
            <a:chOff x="8421480" y="4272120"/>
            <a:chExt cx="455760" cy="455040"/>
          </a:xfrm>
        </p:grpSpPr>
        <p:grpSp>
          <p:nvGrpSpPr>
            <p:cNvPr id="675" name="组合 20"/>
            <p:cNvGrpSpPr/>
            <p:nvPr/>
          </p:nvGrpSpPr>
          <p:grpSpPr>
            <a:xfrm>
              <a:off x="8421480" y="4272120"/>
              <a:ext cx="455760" cy="455040"/>
              <a:chOff x="8421480" y="4272120"/>
              <a:chExt cx="455760" cy="455040"/>
            </a:xfrm>
          </p:grpSpPr>
          <p:sp>
            <p:nvSpPr>
              <p:cNvPr id="676" name="任意多边形: 形状 8"/>
              <p:cNvSpPr/>
              <p:nvPr/>
            </p:nvSpPr>
            <p:spPr>
              <a:xfrm>
                <a:off x="8421480" y="4300200"/>
                <a:ext cx="455760" cy="394560"/>
              </a:xfrm>
              <a:custGeom>
                <a:avLst/>
                <a:gdLst>
                  <a:gd name="textAreaLeft" fmla="*/ 0 w 455760"/>
                  <a:gd name="textAreaRight" fmla="*/ 457200 w 455760"/>
                  <a:gd name="textAreaTop" fmla="*/ 0 h 394560"/>
                  <a:gd name="textAreaBottom" fmla="*/ 396000 h 394560"/>
                  <a:gd name="GluePoint1X" fmla="*/ 3859530 w 5146040"/>
                  <a:gd name="GluePoint1Y" fmla="*/ 0 h 4457700"/>
                  <a:gd name="GluePoint2X" fmla="*/ 1286510 w 5146040"/>
                  <a:gd name="GluePoint2Y" fmla="*/ 0 h 4457700"/>
                  <a:gd name="GluePoint3X" fmla="*/ 0 w 5146040"/>
                  <a:gd name="GluePoint3Y" fmla="*/ 2228850 h 4457700"/>
                  <a:gd name="GluePoint4X" fmla="*/ 1286510 w 5146040"/>
                  <a:gd name="GluePoint4Y" fmla="*/ 4457700 h 4457700"/>
                  <a:gd name="GluePoint5X" fmla="*/ 3859530 w 5146040"/>
                  <a:gd name="GluePoint5Y" fmla="*/ 4457700 h 4457700"/>
                  <a:gd name="GluePoint6X" fmla="*/ 5146040 w 5146040"/>
                  <a:gd name="GluePoint6Y" fmla="*/ 2228850 h 4457700"/>
                  <a:gd name="GluePoint7X" fmla="*/ 3859530 w 5146040"/>
                  <a:gd name="GluePoint7Y" fmla="*/ 0 h 445770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5146040" h="4457700">
                    <a:moveTo>
                      <a:pt x="3859530" y="0"/>
                    </a:moveTo>
                    <a:lnTo>
                      <a:pt x="1286510" y="0"/>
                    </a:lnTo>
                    <a:lnTo>
                      <a:pt x="0" y="2228850"/>
                    </a:lnTo>
                    <a:lnTo>
                      <a:pt x="1286510" y="4457700"/>
                    </a:lnTo>
                    <a:lnTo>
                      <a:pt x="3859530" y="4457700"/>
                    </a:lnTo>
                    <a:lnTo>
                      <a:pt x="5146040" y="2228850"/>
                    </a:lnTo>
                    <a:lnTo>
                      <a:pt x="3859530" y="0"/>
                    </a:lnTo>
                  </a:path>
                </a:pathLst>
              </a:custGeom>
              <a:solidFill>
                <a:schemeClr val="accent1">
                  <a:lumMod val="20000"/>
                  <a:lumOff val="80000"/>
                </a:schemeClr>
              </a:solidFill>
              <a:ln>
                <a:noFill/>
              </a:ln>
            </p:spPr>
            <p:style>
              <a:lnRef idx="1">
                <a:schemeClr val="accent1"/>
              </a:lnRef>
              <a:fillRef idx="0">
                <a:schemeClr val="accent1"/>
              </a:fillRef>
              <a:effectRef idx="0">
                <a:schemeClr val="accent1"/>
              </a:effectRef>
              <a:fontRef idx="minor"/>
            </p:style>
            <p:txBody>
              <a:bodyPr lIns="90000" rIns="90000" tIns="45000" bIns="45000" anchor="ctr">
                <a:noAutofit/>
              </a:bodyPr>
              <a:p>
                <a:pPr algn="ctr" defTabSz="914400">
                  <a:lnSpc>
                    <a:spcPct val="100000"/>
                  </a:lnSpc>
                </a:pPr>
                <a:endParaRPr lang="en-US" sz="2400" b="0" u="none" strike="noStrike">
                  <a:solidFill>
                    <a:schemeClr val="accent1">
                      <a:lumMod val="75000"/>
                    </a:schemeClr>
                  </a:solidFill>
                  <a:effectLst/>
                  <a:uFillTx/>
                  <a:latin typeface="Arial"/>
                  <a:ea typeface="微软雅黑"/>
                </a:endParaRPr>
              </a:p>
            </p:txBody>
          </p:sp>
          <p:sp>
            <p:nvSpPr>
              <p:cNvPr id="677" name="任意多边形: 形状 9"/>
              <p:cNvSpPr/>
              <p:nvPr/>
            </p:nvSpPr>
            <p:spPr>
              <a:xfrm>
                <a:off x="8424000" y="4281120"/>
                <a:ext cx="446040" cy="433080"/>
              </a:xfrm>
              <a:custGeom>
                <a:avLst/>
                <a:gdLst>
                  <a:gd name="textAreaLeft" fmla="*/ 0 w 446040"/>
                  <a:gd name="textAreaRight" fmla="*/ 447480 w 446040"/>
                  <a:gd name="textAreaTop" fmla="*/ 0 h 433080"/>
                  <a:gd name="textAreaBottom" fmla="*/ 434520 h 433080"/>
                  <a:gd name="GluePoint1X" fmla="*/ 5036820 w 5036820"/>
                  <a:gd name="GluePoint1Y" fmla="*/ 1916430 h 4892040"/>
                  <a:gd name="GluePoint2X" fmla="*/ 3319780 w 5036820"/>
                  <a:gd name="GluePoint2Y" fmla="*/ 0 h 4892040"/>
                  <a:gd name="GluePoint3X" fmla="*/ 800100 w 5036820"/>
                  <a:gd name="GluePoint3Y" fmla="*/ 529590 h 4892040"/>
                  <a:gd name="GluePoint4X" fmla="*/ 0 w 5036820"/>
                  <a:gd name="GluePoint4Y" fmla="*/ 2975610 h 4892040"/>
                  <a:gd name="GluePoint5X" fmla="*/ 1717040 w 5036820"/>
                  <a:gd name="GluePoint5Y" fmla="*/ 4892040 h 4892040"/>
                  <a:gd name="GluePoint6X" fmla="*/ 4236720 w 5036820"/>
                  <a:gd name="GluePoint6Y" fmla="*/ 4362450 h 4892040"/>
                  <a:gd name="GluePoint7X" fmla="*/ 5036820 w 5036820"/>
                  <a:gd name="GluePoint7Y" fmla="*/ 1916430 h 489204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5036820" h="4892040">
                    <a:moveTo>
                      <a:pt x="5036820" y="1916430"/>
                    </a:moveTo>
                    <a:lnTo>
                      <a:pt x="3319780" y="0"/>
                    </a:lnTo>
                    <a:lnTo>
                      <a:pt x="800100" y="529590"/>
                    </a:lnTo>
                    <a:lnTo>
                      <a:pt x="0" y="2975610"/>
                    </a:lnTo>
                    <a:lnTo>
                      <a:pt x="1717040" y="4892040"/>
                    </a:lnTo>
                    <a:lnTo>
                      <a:pt x="4236720" y="4362450"/>
                    </a:lnTo>
                    <a:lnTo>
                      <a:pt x="5036820" y="1916430"/>
                    </a:lnTo>
                  </a:path>
                </a:pathLst>
              </a:custGeom>
              <a:solidFill>
                <a:schemeClr val="accent1">
                  <a:lumMod val="60000"/>
                  <a:lumOff val="40000"/>
                </a:schemeClr>
              </a:solidFill>
              <a:ln>
                <a:noFill/>
              </a:ln>
            </p:spPr>
            <p:style>
              <a:lnRef idx="1">
                <a:schemeClr val="accent1"/>
              </a:lnRef>
              <a:fillRef idx="0">
                <a:schemeClr val="accent1"/>
              </a:fillRef>
              <a:effectRef idx="0">
                <a:schemeClr val="accent1"/>
              </a:effectRef>
              <a:fontRef idx="minor"/>
            </p:style>
            <p:txBody>
              <a:bodyPr lIns="90000" rIns="90000" tIns="45000" bIns="45000" anchor="ctr">
                <a:noAutofit/>
              </a:bodyPr>
              <a:p>
                <a:pPr algn="ctr" defTabSz="914400">
                  <a:lnSpc>
                    <a:spcPct val="100000"/>
                  </a:lnSpc>
                </a:pPr>
                <a:endParaRPr lang="en-US" sz="2400" b="0" u="none" strike="noStrike">
                  <a:solidFill>
                    <a:schemeClr val="accent1">
                      <a:lumMod val="75000"/>
                    </a:schemeClr>
                  </a:solidFill>
                  <a:effectLst/>
                  <a:uFillTx/>
                  <a:latin typeface="Arial"/>
                  <a:ea typeface="微软雅黑"/>
                </a:endParaRPr>
              </a:p>
            </p:txBody>
          </p:sp>
          <p:sp>
            <p:nvSpPr>
              <p:cNvPr id="678" name="任意多边形: 形状 10"/>
              <p:cNvSpPr/>
              <p:nvPr/>
            </p:nvSpPr>
            <p:spPr>
              <a:xfrm>
                <a:off x="8441280" y="4272120"/>
                <a:ext cx="406440" cy="455040"/>
              </a:xfrm>
              <a:custGeom>
                <a:avLst/>
                <a:gdLst>
                  <a:gd name="textAreaLeft" fmla="*/ 0 w 406440"/>
                  <a:gd name="textAreaRight" fmla="*/ 407880 w 406440"/>
                  <a:gd name="textAreaTop" fmla="*/ 0 h 455040"/>
                  <a:gd name="textAreaBottom" fmla="*/ 456480 h 455040"/>
                  <a:gd name="GluePoint1X" fmla="*/ 4451350 w 4592320"/>
                  <a:gd name="GluePoint1Y" fmla="*/ 3976370 h 5138420"/>
                  <a:gd name="GluePoint2X" fmla="*/ 4592320 w 4592320"/>
                  <a:gd name="GluePoint2Y" fmla="*/ 1405890 h 5138420"/>
                  <a:gd name="GluePoint3X" fmla="*/ 2437130 w 4592320"/>
                  <a:gd name="GluePoint3Y" fmla="*/ 0 h 5138420"/>
                  <a:gd name="GluePoint4X" fmla="*/ 140970 w 4592320"/>
                  <a:gd name="GluePoint4Y" fmla="*/ 1162050 h 5138420"/>
                  <a:gd name="GluePoint5X" fmla="*/ 0 w 4592320"/>
                  <a:gd name="GluePoint5Y" fmla="*/ 3732530 h 5138420"/>
                  <a:gd name="GluePoint6X" fmla="*/ 2155190 w 4592320"/>
                  <a:gd name="GluePoint6Y" fmla="*/ 5138420 h 5138420"/>
                  <a:gd name="GluePoint7X" fmla="*/ 4451350 w 4592320"/>
                  <a:gd name="GluePoint7Y" fmla="*/ 3976370 h 513842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4592320" h="5138420">
                    <a:moveTo>
                      <a:pt x="4451350" y="3976370"/>
                    </a:moveTo>
                    <a:lnTo>
                      <a:pt x="4592320" y="1405890"/>
                    </a:lnTo>
                    <a:lnTo>
                      <a:pt x="2437130" y="0"/>
                    </a:lnTo>
                    <a:lnTo>
                      <a:pt x="140970" y="1162050"/>
                    </a:lnTo>
                    <a:lnTo>
                      <a:pt x="0" y="3732530"/>
                    </a:lnTo>
                    <a:lnTo>
                      <a:pt x="2155190" y="5138420"/>
                    </a:lnTo>
                    <a:lnTo>
                      <a:pt x="4451350" y="3976370"/>
                    </a:lnTo>
                  </a:path>
                </a:pathLst>
              </a:custGeom>
              <a:solidFill>
                <a:schemeClr val="accent1"/>
              </a:solidFill>
              <a:ln>
                <a:noFill/>
              </a:ln>
            </p:spPr>
            <p:style>
              <a:lnRef idx="1">
                <a:schemeClr val="accent1"/>
              </a:lnRef>
              <a:fillRef idx="0">
                <a:schemeClr val="accent1"/>
              </a:fillRef>
              <a:effectRef idx="0">
                <a:schemeClr val="accent1"/>
              </a:effectRef>
              <a:fontRef idx="minor"/>
            </p:style>
            <p:txBody>
              <a:bodyPr lIns="90000" rIns="90000" tIns="45000" bIns="45000" anchor="ctr">
                <a:noAutofit/>
              </a:bodyPr>
              <a:p>
                <a:pPr algn="ctr" defTabSz="914400">
                  <a:lnSpc>
                    <a:spcPct val="100000"/>
                  </a:lnSpc>
                </a:pPr>
                <a:endParaRPr lang="en-US" sz="2400" b="0" u="none" strike="noStrike">
                  <a:solidFill>
                    <a:schemeClr val="accent1">
                      <a:lumMod val="75000"/>
                    </a:schemeClr>
                  </a:solidFill>
                  <a:effectLst/>
                  <a:uFillTx/>
                  <a:latin typeface="Arial"/>
                  <a:ea typeface="微软雅黑"/>
                </a:endParaRPr>
              </a:p>
            </p:txBody>
          </p:sp>
        </p:grpSp>
        <p:sp>
          <p:nvSpPr>
            <p:cNvPr id="679" name="任意多边形: 形状 12"/>
            <p:cNvSpPr/>
            <p:nvPr/>
          </p:nvSpPr>
          <p:spPr>
            <a:xfrm>
              <a:off x="8566200" y="4356720"/>
              <a:ext cx="165960" cy="259560"/>
            </a:xfrm>
            <a:custGeom>
              <a:avLst/>
              <a:gdLst>
                <a:gd name="textAreaLeft" fmla="*/ 0 w 165960"/>
                <a:gd name="textAreaRight" fmla="*/ 167040 w 165960"/>
                <a:gd name="textAreaTop" fmla="*/ 0 h 259560"/>
                <a:gd name="textAreaBottom" fmla="*/ 260640 h 259560"/>
              </a:gdLst>
              <a:ahLst/>
              <a:cxnLst/>
              <a:rect l="textAreaLeft" t="textAreaTop" r="textAreaRight" b="textAreaBottom"/>
              <a:pathLst>
                <a:path w="1884680" h="2938781">
                  <a:moveTo>
                    <a:pt x="417830" y="1035050"/>
                  </a:moveTo>
                  <a:lnTo>
                    <a:pt x="132080" y="979170"/>
                  </a:lnTo>
                  <a:cubicBezTo>
                    <a:pt x="52070" y="963930"/>
                    <a:pt x="0" y="885190"/>
                    <a:pt x="17780" y="806450"/>
                  </a:cubicBezTo>
                  <a:cubicBezTo>
                    <a:pt x="134620" y="271780"/>
                    <a:pt x="443230" y="3810"/>
                    <a:pt x="943610" y="1270"/>
                  </a:cubicBezTo>
                  <a:cubicBezTo>
                    <a:pt x="1236980" y="0"/>
                    <a:pt x="1460500" y="80010"/>
                    <a:pt x="1615440" y="242570"/>
                  </a:cubicBezTo>
                  <a:cubicBezTo>
                    <a:pt x="1769110" y="405130"/>
                    <a:pt x="1846580" y="604520"/>
                    <a:pt x="1847850" y="839470"/>
                  </a:cubicBezTo>
                  <a:cubicBezTo>
                    <a:pt x="1849120" y="1082040"/>
                    <a:pt x="1765300" y="1320800"/>
                    <a:pt x="1597660" y="1553210"/>
                  </a:cubicBezTo>
                  <a:cubicBezTo>
                    <a:pt x="1478280" y="1718310"/>
                    <a:pt x="1285240" y="1903730"/>
                    <a:pt x="1016000" y="2108200"/>
                  </a:cubicBezTo>
                  <a:cubicBezTo>
                    <a:pt x="905510" y="2193290"/>
                    <a:pt x="966470" y="2369820"/>
                    <a:pt x="1104900" y="2369820"/>
                  </a:cubicBezTo>
                  <a:lnTo>
                    <a:pt x="1617979" y="2367280"/>
                  </a:lnTo>
                  <a:cubicBezTo>
                    <a:pt x="1766570" y="2366010"/>
                    <a:pt x="1884679" y="2493010"/>
                    <a:pt x="1873250" y="2641600"/>
                  </a:cubicBezTo>
                  <a:lnTo>
                    <a:pt x="1861820" y="2797810"/>
                  </a:lnTo>
                  <a:cubicBezTo>
                    <a:pt x="1855470" y="2874010"/>
                    <a:pt x="1793240" y="2932430"/>
                    <a:pt x="1717040" y="2932430"/>
                  </a:cubicBezTo>
                  <a:lnTo>
                    <a:pt x="147320" y="2938780"/>
                  </a:lnTo>
                  <a:cubicBezTo>
                    <a:pt x="67310" y="2938780"/>
                    <a:pt x="1270" y="2874010"/>
                    <a:pt x="1270" y="2794000"/>
                  </a:cubicBezTo>
                  <a:lnTo>
                    <a:pt x="0" y="2440940"/>
                  </a:lnTo>
                  <a:cubicBezTo>
                    <a:pt x="0" y="2399030"/>
                    <a:pt x="17780" y="2358390"/>
                    <a:pt x="49530" y="2330450"/>
                  </a:cubicBezTo>
                  <a:cubicBezTo>
                    <a:pt x="547370" y="1897380"/>
                    <a:pt x="859790" y="1590040"/>
                    <a:pt x="985520" y="1408430"/>
                  </a:cubicBezTo>
                  <a:cubicBezTo>
                    <a:pt x="1116330" y="1220470"/>
                    <a:pt x="1181100" y="1042670"/>
                    <a:pt x="1179830" y="875030"/>
                  </a:cubicBezTo>
                  <a:cubicBezTo>
                    <a:pt x="1178560" y="635000"/>
                    <a:pt x="1087120" y="515620"/>
                    <a:pt x="906780" y="516890"/>
                  </a:cubicBezTo>
                  <a:cubicBezTo>
                    <a:pt x="797560" y="516890"/>
                    <a:pt x="718820" y="565150"/>
                    <a:pt x="669290" y="660400"/>
                  </a:cubicBezTo>
                  <a:cubicBezTo>
                    <a:pt x="635000" y="726440"/>
                    <a:pt x="608330" y="811530"/>
                    <a:pt x="590550" y="916940"/>
                  </a:cubicBezTo>
                  <a:cubicBezTo>
                    <a:pt x="575310" y="996950"/>
                    <a:pt x="497840" y="1050290"/>
                    <a:pt x="417830" y="1035050"/>
                  </a:cubicBezTo>
                  <a:close/>
                </a:path>
              </a:pathLst>
            </a:custGeom>
            <a:solidFill>
              <a:srgbClr val="ffffff"/>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lang="en-US" sz="2400" b="0" u="none" strike="noStrike">
                <a:solidFill>
                  <a:schemeClr val="accent1">
                    <a:lumMod val="60000"/>
                    <a:lumOff val="40000"/>
                  </a:schemeClr>
                </a:solidFill>
                <a:effectLst/>
                <a:uFillTx/>
                <a:latin typeface="Arial"/>
                <a:ea typeface="微软雅黑"/>
              </a:endParaRPr>
            </a:p>
          </p:txBody>
        </p:sp>
      </p:grpSp>
      <p:sp>
        <p:nvSpPr>
          <p:cNvPr id="680" name="文本框 25"/>
          <p:cNvSpPr/>
          <p:nvPr/>
        </p:nvSpPr>
        <p:spPr>
          <a:xfrm>
            <a:off x="8939520" y="2294280"/>
            <a:ext cx="3003480" cy="3924720"/>
          </a:xfrm>
          <a:prstGeom prst="rect">
            <a:avLst/>
          </a:prstGeom>
          <a:noFill/>
          <a:ln w="0">
            <a:noFill/>
          </a:ln>
        </p:spPr>
        <p:style>
          <a:lnRef idx="0"/>
          <a:fillRef idx="0"/>
          <a:effectRef idx="0"/>
          <a:fontRef idx="minor"/>
        </p:style>
        <p:txBody>
          <a:bodyPr lIns="101520" rIns="82440" tIns="0" bIns="0" anchor="t">
            <a:spAutoFit/>
          </a:bodyPr>
          <a:p>
            <a:pPr defTabSz="914400">
              <a:lnSpc>
                <a:spcPct val="130000"/>
              </a:lnSpc>
              <a:spcBef>
                <a:spcPts val="2534"/>
              </a:spcBef>
              <a:tabLst>
                <a:tab algn="l" pos="0"/>
              </a:tabLst>
            </a:pPr>
            <a:r>
              <a:rPr lang="zh-CN" sz="2000" b="0" u="none" spc="31" strike="noStrike">
                <a:solidFill>
                  <a:srgbClr val="404040"/>
                </a:solidFill>
                <a:effectLst/>
                <a:uFillTx/>
                <a:latin typeface="Arial"/>
                <a:ea typeface="微软雅黑"/>
              </a:rPr>
              <a:t>生活中，我通常会把身边哪些人的付出当作是理所当然的，很少对他们生起感恩之心？</a:t>
            </a:r>
            <a:endParaRPr lang="en-US" sz="2000" b="0" u="none" strike="noStrike">
              <a:solidFill>
                <a:srgbClr val="000000"/>
              </a:solidFill>
              <a:effectLst/>
              <a:uFillTx/>
              <a:latin typeface="Arial"/>
            </a:endParaRPr>
          </a:p>
          <a:p>
            <a:pPr defTabSz="914400">
              <a:lnSpc>
                <a:spcPct val="130000"/>
              </a:lnSpc>
              <a:spcBef>
                <a:spcPts val="2534"/>
              </a:spcBef>
              <a:tabLst>
                <a:tab algn="l" pos="0"/>
              </a:tabLst>
            </a:pPr>
            <a:r>
              <a:rPr lang="zh-CN" sz="2000" b="0" u="none" spc="31" strike="noStrike">
                <a:solidFill>
                  <a:srgbClr val="404040"/>
                </a:solidFill>
                <a:effectLst/>
                <a:uFillTx/>
                <a:latin typeface="Arial"/>
                <a:ea typeface="微软雅黑"/>
              </a:rPr>
              <a:t>生活中，有哪些人我觉得是毫无关系的陌生人？我是以怎样的心态和表现面对这些“陌生人”的？</a:t>
            </a:r>
            <a:endParaRPr lang="en-US" sz="2000" b="0" u="none" strike="noStrike">
              <a:solidFill>
                <a:srgbClr val="000000"/>
              </a:solidFill>
              <a:effectLst/>
              <a:uFillTx/>
              <a:latin typeface="Arial"/>
            </a:endParaRPr>
          </a:p>
        </p:txBody>
      </p:sp>
      <p:sp>
        <p:nvSpPr>
          <p:cNvPr id="681" name="文本框 4"/>
          <p:cNvSpPr/>
          <p:nvPr/>
        </p:nvSpPr>
        <p:spPr>
          <a:xfrm>
            <a:off x="8685360" y="1283400"/>
            <a:ext cx="3037680" cy="669600"/>
          </a:xfrm>
          <a:prstGeom prst="rect">
            <a:avLst/>
          </a:prstGeom>
          <a:solidFill>
            <a:schemeClr val="accent3">
              <a:lumMod val="40000"/>
              <a:lumOff val="60000"/>
            </a:schemeClr>
          </a:solidFill>
          <a:ln w="0">
            <a:noFill/>
          </a:ln>
        </p:spPr>
        <p:style>
          <a:lnRef idx="0"/>
          <a:fillRef idx="0"/>
          <a:effectRef idx="0"/>
          <a:fontRef idx="minor"/>
        </p:style>
        <p:txBody>
          <a:bodyPr lIns="90000" rIns="90000" tIns="45000" bIns="45000" anchor="t">
            <a:noAutofit/>
          </a:bodyPr>
          <a:p>
            <a:pPr algn="ctr" defTabSz="914400">
              <a:lnSpc>
                <a:spcPct val="150000"/>
              </a:lnSpc>
            </a:pPr>
            <a:r>
              <a:rPr lang="zh-CN" sz="2800" b="1" u="none" strike="noStrike">
                <a:solidFill>
                  <a:schemeClr val="dk1"/>
                </a:solidFill>
                <a:effectLst/>
                <a:uFillTx/>
                <a:latin typeface="Arial"/>
                <a:ea typeface="微软雅黑"/>
              </a:rPr>
              <a:t>交流分享</a:t>
            </a:r>
            <a:r>
              <a:rPr lang="en-US" sz="2000" b="1" u="none" strike="noStrike">
                <a:solidFill>
                  <a:schemeClr val="dk1"/>
                </a:solidFill>
                <a:effectLst/>
                <a:uFillTx/>
                <a:latin typeface="Arial"/>
                <a:ea typeface="微软雅黑"/>
              </a:rPr>
              <a:t> </a:t>
            </a:r>
            <a:r>
              <a:rPr lang="en-US" sz="2000" b="1" u="none" strike="noStrike">
                <a:solidFill>
                  <a:schemeClr val="dk1"/>
                </a:solidFill>
                <a:effectLst/>
                <a:uFillTx/>
                <a:latin typeface="Arial"/>
                <a:ea typeface="微软雅黑"/>
              </a:rPr>
              <a:t>(10</a:t>
            </a:r>
            <a:r>
              <a:rPr lang="zh-CN" sz="2000" b="1" u="none" strike="noStrike">
                <a:solidFill>
                  <a:schemeClr val="dk1"/>
                </a:solidFill>
                <a:effectLst/>
                <a:uFillTx/>
                <a:latin typeface="Arial"/>
                <a:ea typeface="微软雅黑"/>
              </a:rPr>
              <a:t>分钟</a:t>
            </a:r>
            <a:r>
              <a:rPr lang="en-US" sz="2000" b="1" u="none" strike="noStrike">
                <a:solidFill>
                  <a:schemeClr val="dk1"/>
                </a:solidFill>
                <a:effectLst/>
                <a:uFillTx/>
                <a:latin typeface="Arial"/>
                <a:ea typeface="微软雅黑"/>
              </a:rPr>
              <a:t>)</a:t>
            </a:r>
            <a:endParaRPr lang="en-US" sz="2000" b="0" u="none" strike="noStrike">
              <a:solidFill>
                <a:srgbClr val="000000"/>
              </a:solidFill>
              <a:effectLst/>
              <a:uFillTx/>
              <a:latin typeface="Arial"/>
            </a:endParaRPr>
          </a:p>
        </p:txBody>
      </p:sp>
      <p:sp>
        <p:nvSpPr>
          <p:cNvPr id="682" name="文本框 1"/>
          <p:cNvSpPr/>
          <p:nvPr/>
        </p:nvSpPr>
        <p:spPr>
          <a:xfrm>
            <a:off x="371520" y="365760"/>
            <a:ext cx="7862400" cy="669600"/>
          </a:xfrm>
          <a:prstGeom prst="rect">
            <a:avLst/>
          </a:prstGeom>
          <a:solidFill>
            <a:schemeClr val="accent6">
              <a:lumMod val="20000"/>
              <a:lumOff val="80000"/>
            </a:schemeClr>
          </a:solidFill>
          <a:ln w="0">
            <a:noFill/>
          </a:ln>
        </p:spPr>
        <p:style>
          <a:lnRef idx="0"/>
          <a:fillRef idx="0"/>
          <a:effectRef idx="0"/>
          <a:fontRef idx="minor"/>
        </p:style>
        <p:txBody>
          <a:bodyPr lIns="90000" rIns="90000" tIns="45000" bIns="45000" anchor="ctr">
            <a:noAutofit/>
          </a:bodyPr>
          <a:p>
            <a:pPr defTabSz="914400">
              <a:lnSpc>
                <a:spcPct val="100000"/>
              </a:lnSpc>
            </a:pPr>
            <a:r>
              <a:rPr lang="zh-CN" sz="2800" b="0" u="none" strike="noStrike">
                <a:solidFill>
                  <a:schemeClr val="lt2">
                    <a:lumMod val="10000"/>
                  </a:schemeClr>
                </a:solidFill>
                <a:effectLst/>
                <a:uFillTx/>
                <a:latin typeface="Arial"/>
                <a:ea typeface="微软雅黑"/>
              </a:rPr>
              <a:t>每个人都有恩于你，整个世界都在为你服务</a:t>
            </a:r>
            <a:endParaRPr lang="en-US" sz="2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83" name="椭圆 18"/>
          <p:cNvSpPr/>
          <p:nvPr/>
        </p:nvSpPr>
        <p:spPr>
          <a:xfrm>
            <a:off x="10768320" y="-819720"/>
            <a:ext cx="2244600" cy="2139120"/>
          </a:xfrm>
          <a:prstGeom prst="ellipse">
            <a:avLst/>
          </a:prstGeom>
          <a:solidFill>
            <a:schemeClr val="accent1">
              <a:lumMod val="60000"/>
              <a:lumOff val="40000"/>
              <a:alpha val="90000"/>
            </a:schemeClr>
          </a:solidFill>
          <a:ln>
            <a:noFill/>
          </a:ln>
        </p:spPr>
        <p:style>
          <a:lnRef idx="2">
            <a:schemeClr val="accent1">
              <a:lumMod val="75000"/>
            </a:schemeClr>
          </a:lnRef>
          <a:fillRef idx="1">
            <a:schemeClr val="accent1"/>
          </a:fillRef>
          <a:effectRef idx="0"/>
          <a:fontRef idx="minor"/>
        </p:style>
        <p:txBody>
          <a:bodyPr lIns="90000" rIns="90000" tIns="45000" bIns="45000" anchor="ctr">
            <a:noAutofit/>
          </a:bodyPr>
          <a:p>
            <a:pPr algn="ctr" defTabSz="914400">
              <a:lnSpc>
                <a:spcPct val="100000"/>
              </a:lnSpc>
            </a:pPr>
            <a:endParaRPr lang="en-US" sz="1800" b="0" u="none" strike="noStrike">
              <a:solidFill>
                <a:schemeClr val="lt1"/>
              </a:solidFill>
              <a:effectLst/>
              <a:uFillTx/>
              <a:latin typeface="Arial"/>
              <a:ea typeface="微软雅黑"/>
            </a:endParaRPr>
          </a:p>
        </p:txBody>
      </p:sp>
      <p:sp>
        <p:nvSpPr>
          <p:cNvPr id="684" name="PlaceHolder 1"/>
          <p:cNvSpPr>
            <a:spLocks noGrp="1"/>
          </p:cNvSpPr>
          <p:nvPr>
            <p:ph type="title"/>
          </p:nvPr>
        </p:nvSpPr>
        <p:spPr>
          <a:xfrm>
            <a:off x="1616760" y="217080"/>
            <a:ext cx="8958240" cy="969480"/>
          </a:xfrm>
          <a:prstGeom prst="rect">
            <a:avLst/>
          </a:prstGeom>
          <a:noFill/>
          <a:ln w="0">
            <a:noFill/>
          </a:ln>
        </p:spPr>
        <p:txBody>
          <a:bodyPr lIns="91440" rIns="91440" tIns="45720" bIns="45720" anchor="ctr">
            <a:normAutofit fontScale="92500" lnSpcReduction="9999"/>
          </a:bodyPr>
          <a:p>
            <a:pPr indent="0" algn="ctr" defTabSz="914400">
              <a:lnSpc>
                <a:spcPct val="150000"/>
              </a:lnSpc>
              <a:buNone/>
              <a:tabLst>
                <a:tab algn="l" pos="0"/>
              </a:tabLst>
            </a:pPr>
            <a:r>
              <a:rPr lang="zh-CN" sz="4400" b="1" u="none" strike="noStrike">
                <a:solidFill>
                  <a:schemeClr val="accent1">
                    <a:lumMod val="50000"/>
                  </a:schemeClr>
                </a:solidFill>
                <a:effectLst/>
                <a:uFillTx/>
                <a:latin typeface="Arial"/>
                <a:ea typeface="微软雅黑"/>
              </a:rPr>
              <a:t>现场练习：因缘之网</a:t>
            </a:r>
            <a:r>
              <a:rPr lang="en-US" sz="4400" b="1" u="none" strike="noStrike">
                <a:solidFill>
                  <a:schemeClr val="accent1">
                    <a:lumMod val="50000"/>
                  </a:schemeClr>
                </a:solidFill>
                <a:effectLst/>
                <a:uFillTx/>
                <a:latin typeface="Arial"/>
                <a:ea typeface="微软雅黑"/>
              </a:rPr>
              <a:t> </a:t>
            </a:r>
            <a:r>
              <a:rPr lang="en-US" sz="2700" b="1" u="none" strike="noStrike">
                <a:solidFill>
                  <a:schemeClr val="accent1">
                    <a:lumMod val="50000"/>
                  </a:schemeClr>
                </a:solidFill>
                <a:effectLst/>
                <a:uFillTx/>
                <a:latin typeface="Arial"/>
                <a:ea typeface="微软雅黑"/>
              </a:rPr>
              <a:t>(10</a:t>
            </a:r>
            <a:r>
              <a:rPr lang="zh-CN" sz="2700" b="1" u="none" strike="noStrike">
                <a:solidFill>
                  <a:schemeClr val="accent1">
                    <a:lumMod val="50000"/>
                  </a:schemeClr>
                </a:solidFill>
                <a:effectLst/>
                <a:uFillTx/>
                <a:latin typeface="Arial"/>
                <a:ea typeface="微软雅黑"/>
              </a:rPr>
              <a:t>分钟</a:t>
            </a:r>
            <a:r>
              <a:rPr lang="en-US" sz="2700" b="1" u="none" strike="noStrike">
                <a:solidFill>
                  <a:schemeClr val="accent1">
                    <a:lumMod val="50000"/>
                  </a:schemeClr>
                </a:solidFill>
                <a:effectLst/>
                <a:uFillTx/>
                <a:latin typeface="Arial"/>
                <a:ea typeface="微软雅黑"/>
              </a:rPr>
              <a:t>)</a:t>
            </a:r>
            <a:endParaRPr lang="en-US" sz="2700" b="0" u="none" strike="noStrike">
              <a:solidFill>
                <a:srgbClr val="000000"/>
              </a:solidFill>
              <a:effectLst/>
              <a:uFillTx/>
              <a:latin typeface="Arial"/>
            </a:endParaRPr>
          </a:p>
        </p:txBody>
      </p:sp>
      <p:sp>
        <p:nvSpPr>
          <p:cNvPr id="685" name="PlaceHolder 2"/>
          <p:cNvSpPr>
            <a:spLocks noGrp="1"/>
          </p:cNvSpPr>
          <p:nvPr>
            <p:ph/>
          </p:nvPr>
        </p:nvSpPr>
        <p:spPr>
          <a:xfrm>
            <a:off x="482760" y="1577520"/>
            <a:ext cx="5894640" cy="4248720"/>
          </a:xfrm>
          <a:prstGeom prst="rect">
            <a:avLst/>
          </a:prstGeom>
          <a:noFill/>
          <a:ln w="0">
            <a:noFill/>
          </a:ln>
        </p:spPr>
        <p:txBody>
          <a:bodyPr lIns="0" rIns="0" tIns="0" bIns="0" anchor="t">
            <a:noAutofit/>
          </a:bodyPr>
          <a:p>
            <a:pPr indent="0" defTabSz="914400">
              <a:lnSpc>
                <a:spcPct val="150000"/>
              </a:lnSpc>
              <a:spcBef>
                <a:spcPts val="1001"/>
              </a:spcBef>
              <a:buNone/>
              <a:tabLst>
                <a:tab algn="l" pos="0"/>
              </a:tabLst>
            </a:pPr>
            <a:r>
              <a:rPr lang="zh-CN" sz="2000" b="0" u="none" strike="noStrike">
                <a:solidFill>
                  <a:schemeClr val="dk1"/>
                </a:solidFill>
                <a:effectLst/>
                <a:uFillTx/>
                <a:latin typeface="微软雅黑"/>
                <a:ea typeface="微软雅黑"/>
              </a:rPr>
              <a:t>现代社会“原子化”的生活，常常让人们产生一种孤立的错觉。事实上，所有的生命都紧密相连、相互依存。</a:t>
            </a:r>
            <a:endParaRPr lang="en-US" sz="2000" b="0" u="none" strike="noStrike">
              <a:solidFill>
                <a:srgbClr val="000000"/>
              </a:solidFill>
              <a:effectLst/>
              <a:uFillTx/>
              <a:latin typeface="Arial"/>
            </a:endParaRPr>
          </a:p>
          <a:p>
            <a:pPr marL="457200" indent="-457200" defTabSz="914400">
              <a:lnSpc>
                <a:spcPct val="150000"/>
              </a:lnSpc>
              <a:spcBef>
                <a:spcPts val="1001"/>
              </a:spcBef>
              <a:buClr>
                <a:srgbClr val="000000"/>
              </a:buClr>
              <a:buFont typeface="Arial"/>
              <a:buAutoNum type="arabicPeriod"/>
              <a:tabLst>
                <a:tab algn="l" pos="0"/>
              </a:tabLst>
            </a:pPr>
            <a:r>
              <a:rPr lang="zh-CN" sz="2000" b="0" u="none" strike="noStrike">
                <a:solidFill>
                  <a:schemeClr val="dk1"/>
                </a:solidFill>
                <a:effectLst/>
                <a:uFillTx/>
                <a:latin typeface="微软雅黑"/>
                <a:ea typeface="微软雅黑"/>
              </a:rPr>
              <a:t>请选择一个自己感恩的事物，写在纸的中心。</a:t>
            </a:r>
            <a:endParaRPr lang="en-US" sz="2000" b="0" u="none" strike="noStrike">
              <a:solidFill>
                <a:srgbClr val="000000"/>
              </a:solidFill>
              <a:effectLst/>
              <a:uFillTx/>
              <a:latin typeface="Arial"/>
            </a:endParaRPr>
          </a:p>
          <a:p>
            <a:pPr marL="457200" indent="-457200" defTabSz="914400">
              <a:lnSpc>
                <a:spcPct val="150000"/>
              </a:lnSpc>
              <a:spcBef>
                <a:spcPts val="1001"/>
              </a:spcBef>
              <a:buClr>
                <a:srgbClr val="000000"/>
              </a:buClr>
              <a:buFont typeface="Arial"/>
              <a:buAutoNum type="arabicPeriod"/>
              <a:tabLst>
                <a:tab algn="l" pos="0"/>
              </a:tabLst>
            </a:pPr>
            <a:r>
              <a:rPr lang="zh-CN" sz="2000" b="0" u="none" strike="noStrike">
                <a:solidFill>
                  <a:schemeClr val="dk1"/>
                </a:solidFill>
                <a:effectLst/>
                <a:uFillTx/>
                <a:latin typeface="微软雅黑"/>
                <a:ea typeface="微软雅黑"/>
              </a:rPr>
              <a:t>把成就这个事物的因缘（人、事、物）逐个列出来，用线条连接，方框表示事、物，圆圈表示人。</a:t>
            </a:r>
            <a:endParaRPr lang="en-US" sz="2000" b="0" u="none" strike="noStrike">
              <a:solidFill>
                <a:srgbClr val="000000"/>
              </a:solidFill>
              <a:effectLst/>
              <a:uFillTx/>
              <a:latin typeface="Arial"/>
            </a:endParaRPr>
          </a:p>
          <a:p>
            <a:pPr marL="457200" indent="-457200" defTabSz="914400">
              <a:lnSpc>
                <a:spcPct val="150000"/>
              </a:lnSpc>
              <a:spcBef>
                <a:spcPts val="1001"/>
              </a:spcBef>
              <a:buClr>
                <a:srgbClr val="000000"/>
              </a:buClr>
              <a:buFont typeface="Arial"/>
              <a:buAutoNum type="arabicPeriod"/>
              <a:tabLst>
                <a:tab algn="l" pos="0"/>
              </a:tabLst>
            </a:pPr>
            <a:r>
              <a:rPr lang="zh-CN" sz="2000" b="0" u="none" strike="noStrike">
                <a:solidFill>
                  <a:schemeClr val="dk1"/>
                </a:solidFill>
                <a:effectLst/>
                <a:uFillTx/>
                <a:latin typeface="微软雅黑"/>
                <a:ea typeface="微软雅黑"/>
              </a:rPr>
              <a:t>每个人或事又是缘起而非独存的，再把成就他们的因缘依次列出来，形成“因缘之网”。</a:t>
            </a:r>
            <a:endParaRPr lang="en-US" sz="2000" b="0" u="none" strike="noStrike">
              <a:solidFill>
                <a:srgbClr val="000000"/>
              </a:solidFill>
              <a:effectLst/>
              <a:uFillTx/>
              <a:latin typeface="Arial"/>
            </a:endParaRPr>
          </a:p>
        </p:txBody>
      </p:sp>
      <p:pic>
        <p:nvPicPr>
          <p:cNvPr id="686" name="图片 2" descr="/private/var/folders/4n/5m4ktf016qx9chhsdzg_zts40000gn/T/com.kingsoft.wpsoffice.mac/photoeditapp/20251015182945/temp.pngtemp"/>
          <p:cNvPicPr/>
          <p:nvPr/>
        </p:nvPicPr>
        <p:blipFill>
          <a:blip r:embed="rId1"/>
          <a:stretch/>
        </p:blipFill>
        <p:spPr>
          <a:xfrm>
            <a:off x="6562080" y="1757520"/>
            <a:ext cx="5222160" cy="3750120"/>
          </a:xfrm>
          <a:prstGeom prst="rect">
            <a:avLst/>
          </a:prstGeom>
          <a:noFill/>
          <a:ln w="0">
            <a:noFill/>
          </a:ln>
        </p:spPr>
      </p:pic>
      <p:sp>
        <p:nvSpPr>
          <p:cNvPr id="4" name="PlaceHolder 3"/>
          <p:cNvSpPr>
            <a:spLocks noGrp="1"/>
          </p:cNvSpPr>
          <p:nvPr>
            <p:ph type="sldNum" idx="6"/>
          </p:nvPr>
        </p:nvSpPr>
        <p:spPr/>
        <p:txBody>
          <a:bodyPr/>
          <a:p>
            <a:fld id="{B4793BA8-25DE-4C04-8A0F-9B85A6B5142B}" type="slidenum">
              <a:t>21</a:t>
            </a:fld>
          </a:p>
        </p:txBody>
      </p:sp>
    </p:spTree>
  </p:cSld>
  <mc:AlternateContent>
    <mc:Choice Requires="p14">
      <p:transition spd="slow" p14:dur="2000"/>
    </mc:Choice>
    <mc:Fallback>
      <p:transition spd="slow"/>
    </mc:Fallback>
  </mc:AlternateContent>
</p:sld>
</file>

<file path=ppt/slides/slide2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87" name="PlaceHolder 1"/>
          <p:cNvSpPr>
            <a:spLocks noGrp="1"/>
          </p:cNvSpPr>
          <p:nvPr>
            <p:ph type="title"/>
          </p:nvPr>
        </p:nvSpPr>
        <p:spPr>
          <a:xfrm>
            <a:off x="5979240" y="1949400"/>
            <a:ext cx="5235480" cy="924480"/>
          </a:xfrm>
          <a:prstGeom prst="rect">
            <a:avLst/>
          </a:prstGeom>
          <a:noFill/>
          <a:ln w="0">
            <a:noFill/>
          </a:ln>
        </p:spPr>
        <p:txBody>
          <a:bodyPr lIns="0" rIns="0" tIns="0" bIns="0" anchor="b" vert="eaVert">
            <a:normAutofit fontScale="55000" lnSpcReduction="19999"/>
          </a:bodyPr>
          <a:p>
            <a:pPr indent="0" defTabSz="914400">
              <a:lnSpc>
                <a:spcPct val="100000"/>
              </a:lnSpc>
              <a:buNone/>
              <a:tabLst>
                <a:tab algn="l" pos="0"/>
              </a:tabLst>
            </a:pPr>
            <a:r>
              <a:rPr lang="zh-CN" sz="4890" b="1" u="none" strike="noStrike">
                <a:solidFill>
                  <a:schemeClr val="lt2">
                    <a:lumMod val="25000"/>
                  </a:schemeClr>
                </a:solidFill>
                <a:effectLst/>
                <a:uFillTx/>
                <a:latin typeface="Arial"/>
                <a:ea typeface="微软雅黑"/>
              </a:rPr>
              <a:t>互动练习</a:t>
            </a:r>
            <a:r>
              <a:rPr lang="en-US" sz="4890" b="1" u="none" strike="noStrike">
                <a:solidFill>
                  <a:schemeClr val="lt2">
                    <a:lumMod val="25000"/>
                  </a:schemeClr>
                </a:solidFill>
                <a:effectLst/>
                <a:uFillTx/>
                <a:latin typeface="Arial"/>
                <a:ea typeface="微软雅黑"/>
              </a:rPr>
              <a:t> </a:t>
            </a:r>
            <a:r>
              <a:rPr lang="en-US" sz="2400" b="1" u="none" strike="noStrike">
                <a:solidFill>
                  <a:schemeClr val="lt2">
                    <a:lumMod val="25000"/>
                  </a:schemeClr>
                </a:solidFill>
                <a:effectLst/>
                <a:uFillTx/>
                <a:latin typeface="Arial"/>
                <a:ea typeface="微软雅黑"/>
              </a:rPr>
              <a:t>(10</a:t>
            </a:r>
            <a:r>
              <a:rPr lang="zh-CN" sz="2400" b="1" u="none" strike="noStrike">
                <a:solidFill>
                  <a:schemeClr val="lt2">
                    <a:lumMod val="25000"/>
                  </a:schemeClr>
                </a:solidFill>
                <a:effectLst/>
                <a:uFillTx/>
                <a:latin typeface="Arial"/>
                <a:ea typeface="微软雅黑"/>
              </a:rPr>
              <a:t>分钟</a:t>
            </a:r>
            <a:r>
              <a:rPr lang="en-US" sz="2400" b="1" u="none" strike="noStrike">
                <a:solidFill>
                  <a:schemeClr val="lt2">
                    <a:lumMod val="25000"/>
                  </a:schemeClr>
                </a:solidFill>
                <a:effectLst/>
                <a:uFillTx/>
                <a:latin typeface="Arial"/>
                <a:ea typeface="微软雅黑"/>
              </a:rPr>
              <a:t>)</a:t>
            </a:r>
            <a:endParaRPr lang="en-US" sz="2400" b="0" u="none" strike="noStrike">
              <a:solidFill>
                <a:srgbClr val="000000"/>
              </a:solidFill>
              <a:effectLst/>
              <a:uFillTx/>
              <a:latin typeface="Arial"/>
            </a:endParaRPr>
          </a:p>
        </p:txBody>
      </p:sp>
      <p:sp>
        <p:nvSpPr>
          <p:cNvPr id="688" name="椭圆 4"/>
          <p:cNvSpPr/>
          <p:nvPr/>
        </p:nvSpPr>
        <p:spPr>
          <a:xfrm>
            <a:off x="-1145520" y="-695160"/>
            <a:ext cx="2244600" cy="2139120"/>
          </a:xfrm>
          <a:prstGeom prst="ellipse">
            <a:avLst/>
          </a:prstGeom>
          <a:solidFill>
            <a:schemeClr val="accent1">
              <a:lumMod val="60000"/>
              <a:lumOff val="40000"/>
              <a:alpha val="90000"/>
            </a:schemeClr>
          </a:solidFill>
          <a:ln>
            <a:noFill/>
          </a:ln>
        </p:spPr>
        <p:style>
          <a:lnRef idx="2">
            <a:schemeClr val="accent1">
              <a:lumMod val="75000"/>
            </a:schemeClr>
          </a:lnRef>
          <a:fillRef idx="1">
            <a:schemeClr val="accent1"/>
          </a:fillRef>
          <a:effectRef idx="0"/>
          <a:fontRef idx="minor"/>
        </p:style>
        <p:txBody>
          <a:bodyPr lIns="90000" rIns="90000" tIns="45000" bIns="45000" anchor="ctr">
            <a:noAutofit/>
          </a:bodyPr>
          <a:p>
            <a:pPr algn="ctr" defTabSz="914400">
              <a:lnSpc>
                <a:spcPct val="100000"/>
              </a:lnSpc>
            </a:pPr>
            <a:endParaRPr lang="en-US" sz="1800" b="0" u="none" strike="noStrike">
              <a:solidFill>
                <a:schemeClr val="lt1"/>
              </a:solidFill>
              <a:effectLst/>
              <a:uFillTx/>
              <a:latin typeface="Arial"/>
              <a:ea typeface="微软雅黑"/>
            </a:endParaRPr>
          </a:p>
        </p:txBody>
      </p:sp>
      <p:sp>
        <p:nvSpPr>
          <p:cNvPr id="689" name="项标题" descr="7b0a202020202262756c6c6574223a20227b5c2263617465676f727949645c223a5c225c222c5c2274656d706c61746549645c223a32303233313638347d220a7d0a"/>
          <p:cNvSpPr/>
          <p:nvPr/>
        </p:nvSpPr>
        <p:spPr>
          <a:xfrm>
            <a:off x="5695920" y="3216960"/>
            <a:ext cx="6277320" cy="2762640"/>
          </a:xfrm>
          <a:prstGeom prst="rect">
            <a:avLst/>
          </a:prstGeom>
          <a:noFill/>
          <a:ln w="0">
            <a:noFill/>
          </a:ln>
        </p:spPr>
        <p:style>
          <a:lnRef idx="0"/>
          <a:fillRef idx="0"/>
          <a:effectRef idx="0"/>
          <a:fontRef idx="minor"/>
        </p:style>
        <p:txBody>
          <a:bodyPr lIns="0" rIns="0" tIns="0" bIns="0" anchor="ctr">
            <a:noAutofit/>
          </a:bodyPr>
          <a:p>
            <a:pPr marL="457200" indent="-457200" defTabSz="914400">
              <a:lnSpc>
                <a:spcPct val="200000"/>
              </a:lnSpc>
              <a:buSzPct val="100000"/>
              <a:buBlip>
                <a:blip r:embed="rId1"/>
              </a:buBlip>
            </a:pPr>
            <a:r>
              <a:rPr lang="en-US" sz="2200" b="0" u="none" strike="noStrike">
                <a:solidFill>
                  <a:schemeClr val="lt2">
                    <a:lumMod val="25000"/>
                  </a:schemeClr>
                </a:solidFill>
                <a:effectLst/>
                <a:uFillTx/>
                <a:latin typeface="Arial"/>
                <a:ea typeface="微软雅黑"/>
              </a:rPr>
              <a:t>2</a:t>
            </a:r>
            <a:r>
              <a:rPr lang="zh-CN" sz="2200" b="0" u="none" strike="noStrike">
                <a:solidFill>
                  <a:schemeClr val="lt2">
                    <a:lumMod val="25000"/>
                  </a:schemeClr>
                </a:solidFill>
                <a:effectLst/>
                <a:uFillTx/>
                <a:latin typeface="Arial"/>
                <a:ea typeface="微软雅黑"/>
              </a:rPr>
              <a:t>人一组，交换各自的“因缘之网”练习，互相补充：还有哪些我能想到的因缘？</a:t>
            </a:r>
            <a:r>
              <a:rPr lang="en-US" sz="2200" b="0" u="none" strike="noStrike">
                <a:solidFill>
                  <a:schemeClr val="lt2">
                    <a:lumMod val="25000"/>
                  </a:schemeClr>
                </a:solidFill>
                <a:effectLst/>
                <a:uFillTx/>
                <a:latin typeface="Arial"/>
                <a:ea typeface="微软雅黑"/>
              </a:rPr>
              <a:t>(5</a:t>
            </a:r>
            <a:r>
              <a:rPr lang="zh-CN" sz="2200" b="0" u="none" strike="noStrike">
                <a:solidFill>
                  <a:schemeClr val="lt2">
                    <a:lumMod val="25000"/>
                  </a:schemeClr>
                </a:solidFill>
                <a:effectLst/>
                <a:uFillTx/>
                <a:latin typeface="Arial"/>
                <a:ea typeface="微软雅黑"/>
              </a:rPr>
              <a:t>分钟</a:t>
            </a:r>
            <a:r>
              <a:rPr lang="en-US" sz="2200" b="0" u="none" strike="noStrike">
                <a:solidFill>
                  <a:schemeClr val="lt2">
                    <a:lumMod val="25000"/>
                  </a:schemeClr>
                </a:solidFill>
                <a:effectLst/>
                <a:uFillTx/>
                <a:latin typeface="Arial"/>
                <a:ea typeface="微软雅黑"/>
              </a:rPr>
              <a:t>)</a:t>
            </a:r>
            <a:endParaRPr lang="en-US" sz="2200" b="0" u="none" strike="noStrike">
              <a:solidFill>
                <a:srgbClr val="000000"/>
              </a:solidFill>
              <a:effectLst/>
              <a:uFillTx/>
              <a:latin typeface="Arial"/>
            </a:endParaRPr>
          </a:p>
          <a:p>
            <a:pPr marL="457200" indent="-457200" defTabSz="914400">
              <a:lnSpc>
                <a:spcPct val="200000"/>
              </a:lnSpc>
              <a:buSzPct val="100000"/>
              <a:buBlip>
                <a:blip r:embed="rId2"/>
              </a:buBlip>
            </a:pPr>
            <a:r>
              <a:rPr lang="en-US" sz="2200" b="0" u="none" strike="noStrike">
                <a:solidFill>
                  <a:schemeClr val="lt2">
                    <a:lumMod val="25000"/>
                  </a:schemeClr>
                </a:solidFill>
                <a:effectLst/>
                <a:uFillTx/>
                <a:latin typeface="Arial"/>
                <a:ea typeface="微软雅黑"/>
              </a:rPr>
              <a:t>2</a:t>
            </a:r>
            <a:r>
              <a:rPr lang="zh-CN" sz="2200" b="0" u="none" strike="noStrike">
                <a:solidFill>
                  <a:schemeClr val="lt2">
                    <a:lumMod val="25000"/>
                  </a:schemeClr>
                </a:solidFill>
                <a:effectLst/>
                <a:uFillTx/>
                <a:latin typeface="Arial"/>
                <a:ea typeface="微软雅黑"/>
              </a:rPr>
              <a:t>人互相分享自己补充的内容和心得</a:t>
            </a:r>
            <a:r>
              <a:rPr lang="en-US" sz="2200" b="0" u="none" strike="noStrike">
                <a:solidFill>
                  <a:schemeClr val="lt2">
                    <a:lumMod val="25000"/>
                  </a:schemeClr>
                </a:solidFill>
                <a:effectLst/>
                <a:uFillTx/>
                <a:latin typeface="Arial"/>
                <a:ea typeface="微软雅黑"/>
              </a:rPr>
              <a:t>(5</a:t>
            </a:r>
            <a:r>
              <a:rPr lang="zh-CN" sz="2200" b="0" u="none" strike="noStrike">
                <a:solidFill>
                  <a:schemeClr val="lt2">
                    <a:lumMod val="25000"/>
                  </a:schemeClr>
                </a:solidFill>
                <a:effectLst/>
                <a:uFillTx/>
                <a:latin typeface="Arial"/>
                <a:ea typeface="微软雅黑"/>
              </a:rPr>
              <a:t>分钟</a:t>
            </a:r>
            <a:r>
              <a:rPr lang="en-US" sz="2200" b="0" u="none" strike="noStrike">
                <a:solidFill>
                  <a:schemeClr val="lt2">
                    <a:lumMod val="25000"/>
                  </a:schemeClr>
                </a:solidFill>
                <a:effectLst/>
                <a:uFillTx/>
                <a:latin typeface="Arial"/>
                <a:ea typeface="微软雅黑"/>
              </a:rPr>
              <a:t>)</a:t>
            </a:r>
            <a:endParaRPr lang="en-US" sz="2200" b="0" u="none" strike="noStrike">
              <a:solidFill>
                <a:srgbClr val="000000"/>
              </a:solidFill>
              <a:effectLst/>
              <a:uFillTx/>
              <a:latin typeface="Arial"/>
            </a:endParaRPr>
          </a:p>
        </p:txBody>
      </p:sp>
      <p:sp>
        <p:nvSpPr>
          <p:cNvPr id="3" name="PlaceHolder 2"/>
          <p:cNvSpPr>
            <a:spLocks noGrp="1"/>
          </p:cNvSpPr>
          <p:nvPr>
            <p:ph type="sldNum" idx="9"/>
          </p:nvPr>
        </p:nvSpPr>
        <p:spPr/>
        <p:txBody>
          <a:bodyPr/>
          <a:p>
            <a:fld id="{AF75B10C-502F-4C30-8C9D-E72AF57A19BF}" type="slidenum">
              <a:t>22</a:t>
            </a:fld>
          </a:p>
        </p:txBody>
      </p:sp>
    </p:spTree>
  </p:cSld>
  <mc:AlternateContent>
    <mc:Choice Requires="p14">
      <p:transition spd="slow" p14:dur="2000"/>
    </mc:Choice>
    <mc:Fallback>
      <p:transition spd="slow"/>
    </mc:Fallback>
  </mc:AlternateContent>
</p:sld>
</file>

<file path=ppt/slides/slide2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90" name="PlaceHolder 1"/>
          <p:cNvSpPr>
            <a:spLocks noGrp="1"/>
          </p:cNvSpPr>
          <p:nvPr>
            <p:ph type="title"/>
          </p:nvPr>
        </p:nvSpPr>
        <p:spPr>
          <a:xfrm>
            <a:off x="5979240" y="1949400"/>
            <a:ext cx="5235480" cy="924480"/>
          </a:xfrm>
          <a:prstGeom prst="rect">
            <a:avLst/>
          </a:prstGeom>
          <a:noFill/>
          <a:ln w="0">
            <a:noFill/>
          </a:ln>
        </p:spPr>
        <p:txBody>
          <a:bodyPr lIns="0" rIns="0" tIns="0" bIns="0" anchor="b" vert="eaVert">
            <a:normAutofit fontScale="55000" lnSpcReduction="19999"/>
          </a:bodyPr>
          <a:p>
            <a:pPr indent="0" defTabSz="914400">
              <a:lnSpc>
                <a:spcPct val="100000"/>
              </a:lnSpc>
              <a:buNone/>
              <a:tabLst>
                <a:tab algn="l" pos="0"/>
              </a:tabLst>
            </a:pPr>
            <a:r>
              <a:rPr lang="zh-CN" sz="4890" b="1" u="none" strike="noStrike">
                <a:solidFill>
                  <a:schemeClr val="lt2">
                    <a:lumMod val="25000"/>
                  </a:schemeClr>
                </a:solidFill>
                <a:effectLst/>
                <a:uFillTx/>
                <a:latin typeface="Arial"/>
                <a:ea typeface="微软雅黑"/>
              </a:rPr>
              <a:t>交流分享</a:t>
            </a:r>
            <a:r>
              <a:rPr lang="en-US" sz="4890" b="1" u="none" strike="noStrike">
                <a:solidFill>
                  <a:schemeClr val="lt2">
                    <a:lumMod val="25000"/>
                  </a:schemeClr>
                </a:solidFill>
                <a:effectLst/>
                <a:uFillTx/>
                <a:latin typeface="Arial"/>
                <a:ea typeface="微软雅黑"/>
              </a:rPr>
              <a:t> </a:t>
            </a:r>
            <a:r>
              <a:rPr lang="en-US" sz="2400" b="1" u="none" strike="noStrike">
                <a:solidFill>
                  <a:schemeClr val="lt2">
                    <a:lumMod val="25000"/>
                  </a:schemeClr>
                </a:solidFill>
                <a:effectLst/>
                <a:uFillTx/>
                <a:latin typeface="Arial"/>
                <a:ea typeface="微软雅黑"/>
              </a:rPr>
              <a:t>(10</a:t>
            </a:r>
            <a:r>
              <a:rPr lang="zh-CN" sz="2400" b="1" u="none" strike="noStrike">
                <a:solidFill>
                  <a:schemeClr val="lt2">
                    <a:lumMod val="25000"/>
                  </a:schemeClr>
                </a:solidFill>
                <a:effectLst/>
                <a:uFillTx/>
                <a:latin typeface="Arial"/>
                <a:ea typeface="微软雅黑"/>
              </a:rPr>
              <a:t>分钟</a:t>
            </a:r>
            <a:r>
              <a:rPr lang="en-US" sz="2400" b="1" u="none" strike="noStrike">
                <a:solidFill>
                  <a:schemeClr val="lt2">
                    <a:lumMod val="25000"/>
                  </a:schemeClr>
                </a:solidFill>
                <a:effectLst/>
                <a:uFillTx/>
                <a:latin typeface="Arial"/>
                <a:ea typeface="微软雅黑"/>
              </a:rPr>
              <a:t>)</a:t>
            </a:r>
            <a:endParaRPr lang="en-US" sz="2400" b="0" u="none" strike="noStrike">
              <a:solidFill>
                <a:srgbClr val="000000"/>
              </a:solidFill>
              <a:effectLst/>
              <a:uFillTx/>
              <a:latin typeface="Arial"/>
            </a:endParaRPr>
          </a:p>
        </p:txBody>
      </p:sp>
      <p:sp>
        <p:nvSpPr>
          <p:cNvPr id="691" name="椭圆 4"/>
          <p:cNvSpPr/>
          <p:nvPr/>
        </p:nvSpPr>
        <p:spPr>
          <a:xfrm>
            <a:off x="-1145520" y="-695160"/>
            <a:ext cx="2244600" cy="2139120"/>
          </a:xfrm>
          <a:prstGeom prst="ellipse">
            <a:avLst/>
          </a:prstGeom>
          <a:solidFill>
            <a:schemeClr val="accent1">
              <a:lumMod val="60000"/>
              <a:lumOff val="40000"/>
              <a:alpha val="90000"/>
            </a:schemeClr>
          </a:solidFill>
          <a:ln>
            <a:noFill/>
          </a:ln>
        </p:spPr>
        <p:style>
          <a:lnRef idx="2">
            <a:schemeClr val="accent1">
              <a:lumMod val="75000"/>
            </a:schemeClr>
          </a:lnRef>
          <a:fillRef idx="1">
            <a:schemeClr val="accent1"/>
          </a:fillRef>
          <a:effectRef idx="0"/>
          <a:fontRef idx="minor"/>
        </p:style>
        <p:txBody>
          <a:bodyPr lIns="90000" rIns="90000" tIns="45000" bIns="45000" anchor="ctr">
            <a:noAutofit/>
          </a:bodyPr>
          <a:p>
            <a:pPr algn="ctr" defTabSz="914400">
              <a:lnSpc>
                <a:spcPct val="100000"/>
              </a:lnSpc>
            </a:pPr>
            <a:endParaRPr lang="en-US" sz="1800" b="0" u="none" strike="noStrike">
              <a:solidFill>
                <a:schemeClr val="lt1"/>
              </a:solidFill>
              <a:effectLst/>
              <a:uFillTx/>
              <a:latin typeface="Arial"/>
              <a:ea typeface="微软雅黑"/>
            </a:endParaRPr>
          </a:p>
        </p:txBody>
      </p:sp>
      <p:sp>
        <p:nvSpPr>
          <p:cNvPr id="692" name="项标题" descr="7b0a202020202262756c6c6574223a20227b5c2263617465676f727949645c223a5c225c222c5c2274656d706c61746549645c223a32303233313638347d220a7d0a"/>
          <p:cNvSpPr/>
          <p:nvPr/>
        </p:nvSpPr>
        <p:spPr>
          <a:xfrm>
            <a:off x="5695920" y="3216960"/>
            <a:ext cx="6277320" cy="2386080"/>
          </a:xfrm>
          <a:prstGeom prst="rect">
            <a:avLst/>
          </a:prstGeom>
          <a:noFill/>
          <a:ln w="0">
            <a:noFill/>
          </a:ln>
        </p:spPr>
        <p:style>
          <a:lnRef idx="0"/>
          <a:fillRef idx="0"/>
          <a:effectRef idx="0"/>
          <a:fontRef idx="minor"/>
        </p:style>
        <p:txBody>
          <a:bodyPr lIns="0" rIns="0" tIns="0" bIns="0" anchor="ctr">
            <a:noAutofit/>
          </a:bodyPr>
          <a:p>
            <a:pPr marL="457200" indent="-457200" defTabSz="914400">
              <a:lnSpc>
                <a:spcPct val="200000"/>
              </a:lnSpc>
              <a:buSzPct val="100017"/>
              <a:buBlip>
                <a:blip r:embed="rId1"/>
              </a:buBlip>
            </a:pPr>
            <a:r>
              <a:rPr lang="zh-CN" sz="2400" b="0" u="none" strike="noStrike">
                <a:solidFill>
                  <a:schemeClr val="lt2">
                    <a:lumMod val="25000"/>
                  </a:schemeClr>
                </a:solidFill>
                <a:effectLst/>
                <a:uFillTx/>
                <a:latin typeface="Arial"/>
                <a:ea typeface="微软雅黑"/>
              </a:rPr>
              <a:t>在刚刚的练习中，我有什么想法和感受？</a:t>
            </a:r>
            <a:endParaRPr lang="en-US" sz="2400" b="0" u="none" strike="noStrike">
              <a:solidFill>
                <a:srgbClr val="000000"/>
              </a:solidFill>
              <a:effectLst/>
              <a:uFillTx/>
              <a:latin typeface="Arial"/>
            </a:endParaRPr>
          </a:p>
          <a:p>
            <a:pPr marL="457200" indent="-457200" defTabSz="914400">
              <a:lnSpc>
                <a:spcPct val="200000"/>
              </a:lnSpc>
              <a:buSzPct val="100017"/>
              <a:buBlip>
                <a:blip r:embed="rId2"/>
              </a:buBlip>
            </a:pPr>
            <a:r>
              <a:rPr lang="zh-CN" sz="2400" b="0" u="none" strike="noStrike">
                <a:solidFill>
                  <a:schemeClr val="lt2">
                    <a:lumMod val="25000"/>
                  </a:schemeClr>
                </a:solidFill>
                <a:effectLst/>
                <a:uFillTx/>
                <a:latin typeface="Arial"/>
                <a:ea typeface="微软雅黑"/>
              </a:rPr>
              <a:t>分享其中一个给自己带来触动的因缘链条</a:t>
            </a:r>
            <a:endParaRPr lang="en-US" sz="2400" b="0" u="none" strike="noStrike">
              <a:solidFill>
                <a:srgbClr val="000000"/>
              </a:solidFill>
              <a:effectLst/>
              <a:uFillTx/>
              <a:latin typeface="Arial"/>
            </a:endParaRPr>
          </a:p>
          <a:p>
            <a:pPr marL="457200" indent="-457200" defTabSz="914400">
              <a:lnSpc>
                <a:spcPct val="200000"/>
              </a:lnSpc>
              <a:buSzPct val="100017"/>
              <a:buBlip>
                <a:blip r:embed="rId3"/>
              </a:buBlip>
            </a:pPr>
            <a:r>
              <a:rPr lang="zh-CN" sz="2400" b="0" u="none" strike="noStrike">
                <a:solidFill>
                  <a:schemeClr val="lt2">
                    <a:lumMod val="25000"/>
                  </a:schemeClr>
                </a:solidFill>
                <a:effectLst/>
                <a:uFillTx/>
                <a:latin typeface="Arial"/>
                <a:ea typeface="微软雅黑"/>
              </a:rPr>
              <a:t>有哪些因缘，是我从未想过要感恩的？</a:t>
            </a:r>
            <a:endParaRPr lang="en-US" sz="2400" b="0" u="none" strike="noStrike">
              <a:solidFill>
                <a:srgbClr val="000000"/>
              </a:solidFill>
              <a:effectLst/>
              <a:uFillTx/>
              <a:latin typeface="Arial"/>
            </a:endParaRPr>
          </a:p>
        </p:txBody>
      </p:sp>
      <p:sp>
        <p:nvSpPr>
          <p:cNvPr id="3" name="PlaceHolder 2"/>
          <p:cNvSpPr>
            <a:spLocks noGrp="1"/>
          </p:cNvSpPr>
          <p:nvPr>
            <p:ph type="sldNum" idx="9"/>
          </p:nvPr>
        </p:nvSpPr>
        <p:spPr/>
        <p:txBody>
          <a:bodyPr/>
          <a:p>
            <a:fld id="{227338EB-514E-43ED-B14A-5E88FFDDBD4E}" type="slidenum">
              <a:t>23</a:t>
            </a:fld>
          </a:p>
        </p:txBody>
      </p:sp>
    </p:spTree>
  </p:cSld>
  <mc:AlternateContent>
    <mc:Choice Requires="p14">
      <p:transition spd="slow" p14:dur="2000"/>
    </mc:Choice>
    <mc:Fallback>
      <p:transition spd="slow"/>
    </mc:Fallback>
  </mc:AlternateContent>
</p:sld>
</file>

<file path=ppt/slides/slide2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93" name="PlaceHolder 1"/>
          <p:cNvSpPr>
            <a:spLocks noGrp="1"/>
          </p:cNvSpPr>
          <p:nvPr>
            <p:ph type="title"/>
          </p:nvPr>
        </p:nvSpPr>
        <p:spPr>
          <a:xfrm>
            <a:off x="695880" y="360000"/>
            <a:ext cx="10798560" cy="718560"/>
          </a:xfrm>
          <a:prstGeom prst="rect">
            <a:avLst/>
          </a:prstGeom>
          <a:noFill/>
          <a:ln w="0">
            <a:noFill/>
          </a:ln>
        </p:spPr>
        <p:txBody>
          <a:bodyPr lIns="0" rIns="0" tIns="0" bIns="0" anchor="b">
            <a:noAutofit/>
          </a:bodyPr>
          <a:p>
            <a:pPr indent="0" defTabSz="914400">
              <a:lnSpc>
                <a:spcPct val="100000"/>
              </a:lnSpc>
              <a:buNone/>
              <a:tabLst>
                <a:tab algn="l" pos="0"/>
              </a:tabLst>
            </a:pPr>
            <a:r>
              <a:rPr lang="zh-CN" sz="4000" b="1" u="none" strike="noStrike">
                <a:solidFill>
                  <a:schemeClr val="accent4">
                    <a:lumMod val="50000"/>
                  </a:schemeClr>
                </a:solidFill>
                <a:effectLst/>
                <a:uFillTx/>
                <a:latin typeface="Arial"/>
                <a:ea typeface="微软雅黑"/>
              </a:rPr>
              <a:t>看到并感恩自己拥有的一切</a:t>
            </a:r>
            <a:endParaRPr lang="en-US" sz="4000" b="0" u="none" strike="noStrike">
              <a:solidFill>
                <a:srgbClr val="000000"/>
              </a:solidFill>
              <a:effectLst/>
              <a:uFillTx/>
              <a:latin typeface="Arial"/>
            </a:endParaRPr>
          </a:p>
        </p:txBody>
      </p:sp>
      <p:sp useBgFill="1">
        <p:nvSpPr>
          <p:cNvPr id="694" name="矩形 4"/>
          <p:cNvSpPr/>
          <p:nvPr/>
        </p:nvSpPr>
        <p:spPr>
          <a:xfrm>
            <a:off x="700920" y="1828800"/>
            <a:ext cx="10799280" cy="3822480"/>
          </a:xfrm>
          <a:prstGeom prst="rect">
            <a:avLst/>
          </a:prstGeom>
          <a:ln>
            <a:noFill/>
          </a:ln>
          <a:effectLst>
            <a:outerShdw algn="t" blurRad="127080" dir="5400000" dist="38160" rotWithShape="0">
              <a:schemeClr val="dk1">
                <a:alpha val="50000"/>
              </a:schemeClr>
            </a:outerShdw>
          </a:effectLst>
        </p:spPr>
        <p:style>
          <a:lnRef idx="2">
            <a:schemeClr val="accent1">
              <a:shade val="50000"/>
            </a:schemeClr>
          </a:lnRef>
          <a:fillRef idx="1">
            <a:schemeClr val="accent1"/>
          </a:fillRef>
          <a:effectRef idx="0">
            <a:schemeClr val="accent1"/>
          </a:effectRef>
          <a:fontRef idx="minor"/>
        </p:style>
        <p:txBody>
          <a:bodyPr numCol="1" spcCol="0" horzOverflow="overflow" lIns="360000" rIns="360000" tIns="45000" bIns="45000" anchor="ctr">
            <a:noAutofit/>
          </a:bodyPr>
          <a:p>
            <a:pPr algn="just" defTabSz="914400">
              <a:lnSpc>
                <a:spcPct val="130000"/>
              </a:lnSpc>
            </a:pPr>
            <a:endParaRPr lang="en-US" sz="1800" b="0" u="none" spc="150" strike="noStrike">
              <a:solidFill>
                <a:srgbClr val="262626"/>
              </a:solidFill>
              <a:effectLst/>
              <a:uFillTx/>
              <a:latin typeface="微软雅黑"/>
              <a:ea typeface="微软雅黑"/>
            </a:endParaRPr>
          </a:p>
        </p:txBody>
      </p:sp>
      <p:sp>
        <p:nvSpPr>
          <p:cNvPr id="695" name="文本框 5"/>
          <p:cNvSpPr/>
          <p:nvPr/>
        </p:nvSpPr>
        <p:spPr>
          <a:xfrm>
            <a:off x="1143720" y="2055600"/>
            <a:ext cx="9914760" cy="3353760"/>
          </a:xfrm>
          <a:prstGeom prst="rect">
            <a:avLst/>
          </a:prstGeom>
          <a:noFill/>
          <a:ln w="0">
            <a:noFill/>
          </a:ln>
        </p:spPr>
        <p:style>
          <a:lnRef idx="0"/>
          <a:fillRef idx="0"/>
          <a:effectRef idx="0"/>
          <a:fontRef idx="minor"/>
        </p:style>
        <p:txBody>
          <a:bodyPr lIns="0" rIns="0" tIns="0" bIns="0" anchor="ctr">
            <a:noAutofit/>
          </a:bodyPr>
          <a:p>
            <a:pPr defTabSz="914400">
              <a:lnSpc>
                <a:spcPct val="150000"/>
              </a:lnSpc>
              <a:tabLst>
                <a:tab algn="l" pos="0"/>
              </a:tabLst>
            </a:pPr>
            <a:r>
              <a:rPr lang="zh-CN" sz="2400" b="0" u="none" strike="noStrike">
                <a:solidFill>
                  <a:schemeClr val="dk1">
                    <a:lumMod val="85000"/>
                    <a:lumOff val="15000"/>
                  </a:schemeClr>
                </a:solidFill>
                <a:effectLst/>
                <a:uFillTx/>
                <a:latin typeface="Arial"/>
                <a:ea typeface="微软雅黑"/>
              </a:rPr>
              <a:t>生活在世间，我们既是独立的个体，也是世界的一部分，离不开万物的滋养，众生的护佑。我们今天在这里，同样有众多因缘的成就，所以要对这一切心生感恩。佛法说的</a:t>
            </a:r>
            <a:r>
              <a:rPr lang="en-US" sz="2400" b="0" u="none" strike="noStrike">
                <a:solidFill>
                  <a:schemeClr val="dk1">
                    <a:lumMod val="85000"/>
                    <a:lumOff val="15000"/>
                  </a:schemeClr>
                </a:solidFill>
                <a:effectLst/>
                <a:uFillTx/>
                <a:latin typeface="Arial"/>
                <a:ea typeface="微软雅黑"/>
              </a:rPr>
              <a:t>“上报四重恩”，就是感念父母、师长、国家、众生的恩德，发愿报答。当我们生起感恩，内心是欢喜且柔软的，会主动想着为社会、为众生做些什么。这是增长慈悲心的基础。</a:t>
            </a:r>
            <a:endParaRPr lang="en-US" sz="2400" b="0" u="none" strike="noStrike">
              <a:solidFill>
                <a:srgbClr val="000000"/>
              </a:solidFill>
              <a:effectLst/>
              <a:uFillTx/>
              <a:latin typeface="Arial"/>
            </a:endParaRPr>
          </a:p>
        </p:txBody>
      </p:sp>
      <p:sp>
        <p:nvSpPr>
          <p:cNvPr id="696" name="椭圆 18"/>
          <p:cNvSpPr/>
          <p:nvPr/>
        </p:nvSpPr>
        <p:spPr>
          <a:xfrm>
            <a:off x="10768320" y="-819720"/>
            <a:ext cx="2244600" cy="2139120"/>
          </a:xfrm>
          <a:prstGeom prst="ellipse">
            <a:avLst/>
          </a:prstGeom>
          <a:solidFill>
            <a:schemeClr val="accent1">
              <a:lumMod val="60000"/>
              <a:lumOff val="40000"/>
              <a:alpha val="90000"/>
            </a:schemeClr>
          </a:solidFill>
          <a:ln>
            <a:noFill/>
          </a:ln>
        </p:spPr>
        <p:style>
          <a:lnRef idx="2">
            <a:schemeClr val="accent1">
              <a:lumMod val="75000"/>
            </a:schemeClr>
          </a:lnRef>
          <a:fillRef idx="1">
            <a:schemeClr val="accent1"/>
          </a:fillRef>
          <a:effectRef idx="0"/>
          <a:fontRef idx="minor"/>
        </p:style>
        <p:txBody>
          <a:bodyPr lIns="90000" rIns="90000" tIns="45000" bIns="45000" anchor="ctr">
            <a:noAutofit/>
          </a:bodyPr>
          <a:p>
            <a:pPr algn="ctr" defTabSz="914400">
              <a:lnSpc>
                <a:spcPct val="100000"/>
              </a:lnSpc>
            </a:pPr>
            <a:endParaRPr lang="en-US" sz="1800" b="0" u="none" strike="noStrike">
              <a:solidFill>
                <a:schemeClr val="lt1"/>
              </a:solidFill>
              <a:effectLst/>
              <a:uFillTx/>
              <a:latin typeface="Arial"/>
              <a:ea typeface="微软雅黑"/>
            </a:endParaRPr>
          </a:p>
        </p:txBody>
      </p:sp>
    </p:spTree>
  </p:cSld>
  <mc:AlternateContent>
    <mc:Choice Requires="p14">
      <p:transition spd="slow" p14:dur="2000"/>
    </mc:Choice>
    <mc:Fallback>
      <p:transition spd="slow"/>
    </mc:Fallback>
  </mc:AlternateContent>
</p:sld>
</file>

<file path=ppt/slides/slide2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97" name="标题"/>
          <p:cNvSpPr/>
          <p:nvPr/>
        </p:nvSpPr>
        <p:spPr>
          <a:xfrm>
            <a:off x="1191960" y="3217680"/>
            <a:ext cx="4292280" cy="2219040"/>
          </a:xfrm>
          <a:prstGeom prst="rect">
            <a:avLst/>
          </a:prstGeom>
          <a:noFill/>
          <a:ln w="0">
            <a:noFill/>
          </a:ln>
        </p:spPr>
        <p:style>
          <a:lnRef idx="0"/>
          <a:fillRef idx="0"/>
          <a:effectRef idx="0"/>
          <a:fontRef idx="minor"/>
        </p:style>
        <p:txBody>
          <a:bodyPr lIns="0" rIns="0" tIns="0" bIns="0" anchor="t">
            <a:normAutofit/>
          </a:bodyPr>
          <a:p>
            <a:pPr defTabSz="914400">
              <a:lnSpc>
                <a:spcPct val="150000"/>
              </a:lnSpc>
            </a:pPr>
            <a:r>
              <a:rPr lang="zh-CN" sz="4800" b="1" u="none" strike="noStrike">
                <a:solidFill>
                  <a:srgbClr val="262626"/>
                </a:solidFill>
                <a:effectLst/>
                <a:uFillTx/>
                <a:latin typeface="Arial"/>
                <a:ea typeface="微软雅黑"/>
              </a:rPr>
              <a:t>小结</a:t>
            </a:r>
            <a:r>
              <a:rPr lang="en-US" sz="4800" b="1" u="none" strike="noStrike">
                <a:solidFill>
                  <a:srgbClr val="262626"/>
                </a:solidFill>
                <a:effectLst/>
                <a:uFillTx/>
                <a:latin typeface="Arial"/>
                <a:ea typeface="微软雅黑"/>
              </a:rPr>
              <a:t>&amp;</a:t>
            </a:r>
            <a:r>
              <a:rPr lang="zh-CN" sz="4800" b="1" u="none" strike="noStrike">
                <a:solidFill>
                  <a:srgbClr val="262626"/>
                </a:solidFill>
                <a:effectLst/>
                <a:uFillTx/>
                <a:latin typeface="Arial"/>
                <a:ea typeface="微软雅黑"/>
              </a:rPr>
              <a:t>练习计划</a:t>
            </a:r>
            <a:endParaRPr lang="en-US" sz="4800" b="0" u="none" strike="noStrike">
              <a:solidFill>
                <a:srgbClr val="000000"/>
              </a:solidFill>
              <a:effectLst/>
              <a:uFillTx/>
              <a:latin typeface="Arial"/>
            </a:endParaRPr>
          </a:p>
        </p:txBody>
      </p:sp>
      <p:sp>
        <p:nvSpPr>
          <p:cNvPr id="698" name="节编号"/>
          <p:cNvSpPr/>
          <p:nvPr/>
        </p:nvSpPr>
        <p:spPr>
          <a:xfrm>
            <a:off x="1190520" y="1855080"/>
            <a:ext cx="4263120" cy="1222560"/>
          </a:xfrm>
          <a:prstGeom prst="rect">
            <a:avLst/>
          </a:prstGeom>
          <a:noFill/>
          <a:ln w="0">
            <a:noFill/>
          </a:ln>
        </p:spPr>
        <p:style>
          <a:lnRef idx="0"/>
          <a:fillRef idx="0"/>
          <a:effectRef idx="0"/>
          <a:fontRef idx="minor"/>
        </p:style>
        <p:txBody>
          <a:bodyPr wrap="none" lIns="0" rIns="0" tIns="0" bIns="0" anchor="ctr">
            <a:normAutofit/>
          </a:bodyPr>
          <a:p>
            <a:pPr defTabSz="914400">
              <a:lnSpc>
                <a:spcPct val="130000"/>
              </a:lnSpc>
              <a:spcBef>
                <a:spcPts val="1001"/>
              </a:spcBef>
              <a:tabLst>
                <a:tab algn="l" pos="0"/>
              </a:tabLst>
            </a:pPr>
            <a:r>
              <a:rPr lang="en-US" sz="5400" b="1" u="none" strike="noStrike">
                <a:solidFill>
                  <a:srgbClr val="8d624f"/>
                </a:solidFill>
                <a:effectLst/>
                <a:uFillTx/>
                <a:latin typeface="Arial"/>
                <a:ea typeface="微软雅黑"/>
              </a:rPr>
              <a:t>PART 06</a:t>
            </a:r>
            <a:endParaRPr lang="en-US" sz="5400" b="0" u="none" strike="noStrike">
              <a:solidFill>
                <a:srgbClr val="000000"/>
              </a:solidFill>
              <a:effectLst/>
              <a:uFillTx/>
              <a:latin typeface="Arial"/>
            </a:endParaRPr>
          </a:p>
        </p:txBody>
      </p:sp>
      <p:sp>
        <p:nvSpPr>
          <p:cNvPr id="699" name="弦形 2"/>
          <p:cNvSpPr/>
          <p:nvPr/>
        </p:nvSpPr>
        <p:spPr>
          <a:xfrm>
            <a:off x="10685880" y="1906920"/>
            <a:ext cx="3001320" cy="3028320"/>
          </a:xfrm>
          <a:prstGeom prst="chord">
            <a:avLst>
              <a:gd name="adj1" fmla="val 5338894"/>
              <a:gd name="adj2" fmla="val 16200000"/>
            </a:avLst>
          </a:prstGeom>
          <a:solidFill>
            <a:schemeClr val="accent1">
              <a:lumMod val="60000"/>
              <a:lumOff val="40000"/>
              <a:alpha val="90000"/>
            </a:schemeClr>
          </a:solidFill>
          <a:ln>
            <a:noFill/>
          </a:ln>
        </p:spPr>
        <p:style>
          <a:lnRef idx="2">
            <a:schemeClr val="accent1">
              <a:lumMod val="75000"/>
            </a:schemeClr>
          </a:lnRef>
          <a:fillRef idx="1">
            <a:schemeClr val="accent1"/>
          </a:fillRef>
          <a:effectRef idx="0"/>
          <a:fontRef idx="minor"/>
        </p:style>
        <p:txBody>
          <a:bodyPr lIns="90000" rIns="90000" tIns="45000" bIns="45000" anchor="ctr">
            <a:noAutofit/>
          </a:bodyPr>
          <a:p>
            <a:pPr algn="ctr" defTabSz="914400">
              <a:lnSpc>
                <a:spcPct val="100000"/>
              </a:lnSpc>
            </a:pPr>
            <a:endParaRPr lang="en-US" sz="1800" b="0" u="none" strike="noStrike">
              <a:solidFill>
                <a:schemeClr val="lt1"/>
              </a:solidFill>
              <a:effectLst/>
              <a:uFillTx/>
              <a:latin typeface="Arial"/>
              <a:ea typeface="微软雅黑"/>
            </a:endParaRPr>
          </a:p>
        </p:txBody>
      </p:sp>
      <p:sp>
        <p:nvSpPr>
          <p:cNvPr id="2" name="PlaceHolder 1"/>
          <p:cNvSpPr>
            <a:spLocks noGrp="1"/>
          </p:cNvSpPr>
          <p:nvPr>
            <p:ph type="sldNum" idx="30"/>
          </p:nvPr>
        </p:nvSpPr>
        <p:spPr/>
        <p:txBody>
          <a:bodyPr/>
          <a:p>
            <a:fld id="{02FA0B10-CE50-4118-B2CD-EBF3A69EC789}" type="slidenum">
              <a:t>25</a:t>
            </a:fld>
          </a:p>
        </p:txBody>
      </p:sp>
    </p:spTree>
  </p:cSld>
  <mc:AlternateContent>
    <mc:Choice Requires="p14">
      <p:transition spd="slow" p14:dur="2000"/>
    </mc:Choice>
    <mc:Fallback>
      <p:transition spd="slow"/>
    </mc:Fallback>
  </mc:AlternateContent>
</p:sld>
</file>

<file path=ppt/slides/slide2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00" name="PlaceHolder 1"/>
          <p:cNvSpPr>
            <a:spLocks noGrp="1"/>
          </p:cNvSpPr>
          <p:nvPr>
            <p:ph type="title"/>
          </p:nvPr>
        </p:nvSpPr>
        <p:spPr>
          <a:xfrm>
            <a:off x="695880" y="360000"/>
            <a:ext cx="10798560" cy="718560"/>
          </a:xfrm>
          <a:prstGeom prst="rect">
            <a:avLst/>
          </a:prstGeom>
          <a:noFill/>
          <a:ln w="0">
            <a:noFill/>
          </a:ln>
        </p:spPr>
        <p:txBody>
          <a:bodyPr lIns="0" rIns="0" tIns="0" bIns="0" anchor="b">
            <a:noAutofit/>
          </a:bodyPr>
          <a:p>
            <a:pPr indent="0" defTabSz="914400">
              <a:lnSpc>
                <a:spcPct val="100000"/>
              </a:lnSpc>
              <a:buNone/>
              <a:tabLst>
                <a:tab algn="l" pos="0"/>
              </a:tabLst>
            </a:pPr>
            <a:r>
              <a:rPr lang="zh-CN" sz="3200" b="1" u="none" strike="noStrike">
                <a:solidFill>
                  <a:schemeClr val="lt2">
                    <a:lumMod val="25000"/>
                  </a:schemeClr>
                </a:solidFill>
                <a:effectLst/>
                <a:uFillTx/>
                <a:latin typeface="Arial"/>
                <a:ea typeface="微软雅黑"/>
              </a:rPr>
              <a:t>要点回顾</a:t>
            </a:r>
            <a:endParaRPr lang="en-US" sz="3200" b="0" u="none" strike="noStrike">
              <a:solidFill>
                <a:srgbClr val="000000"/>
              </a:solidFill>
              <a:effectLst/>
              <a:uFillTx/>
              <a:latin typeface="Arial"/>
            </a:endParaRPr>
          </a:p>
        </p:txBody>
      </p:sp>
      <p:sp>
        <p:nvSpPr>
          <p:cNvPr id="701" name="PlaceHolder 2"/>
          <p:cNvSpPr>
            <a:spLocks noGrp="1"/>
          </p:cNvSpPr>
          <p:nvPr>
            <p:ph/>
          </p:nvPr>
        </p:nvSpPr>
        <p:spPr>
          <a:xfrm>
            <a:off x="695880" y="1301760"/>
            <a:ext cx="10798560" cy="4872240"/>
          </a:xfrm>
          <a:prstGeom prst="rect">
            <a:avLst/>
          </a:prstGeom>
          <a:noFill/>
          <a:ln w="0">
            <a:noFill/>
          </a:ln>
        </p:spPr>
        <p:txBody>
          <a:bodyPr lIns="0" rIns="0" tIns="0" bIns="0" anchor="t">
            <a:normAutofit lnSpcReduction="9999"/>
          </a:bodyPr>
          <a:p>
            <a:pPr marL="457200" indent="-457200" defTabSz="914400">
              <a:lnSpc>
                <a:spcPct val="200000"/>
              </a:lnSpc>
              <a:spcBef>
                <a:spcPts val="1001"/>
              </a:spcBef>
              <a:buClr>
                <a:srgbClr val="000000"/>
              </a:buClr>
              <a:buFont typeface="Arial"/>
              <a:buAutoNum type="arabicPeriod"/>
            </a:pPr>
            <a:r>
              <a:rPr lang="zh-CN" sz="2400" b="0" u="none" strike="noStrike">
                <a:solidFill>
                  <a:schemeClr val="dk1"/>
                </a:solidFill>
                <a:effectLst/>
                <a:uFillTx/>
                <a:latin typeface="Arial"/>
                <a:ea typeface="微软雅黑"/>
              </a:rPr>
              <a:t>感恩心的内涵？</a:t>
            </a:r>
            <a:endParaRPr lang="en-US" sz="2400" b="0" u="none" strike="noStrike">
              <a:solidFill>
                <a:srgbClr val="000000"/>
              </a:solidFill>
              <a:effectLst/>
              <a:uFillTx/>
              <a:latin typeface="Arial"/>
            </a:endParaRPr>
          </a:p>
          <a:p>
            <a:pPr marL="800280" lvl="1" indent="-343080" defTabSz="914400">
              <a:lnSpc>
                <a:spcPct val="200000"/>
              </a:lnSpc>
              <a:buClr>
                <a:srgbClr val="595959"/>
              </a:buClr>
              <a:buFont typeface="Arial"/>
              <a:buChar char="•"/>
            </a:pPr>
            <a:r>
              <a:rPr lang="zh-CN" sz="2200" b="0" u="none" strike="noStrike">
                <a:solidFill>
                  <a:schemeClr val="dk1">
                    <a:lumMod val="65000"/>
                    <a:lumOff val="35000"/>
                  </a:schemeClr>
                </a:solidFill>
                <a:effectLst/>
                <a:uFillTx/>
                <a:latin typeface="Arial"/>
                <a:ea typeface="微软雅黑"/>
              </a:rPr>
              <a:t>对拥有的一切心怀感恩，感激所有付出的人。</a:t>
            </a:r>
            <a:endParaRPr lang="en-US" sz="2200" b="0" u="none" strike="noStrike">
              <a:solidFill>
                <a:srgbClr val="000000"/>
              </a:solidFill>
              <a:effectLst/>
              <a:uFillTx/>
              <a:latin typeface="Arial"/>
            </a:endParaRPr>
          </a:p>
          <a:p>
            <a:pPr marL="457200" indent="-457200" defTabSz="914400">
              <a:lnSpc>
                <a:spcPct val="200000"/>
              </a:lnSpc>
              <a:spcBef>
                <a:spcPts val="1001"/>
              </a:spcBef>
              <a:buClr>
                <a:srgbClr val="000000"/>
              </a:buClr>
              <a:buFont typeface="Arial"/>
              <a:buAutoNum type="arabicPeriod"/>
            </a:pPr>
            <a:r>
              <a:rPr lang="zh-CN" sz="2400" b="0" u="none" strike="noStrike">
                <a:solidFill>
                  <a:schemeClr val="dk1"/>
                </a:solidFill>
                <a:effectLst/>
                <a:uFillTx/>
                <a:latin typeface="Arial"/>
                <a:ea typeface="微软雅黑"/>
              </a:rPr>
              <a:t>修习感恩有什么利益？</a:t>
            </a:r>
            <a:endParaRPr lang="en-US" sz="2400" b="0" u="none" strike="noStrike">
              <a:solidFill>
                <a:srgbClr val="000000"/>
              </a:solidFill>
              <a:effectLst/>
              <a:uFillTx/>
              <a:latin typeface="Arial"/>
            </a:endParaRPr>
          </a:p>
          <a:p>
            <a:pPr marL="800280" lvl="1" indent="-343080" defTabSz="914400">
              <a:lnSpc>
                <a:spcPct val="200000"/>
              </a:lnSpc>
              <a:buClr>
                <a:srgbClr val="595959"/>
              </a:buClr>
              <a:buFont typeface="Arial"/>
              <a:buChar char="•"/>
            </a:pPr>
            <a:r>
              <a:rPr lang="zh-CN" sz="2200" b="0" u="none" strike="noStrike">
                <a:solidFill>
                  <a:schemeClr val="dk1">
                    <a:lumMod val="65000"/>
                    <a:lumOff val="35000"/>
                  </a:schemeClr>
                </a:solidFill>
                <a:effectLst/>
                <a:uFillTx/>
                <a:latin typeface="Arial"/>
                <a:ea typeface="微软雅黑"/>
              </a:rPr>
              <a:t>幸福、欢喜、福报、和谐</a:t>
            </a:r>
            <a:r>
              <a:rPr lang="en-US" sz="2200" b="0" u="none" strike="noStrike">
                <a:solidFill>
                  <a:schemeClr val="dk1">
                    <a:lumMod val="65000"/>
                    <a:lumOff val="35000"/>
                  </a:schemeClr>
                </a:solidFill>
                <a:effectLst/>
                <a:uFillTx/>
                <a:latin typeface="Arial"/>
                <a:ea typeface="微软雅黑"/>
              </a:rPr>
              <a:t>......</a:t>
            </a:r>
            <a:endParaRPr lang="en-US" sz="2200" b="0" u="none" strike="noStrike">
              <a:solidFill>
                <a:srgbClr val="000000"/>
              </a:solidFill>
              <a:effectLst/>
              <a:uFillTx/>
              <a:latin typeface="Arial"/>
            </a:endParaRPr>
          </a:p>
          <a:p>
            <a:pPr marL="457200" indent="-457200" defTabSz="914400">
              <a:lnSpc>
                <a:spcPct val="200000"/>
              </a:lnSpc>
              <a:spcBef>
                <a:spcPts val="1001"/>
              </a:spcBef>
              <a:buClr>
                <a:srgbClr val="000000"/>
              </a:buClr>
              <a:buFont typeface="Arial"/>
              <a:buAutoNum type="arabicPeriod"/>
            </a:pPr>
            <a:r>
              <a:rPr lang="zh-CN" sz="2400" b="0" u="none" strike="noStrike">
                <a:solidFill>
                  <a:schemeClr val="dk1"/>
                </a:solidFill>
                <a:effectLst/>
                <a:uFillTx/>
                <a:latin typeface="Arial"/>
                <a:ea typeface="微软雅黑"/>
              </a:rPr>
              <a:t>如何修习感恩</a:t>
            </a:r>
            <a:endParaRPr lang="en-US" sz="2400" b="0" u="none" strike="noStrike">
              <a:solidFill>
                <a:srgbClr val="000000"/>
              </a:solidFill>
              <a:effectLst/>
              <a:uFillTx/>
              <a:latin typeface="Arial"/>
            </a:endParaRPr>
          </a:p>
          <a:p>
            <a:pPr marL="800280" lvl="1" indent="-343080" defTabSz="914400">
              <a:lnSpc>
                <a:spcPct val="200000"/>
              </a:lnSpc>
              <a:buClr>
                <a:srgbClr val="595959"/>
              </a:buClr>
              <a:buFont typeface="Arial"/>
              <a:buChar char="•"/>
            </a:pPr>
            <a:r>
              <a:rPr lang="zh-CN" sz="2200" b="0" u="none" strike="noStrike">
                <a:solidFill>
                  <a:schemeClr val="dk1">
                    <a:lumMod val="65000"/>
                    <a:lumOff val="35000"/>
                  </a:schemeClr>
                </a:solidFill>
                <a:effectLst/>
                <a:uFillTx/>
                <a:latin typeface="Arial"/>
                <a:ea typeface="微软雅黑"/>
              </a:rPr>
              <a:t>【感恩日记】主动留意生活中值得感恩的人、事、物</a:t>
            </a:r>
            <a:endParaRPr lang="en-US" sz="2200" b="0" u="none" strike="noStrike">
              <a:solidFill>
                <a:srgbClr val="000000"/>
              </a:solidFill>
              <a:effectLst/>
              <a:uFillTx/>
              <a:latin typeface="Arial"/>
            </a:endParaRPr>
          </a:p>
          <a:p>
            <a:pPr marL="800280" lvl="1" indent="-343080" defTabSz="914400">
              <a:lnSpc>
                <a:spcPct val="200000"/>
              </a:lnSpc>
              <a:buClr>
                <a:srgbClr val="595959"/>
              </a:buClr>
              <a:buFont typeface="Arial"/>
              <a:buChar char="•"/>
            </a:pPr>
            <a:r>
              <a:rPr lang="zh-CN" sz="2200" b="0" u="none" strike="noStrike">
                <a:solidFill>
                  <a:schemeClr val="dk1">
                    <a:lumMod val="65000"/>
                    <a:lumOff val="35000"/>
                  </a:schemeClr>
                </a:solidFill>
                <a:effectLst/>
                <a:uFillTx/>
                <a:latin typeface="Arial"/>
                <a:ea typeface="微软雅黑"/>
              </a:rPr>
              <a:t>【因缘之网】通过缘起思维建立感恩心</a:t>
            </a:r>
            <a:endParaRPr lang="en-US" sz="2200" b="0" u="none" strike="noStrike">
              <a:solidFill>
                <a:srgbClr val="000000"/>
              </a:solidFill>
              <a:effectLst/>
              <a:uFillTx/>
              <a:latin typeface="Arial"/>
            </a:endParaRPr>
          </a:p>
        </p:txBody>
      </p:sp>
      <p:sp>
        <p:nvSpPr>
          <p:cNvPr id="702" name="PlaceHolder 3"/>
          <p:cNvSpPr>
            <a:spLocks noGrp="1"/>
          </p:cNvSpPr>
          <p:nvPr>
            <p:ph type="sldNum" idx="37"/>
          </p:nvPr>
        </p:nvSpPr>
        <p:spPr>
          <a:xfrm>
            <a:off x="8754120" y="6356520"/>
            <a:ext cx="2741760" cy="363600"/>
          </a:xfrm>
          <a:prstGeom prst="rect">
            <a:avLst/>
          </a:prstGeom>
          <a:noFill/>
          <a:ln w="0">
            <a:noFill/>
          </a:ln>
        </p:spPr>
        <p:txBody>
          <a:bodyPr lIns="91440" rIns="91440" tIns="45720" bIns="45720" anchor="ctr">
            <a:noAutofit/>
          </a:bodyPr>
          <a:p>
            <a:pPr indent="0">
              <a:buNone/>
            </a:pPr>
            <a:endParaRPr lang="en-US" sz="1800" b="0" u="none" strike="noStrike">
              <a:solidFill>
                <a:srgbClr val="000000"/>
              </a:solidFill>
              <a:effectLst/>
              <a:uFillTx/>
              <a:latin typeface="Times New Roman"/>
            </a:endParaRPr>
          </a:p>
        </p:txBody>
      </p:sp>
      <p:sp>
        <p:nvSpPr>
          <p:cNvPr id="703" name="椭圆 18"/>
          <p:cNvSpPr/>
          <p:nvPr/>
        </p:nvSpPr>
        <p:spPr>
          <a:xfrm>
            <a:off x="10768320" y="-819720"/>
            <a:ext cx="2244600" cy="2139120"/>
          </a:xfrm>
          <a:prstGeom prst="ellipse">
            <a:avLst/>
          </a:prstGeom>
          <a:solidFill>
            <a:schemeClr val="accent1">
              <a:lumMod val="60000"/>
              <a:lumOff val="40000"/>
              <a:alpha val="90000"/>
            </a:schemeClr>
          </a:solidFill>
          <a:ln>
            <a:noFill/>
          </a:ln>
        </p:spPr>
        <p:style>
          <a:lnRef idx="2">
            <a:schemeClr val="accent1">
              <a:lumMod val="75000"/>
            </a:schemeClr>
          </a:lnRef>
          <a:fillRef idx="1">
            <a:schemeClr val="accent1"/>
          </a:fillRef>
          <a:effectRef idx="0"/>
          <a:fontRef idx="minor"/>
        </p:style>
        <p:txBody>
          <a:bodyPr lIns="90000" rIns="90000" tIns="45000" bIns="45000" anchor="ctr">
            <a:noAutofit/>
          </a:bodyPr>
          <a:p>
            <a:pPr algn="ctr" defTabSz="914400">
              <a:lnSpc>
                <a:spcPct val="100000"/>
              </a:lnSpc>
            </a:pPr>
            <a:endParaRPr lang="en-US" sz="1800" b="0" u="none" strike="noStrike">
              <a:solidFill>
                <a:schemeClr val="lt1"/>
              </a:solidFill>
              <a:effectLst/>
              <a:uFillTx/>
              <a:latin typeface="Arial"/>
              <a:ea typeface="微软雅黑"/>
            </a:endParaRPr>
          </a:p>
        </p:txBody>
      </p:sp>
    </p:spTree>
  </p:cSld>
  <mc:AlternateContent>
    <mc:Choice Requires="p14">
      <p:transition spd="slow" p14:dur="2000"/>
    </mc:Choice>
    <mc:Fallback>
      <p:transition spd="slow"/>
    </mc:Fallback>
  </mc:AlternateContent>
</p:sld>
</file>

<file path=ppt/slides/slide2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04" name="PlaceHolder 1"/>
          <p:cNvSpPr>
            <a:spLocks noGrp="1"/>
          </p:cNvSpPr>
          <p:nvPr>
            <p:ph type="title"/>
          </p:nvPr>
        </p:nvSpPr>
        <p:spPr>
          <a:xfrm>
            <a:off x="695880" y="360000"/>
            <a:ext cx="10798560" cy="718560"/>
          </a:xfrm>
          <a:prstGeom prst="rect">
            <a:avLst/>
          </a:prstGeom>
          <a:noFill/>
          <a:ln w="0">
            <a:noFill/>
          </a:ln>
        </p:spPr>
        <p:txBody>
          <a:bodyPr lIns="0" rIns="0" tIns="0" bIns="0" anchor="b">
            <a:normAutofit/>
          </a:bodyPr>
          <a:p>
            <a:pPr indent="0" defTabSz="914400">
              <a:lnSpc>
                <a:spcPct val="100000"/>
              </a:lnSpc>
              <a:buNone/>
              <a:tabLst>
                <a:tab algn="l" pos="0"/>
              </a:tabLst>
            </a:pPr>
            <a:r>
              <a:rPr lang="zh-CN" sz="3600" b="1" u="none" strike="noStrike">
                <a:solidFill>
                  <a:schemeClr val="accent1">
                    <a:lumMod val="50000"/>
                  </a:schemeClr>
                </a:solidFill>
                <a:effectLst/>
                <a:uFillTx/>
                <a:latin typeface="Arial"/>
                <a:ea typeface="微软雅黑"/>
              </a:rPr>
              <a:t>练习目的</a:t>
            </a:r>
            <a:endParaRPr lang="en-US" sz="3600" b="0" u="none" strike="noStrike">
              <a:solidFill>
                <a:srgbClr val="000000"/>
              </a:solidFill>
              <a:effectLst/>
              <a:uFillTx/>
              <a:latin typeface="Arial"/>
            </a:endParaRPr>
          </a:p>
        </p:txBody>
      </p:sp>
      <p:sp>
        <p:nvSpPr>
          <p:cNvPr id="705" name="椭圆 18"/>
          <p:cNvSpPr/>
          <p:nvPr/>
        </p:nvSpPr>
        <p:spPr>
          <a:xfrm>
            <a:off x="10768320" y="-819720"/>
            <a:ext cx="2244600" cy="2139120"/>
          </a:xfrm>
          <a:prstGeom prst="ellipse">
            <a:avLst/>
          </a:prstGeom>
          <a:solidFill>
            <a:schemeClr val="accent1">
              <a:lumMod val="60000"/>
              <a:lumOff val="40000"/>
              <a:alpha val="90000"/>
            </a:schemeClr>
          </a:solidFill>
          <a:ln>
            <a:noFill/>
          </a:ln>
        </p:spPr>
        <p:style>
          <a:lnRef idx="2">
            <a:schemeClr val="accent1">
              <a:lumMod val="75000"/>
            </a:schemeClr>
          </a:lnRef>
          <a:fillRef idx="1">
            <a:schemeClr val="accent1"/>
          </a:fillRef>
          <a:effectRef idx="0"/>
          <a:fontRef idx="minor"/>
        </p:style>
        <p:txBody>
          <a:bodyPr lIns="90000" rIns="90000" tIns="45000" bIns="45000" anchor="ctr">
            <a:noAutofit/>
          </a:bodyPr>
          <a:p>
            <a:pPr algn="ctr" defTabSz="914400">
              <a:lnSpc>
                <a:spcPct val="100000"/>
              </a:lnSpc>
            </a:pPr>
            <a:endParaRPr lang="en-US" sz="1800" b="0" u="none" strike="noStrike">
              <a:solidFill>
                <a:schemeClr val="lt1"/>
              </a:solidFill>
              <a:effectLst/>
              <a:uFillTx/>
              <a:latin typeface="Hiragino Sans GB W3"/>
              <a:ea typeface="Hiragino Sans GB W3"/>
            </a:endParaRPr>
          </a:p>
        </p:txBody>
      </p:sp>
      <p:sp>
        <p:nvSpPr>
          <p:cNvPr id="706" name="PlaceHolder 2"/>
          <p:cNvSpPr>
            <a:spLocks noGrp="1"/>
          </p:cNvSpPr>
          <p:nvPr>
            <p:ph type="sldNum" idx="38"/>
          </p:nvPr>
        </p:nvSpPr>
        <p:spPr>
          <a:xfrm>
            <a:off x="8754120" y="6007680"/>
            <a:ext cx="2741760" cy="363600"/>
          </a:xfrm>
          <a:prstGeom prst="rect">
            <a:avLst/>
          </a:prstGeom>
          <a:noFill/>
          <a:ln w="0">
            <a:noFill/>
          </a:ln>
        </p:spPr>
        <p:txBody>
          <a:bodyPr lIns="91440" rIns="91440" tIns="45720" bIns="45720" anchor="ctr">
            <a:noAutofit/>
          </a:bodyPr>
          <a:p>
            <a:pPr indent="0">
              <a:buNone/>
            </a:pPr>
            <a:endParaRPr lang="en-US" sz="1800" b="0" u="none" strike="noStrike">
              <a:solidFill>
                <a:srgbClr val="000000"/>
              </a:solidFill>
              <a:effectLst/>
              <a:uFillTx/>
              <a:latin typeface="Times New Roman"/>
            </a:endParaRPr>
          </a:p>
        </p:txBody>
      </p:sp>
      <p:sp>
        <p:nvSpPr>
          <p:cNvPr id="707" name="矩形: 圆角 44"/>
          <p:cNvSpPr/>
          <p:nvPr/>
        </p:nvSpPr>
        <p:spPr>
          <a:xfrm>
            <a:off x="695880" y="1366560"/>
            <a:ext cx="10798560" cy="1471680"/>
          </a:xfrm>
          <a:prstGeom prst="roundRect">
            <a:avLst>
              <a:gd name="adj" fmla="val 5124"/>
            </a:avLst>
          </a:prstGeom>
          <a:gradFill rotWithShape="0">
            <a:gsLst>
              <a:gs pos="0">
                <a:srgbClr val="fefbf5">
                  <a:alpha val="0"/>
                </a:srgbClr>
              </a:gs>
              <a:gs pos="100000">
                <a:srgbClr val="fbefd9">
                  <a:alpha val="20000"/>
                </a:srgbClr>
              </a:gs>
            </a:gsLst>
            <a:lin ang="0"/>
          </a:gradFill>
          <a:ln w="9525">
            <a:solidFill>
              <a:srgbClr val="fbefd9"/>
            </a:solidFill>
            <a:round/>
          </a:ln>
        </p:spPr>
        <p:style>
          <a:lnRef idx="0"/>
          <a:fillRef idx="0"/>
          <a:effectRef idx="0"/>
          <a:fontRef idx="minor"/>
        </p:style>
        <p:txBody>
          <a:bodyPr numCol="1" spcCol="0" lIns="90000" rIns="90000" tIns="45000" bIns="45000" anchor="t">
            <a:noAutofit/>
          </a:bodyPr>
          <a:p>
            <a:pPr defTabSz="914400">
              <a:lnSpc>
                <a:spcPct val="100000"/>
              </a:lnSpc>
            </a:pPr>
            <a:endParaRPr lang="en-US" sz="1800" b="0" u="none" strike="noStrike">
              <a:solidFill>
                <a:schemeClr val="dk1"/>
              </a:solidFill>
              <a:effectLst/>
              <a:uFillTx/>
              <a:latin typeface="Hiragino Sans GB W3"/>
              <a:ea typeface="Hiragino Sans GB W3"/>
            </a:endParaRPr>
          </a:p>
        </p:txBody>
      </p:sp>
      <p:sp>
        <p:nvSpPr>
          <p:cNvPr id="708" name="矩形 50"/>
          <p:cNvSpPr/>
          <p:nvPr/>
        </p:nvSpPr>
        <p:spPr>
          <a:xfrm>
            <a:off x="937440" y="1367280"/>
            <a:ext cx="2270520" cy="147096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pPr>
            <a:r>
              <a:rPr lang="zh-CN" sz="2800" b="1" u="none" strike="noStrike">
                <a:solidFill>
                  <a:schemeClr val="accent2"/>
                </a:solidFill>
                <a:effectLst/>
                <a:uFillTx/>
                <a:latin typeface="Arial"/>
                <a:ea typeface="微软雅黑"/>
              </a:rPr>
              <a:t>反观自照</a:t>
            </a:r>
            <a:endParaRPr lang="en-US" sz="2800" b="0" u="none" strike="noStrike">
              <a:solidFill>
                <a:srgbClr val="000000"/>
              </a:solidFill>
              <a:effectLst/>
              <a:uFillTx/>
              <a:latin typeface="Arial"/>
            </a:endParaRPr>
          </a:p>
        </p:txBody>
      </p:sp>
      <p:sp>
        <p:nvSpPr>
          <p:cNvPr id="709" name="矩形 51"/>
          <p:cNvSpPr/>
          <p:nvPr/>
        </p:nvSpPr>
        <p:spPr>
          <a:xfrm>
            <a:off x="3572640" y="1367280"/>
            <a:ext cx="7922160" cy="1470960"/>
          </a:xfrm>
          <a:prstGeom prst="rect">
            <a:avLst/>
          </a:prstGeom>
          <a:noFill/>
          <a:ln w="0">
            <a:noFill/>
          </a:ln>
        </p:spPr>
        <p:style>
          <a:lnRef idx="0"/>
          <a:fillRef idx="0"/>
          <a:effectRef idx="0"/>
          <a:fontRef idx="minor"/>
        </p:style>
        <p:txBody>
          <a:bodyPr lIns="0" rIns="0" tIns="0" bIns="0" anchor="ctr">
            <a:noAutofit/>
          </a:bodyPr>
          <a:p>
            <a:pPr defTabSz="914400">
              <a:lnSpc>
                <a:spcPct val="150000"/>
              </a:lnSpc>
            </a:pPr>
            <a:r>
              <a:rPr lang="zh-CN" sz="2400" b="0" u="none" strike="noStrike">
                <a:solidFill>
                  <a:schemeClr val="dk1">
                    <a:lumMod val="85000"/>
                    <a:lumOff val="15000"/>
                  </a:schemeClr>
                </a:solidFill>
                <a:effectLst/>
                <a:uFillTx/>
                <a:latin typeface="Arial"/>
                <a:ea typeface="微软雅黑"/>
              </a:rPr>
              <a:t>建立在生活中的不同场景中有意识的带着感恩心面对当下的人和事的习惯。</a:t>
            </a:r>
            <a:endParaRPr lang="en-US" sz="2400" b="0" u="none" strike="noStrike">
              <a:solidFill>
                <a:srgbClr val="000000"/>
              </a:solidFill>
              <a:effectLst/>
              <a:uFillTx/>
              <a:latin typeface="Arial"/>
            </a:endParaRPr>
          </a:p>
        </p:txBody>
      </p:sp>
      <p:cxnSp>
        <p:nvCxnSpPr>
          <p:cNvPr id="710" name="直接连接符 52"/>
          <p:cNvCxnSpPr/>
          <p:nvPr/>
        </p:nvCxnSpPr>
        <p:spPr>
          <a:xfrm>
            <a:off x="3367800" y="1645920"/>
            <a:ext cx="1440" cy="916200"/>
          </a:xfrm>
          <a:prstGeom prst="straightConnector1">
            <a:avLst/>
          </a:prstGeom>
          <a:ln w="12700">
            <a:solidFill>
              <a:srgbClr val="eab140"/>
            </a:solidFill>
            <a:round/>
          </a:ln>
        </p:spPr>
      </p:cxnSp>
      <p:sp>
        <p:nvSpPr>
          <p:cNvPr id="711" name="矩形: 圆角 44"/>
          <p:cNvSpPr/>
          <p:nvPr/>
        </p:nvSpPr>
        <p:spPr>
          <a:xfrm>
            <a:off x="695880" y="3088800"/>
            <a:ext cx="10798560" cy="1471680"/>
          </a:xfrm>
          <a:prstGeom prst="roundRect">
            <a:avLst>
              <a:gd name="adj" fmla="val 5124"/>
            </a:avLst>
          </a:prstGeom>
          <a:gradFill rotWithShape="0">
            <a:gsLst>
              <a:gs pos="0">
                <a:srgbClr val="fef9f6">
                  <a:alpha val="0"/>
                </a:srgbClr>
              </a:gs>
              <a:gs pos="100000">
                <a:srgbClr val="fae8dd">
                  <a:alpha val="20000"/>
                </a:srgbClr>
              </a:gs>
            </a:gsLst>
            <a:lin ang="0"/>
          </a:gradFill>
          <a:ln w="9525">
            <a:solidFill>
              <a:srgbClr val="fae8dd"/>
            </a:solidFill>
            <a:round/>
          </a:ln>
        </p:spPr>
        <p:style>
          <a:lnRef idx="0"/>
          <a:fillRef idx="0"/>
          <a:effectRef idx="0"/>
          <a:fontRef idx="minor"/>
        </p:style>
        <p:txBody>
          <a:bodyPr numCol="1" spcCol="0" lIns="90000" rIns="90000" tIns="45000" bIns="45000" anchor="t">
            <a:noAutofit/>
          </a:bodyPr>
          <a:p>
            <a:pPr defTabSz="914400">
              <a:lnSpc>
                <a:spcPct val="100000"/>
              </a:lnSpc>
            </a:pPr>
            <a:endParaRPr lang="en-US" sz="1800" b="1" u="none" strike="noStrike">
              <a:solidFill>
                <a:schemeClr val="dk1"/>
              </a:solidFill>
              <a:effectLst/>
              <a:uFillTx/>
              <a:latin typeface="Hiragino Sans GB W6"/>
              <a:ea typeface="Hiragino Sans GB W6"/>
            </a:endParaRPr>
          </a:p>
        </p:txBody>
      </p:sp>
      <p:sp>
        <p:nvSpPr>
          <p:cNvPr id="712" name="矩形 54"/>
          <p:cNvSpPr/>
          <p:nvPr/>
        </p:nvSpPr>
        <p:spPr>
          <a:xfrm>
            <a:off x="3572640" y="3089160"/>
            <a:ext cx="7922160" cy="1470960"/>
          </a:xfrm>
          <a:prstGeom prst="rect">
            <a:avLst/>
          </a:prstGeom>
          <a:noFill/>
          <a:ln w="0">
            <a:noFill/>
          </a:ln>
        </p:spPr>
        <p:style>
          <a:lnRef idx="0"/>
          <a:fillRef idx="0"/>
          <a:effectRef idx="0"/>
          <a:fontRef idx="minor"/>
        </p:style>
        <p:txBody>
          <a:bodyPr lIns="0" rIns="0" tIns="0" bIns="0" anchor="ctr">
            <a:noAutofit/>
          </a:bodyPr>
          <a:p>
            <a:pPr defTabSz="914400">
              <a:lnSpc>
                <a:spcPct val="150000"/>
              </a:lnSpc>
            </a:pPr>
            <a:r>
              <a:rPr lang="zh-CN" sz="2400" b="0" u="none" strike="noStrike">
                <a:solidFill>
                  <a:schemeClr val="dk1">
                    <a:lumMod val="85000"/>
                    <a:lumOff val="15000"/>
                  </a:schemeClr>
                </a:solidFill>
                <a:effectLst/>
                <a:uFillTx/>
                <a:latin typeface="Arial"/>
                <a:ea typeface="微软雅黑"/>
              </a:rPr>
              <a:t>建立留意生活中的善意、好事（哪怕很微小）的习惯。</a:t>
            </a:r>
            <a:endParaRPr lang="en-US" sz="2400" b="0" u="none" strike="noStrike">
              <a:solidFill>
                <a:srgbClr val="000000"/>
              </a:solidFill>
              <a:effectLst/>
              <a:uFillTx/>
              <a:latin typeface="Arial"/>
            </a:endParaRPr>
          </a:p>
        </p:txBody>
      </p:sp>
      <p:cxnSp>
        <p:nvCxnSpPr>
          <p:cNvPr id="713" name="直接连接符 56"/>
          <p:cNvCxnSpPr/>
          <p:nvPr/>
        </p:nvCxnSpPr>
        <p:spPr>
          <a:xfrm>
            <a:off x="3367800" y="3367800"/>
            <a:ext cx="1440" cy="916560"/>
          </a:xfrm>
          <a:prstGeom prst="straightConnector1">
            <a:avLst/>
          </a:prstGeom>
          <a:ln w="12700">
            <a:solidFill>
              <a:srgbClr val="e78a55"/>
            </a:solidFill>
            <a:round/>
          </a:ln>
        </p:spPr>
      </p:cxnSp>
      <p:sp>
        <p:nvSpPr>
          <p:cNvPr id="714" name="矩形: 圆角 44"/>
          <p:cNvSpPr/>
          <p:nvPr/>
        </p:nvSpPr>
        <p:spPr>
          <a:xfrm>
            <a:off x="695880" y="4810680"/>
            <a:ext cx="10798560" cy="1471680"/>
          </a:xfrm>
          <a:prstGeom prst="roundRect">
            <a:avLst>
              <a:gd name="adj" fmla="val 5124"/>
            </a:avLst>
          </a:prstGeom>
          <a:gradFill rotWithShape="0">
            <a:gsLst>
              <a:gs pos="0">
                <a:srgbClr val="fefbf5">
                  <a:alpha val="0"/>
                </a:srgbClr>
              </a:gs>
              <a:gs pos="100000">
                <a:srgbClr val="fbefd9">
                  <a:alpha val="20000"/>
                </a:srgbClr>
              </a:gs>
            </a:gsLst>
            <a:lin ang="0"/>
          </a:gradFill>
          <a:ln w="9525">
            <a:solidFill>
              <a:srgbClr val="fbefd9"/>
            </a:solidFill>
            <a:round/>
          </a:ln>
        </p:spPr>
        <p:style>
          <a:lnRef idx="0"/>
          <a:fillRef idx="0"/>
          <a:effectRef idx="0"/>
          <a:fontRef idx="minor"/>
        </p:style>
        <p:txBody>
          <a:bodyPr numCol="1" spcCol="0" lIns="90000" rIns="90000" tIns="45000" bIns="45000" anchor="t">
            <a:noAutofit/>
          </a:bodyPr>
          <a:p>
            <a:pPr defTabSz="914400">
              <a:lnSpc>
                <a:spcPct val="100000"/>
              </a:lnSpc>
            </a:pPr>
            <a:endParaRPr lang="en-US" sz="1800" b="0" u="none" strike="noStrike">
              <a:solidFill>
                <a:schemeClr val="dk1"/>
              </a:solidFill>
              <a:effectLst/>
              <a:uFillTx/>
              <a:latin typeface="Hiragino Sans GB W3"/>
              <a:ea typeface="Hiragino Sans GB W3"/>
            </a:endParaRPr>
          </a:p>
        </p:txBody>
      </p:sp>
      <p:sp>
        <p:nvSpPr>
          <p:cNvPr id="715" name="矩形 58"/>
          <p:cNvSpPr/>
          <p:nvPr/>
        </p:nvSpPr>
        <p:spPr>
          <a:xfrm>
            <a:off x="3572640" y="4810680"/>
            <a:ext cx="7922160" cy="1470960"/>
          </a:xfrm>
          <a:prstGeom prst="rect">
            <a:avLst/>
          </a:prstGeom>
          <a:noFill/>
          <a:ln w="0">
            <a:noFill/>
          </a:ln>
        </p:spPr>
        <p:style>
          <a:lnRef idx="0"/>
          <a:fillRef idx="0"/>
          <a:effectRef idx="0"/>
          <a:fontRef idx="minor"/>
        </p:style>
        <p:txBody>
          <a:bodyPr lIns="0" rIns="0" tIns="0" bIns="0" anchor="ctr">
            <a:noAutofit/>
          </a:bodyPr>
          <a:p>
            <a:pPr defTabSz="914400">
              <a:lnSpc>
                <a:spcPct val="150000"/>
              </a:lnSpc>
            </a:pPr>
            <a:r>
              <a:rPr lang="zh-CN" sz="2400" b="0" u="none" strike="noStrike">
                <a:solidFill>
                  <a:schemeClr val="dk1">
                    <a:lumMod val="85000"/>
                    <a:lumOff val="15000"/>
                  </a:schemeClr>
                </a:solidFill>
                <a:effectLst/>
                <a:uFillTx/>
                <a:latin typeface="Arial"/>
                <a:ea typeface="微软雅黑"/>
              </a:rPr>
              <a:t>建立一种普遍的感恩心，广泛的联结感，感受到自我生活于众多的因缘之中，弱化自我中心和孤立隔阂。</a:t>
            </a:r>
            <a:endParaRPr lang="en-US" sz="2400" b="0" u="none" strike="noStrike">
              <a:solidFill>
                <a:srgbClr val="000000"/>
              </a:solidFill>
              <a:effectLst/>
              <a:uFillTx/>
              <a:latin typeface="Arial"/>
            </a:endParaRPr>
          </a:p>
        </p:txBody>
      </p:sp>
      <p:cxnSp>
        <p:nvCxnSpPr>
          <p:cNvPr id="716" name="直接连接符 59"/>
          <p:cNvCxnSpPr/>
          <p:nvPr/>
        </p:nvCxnSpPr>
        <p:spPr>
          <a:xfrm>
            <a:off x="3367800" y="5089320"/>
            <a:ext cx="1440" cy="916560"/>
          </a:xfrm>
          <a:prstGeom prst="straightConnector1">
            <a:avLst/>
          </a:prstGeom>
          <a:ln w="12700">
            <a:solidFill>
              <a:srgbClr val="eab140"/>
            </a:solidFill>
            <a:round/>
          </a:ln>
        </p:spPr>
      </p:cxnSp>
      <p:sp>
        <p:nvSpPr>
          <p:cNvPr id="717" name="矩形 63"/>
          <p:cNvSpPr/>
          <p:nvPr/>
        </p:nvSpPr>
        <p:spPr>
          <a:xfrm>
            <a:off x="937440" y="3089160"/>
            <a:ext cx="2270520" cy="147096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pPr>
            <a:r>
              <a:rPr lang="zh-CN" sz="2800" b="1" u="none" strike="noStrike">
                <a:solidFill>
                  <a:schemeClr val="accent1"/>
                </a:solidFill>
                <a:effectLst/>
                <a:uFillTx/>
                <a:latin typeface="Arial"/>
                <a:ea typeface="微软雅黑"/>
              </a:rPr>
              <a:t>感恩日记</a:t>
            </a:r>
            <a:endParaRPr lang="en-US" sz="2800" b="0" u="none" strike="noStrike">
              <a:solidFill>
                <a:srgbClr val="000000"/>
              </a:solidFill>
              <a:effectLst/>
              <a:uFillTx/>
              <a:latin typeface="Arial"/>
            </a:endParaRPr>
          </a:p>
        </p:txBody>
      </p:sp>
      <p:sp>
        <p:nvSpPr>
          <p:cNvPr id="718" name="矩形 65"/>
          <p:cNvSpPr/>
          <p:nvPr/>
        </p:nvSpPr>
        <p:spPr>
          <a:xfrm>
            <a:off x="937440" y="4809960"/>
            <a:ext cx="2270520" cy="14724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pPr>
            <a:r>
              <a:rPr lang="zh-CN" sz="2800" b="1" u="none" strike="noStrike">
                <a:solidFill>
                  <a:schemeClr val="accent4">
                    <a:lumMod val="75000"/>
                  </a:schemeClr>
                </a:solidFill>
                <a:effectLst/>
                <a:uFillTx/>
                <a:latin typeface="Arial"/>
                <a:ea typeface="微软雅黑"/>
              </a:rPr>
              <a:t>因缘之网</a:t>
            </a:r>
            <a:endParaRPr lang="en-US" sz="2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19" name="椭圆 18"/>
          <p:cNvSpPr/>
          <p:nvPr/>
        </p:nvSpPr>
        <p:spPr>
          <a:xfrm>
            <a:off x="10768320" y="-819720"/>
            <a:ext cx="2244600" cy="2139120"/>
          </a:xfrm>
          <a:prstGeom prst="ellipse">
            <a:avLst/>
          </a:prstGeom>
          <a:solidFill>
            <a:schemeClr val="accent1">
              <a:lumMod val="60000"/>
              <a:lumOff val="40000"/>
              <a:alpha val="90000"/>
            </a:schemeClr>
          </a:solidFill>
          <a:ln>
            <a:noFill/>
          </a:ln>
        </p:spPr>
        <p:style>
          <a:lnRef idx="2">
            <a:schemeClr val="accent1">
              <a:lumMod val="75000"/>
            </a:schemeClr>
          </a:lnRef>
          <a:fillRef idx="1">
            <a:schemeClr val="accent1"/>
          </a:fillRef>
          <a:effectRef idx="0"/>
          <a:fontRef idx="minor"/>
        </p:style>
        <p:txBody>
          <a:bodyPr lIns="90000" rIns="90000" tIns="45000" bIns="45000" anchor="ctr">
            <a:noAutofit/>
          </a:bodyPr>
          <a:p>
            <a:pPr algn="ctr" defTabSz="914400">
              <a:lnSpc>
                <a:spcPct val="100000"/>
              </a:lnSpc>
            </a:pPr>
            <a:endParaRPr lang="en-US" sz="1800" b="0" u="none" strike="noStrike">
              <a:solidFill>
                <a:schemeClr val="lt1"/>
              </a:solidFill>
              <a:effectLst/>
              <a:uFillTx/>
              <a:latin typeface="Arial"/>
              <a:ea typeface="微软雅黑"/>
            </a:endParaRPr>
          </a:p>
        </p:txBody>
      </p:sp>
      <p:sp>
        <p:nvSpPr>
          <p:cNvPr id="720" name="PlaceHolder 1"/>
          <p:cNvSpPr>
            <a:spLocks noGrp="1"/>
          </p:cNvSpPr>
          <p:nvPr>
            <p:ph type="title"/>
          </p:nvPr>
        </p:nvSpPr>
        <p:spPr>
          <a:xfrm>
            <a:off x="695880" y="360000"/>
            <a:ext cx="10798560" cy="718560"/>
          </a:xfrm>
          <a:prstGeom prst="rect">
            <a:avLst/>
          </a:prstGeom>
          <a:noFill/>
          <a:ln w="0">
            <a:noFill/>
          </a:ln>
        </p:spPr>
        <p:txBody>
          <a:bodyPr lIns="91440" rIns="91440" tIns="45720" bIns="45720" anchor="ctr">
            <a:noAutofit/>
          </a:bodyPr>
          <a:p>
            <a:pPr indent="0" algn="ctr" defTabSz="914400">
              <a:lnSpc>
                <a:spcPct val="150000"/>
              </a:lnSpc>
              <a:buNone/>
              <a:tabLst>
                <a:tab algn="l" pos="0"/>
              </a:tabLst>
            </a:pPr>
            <a:r>
              <a:rPr lang="zh-CN" sz="4400" b="1" u="none" strike="noStrike">
                <a:solidFill>
                  <a:schemeClr val="accent1">
                    <a:lumMod val="50000"/>
                  </a:schemeClr>
                </a:solidFill>
                <a:effectLst/>
                <a:uFillTx/>
                <a:latin typeface="Arial"/>
                <a:ea typeface="微软雅黑"/>
              </a:rPr>
              <a:t>练习计划</a:t>
            </a:r>
            <a:endParaRPr lang="en-US" sz="4400" b="0" u="none" strike="noStrike">
              <a:solidFill>
                <a:srgbClr val="000000"/>
              </a:solidFill>
              <a:effectLst/>
              <a:uFillTx/>
              <a:latin typeface="Arial"/>
            </a:endParaRPr>
          </a:p>
        </p:txBody>
      </p:sp>
      <p:graphicFrame>
        <p:nvGraphicFramePr>
          <p:cNvPr id="721" name="表格 1"/>
          <p:cNvGraphicFramePr/>
          <p:nvPr/>
        </p:nvGraphicFramePr>
        <p:xfrm>
          <a:off x="619920" y="1468800"/>
          <a:ext cx="10800360" cy="2851200"/>
        </p:xfrm>
        <a:graphic>
          <a:graphicData uri="http://schemas.openxmlformats.org/drawingml/2006/table">
            <a:tbl>
              <a:tblPr/>
              <a:tblGrid>
                <a:gridCol w="1775160"/>
                <a:gridCol w="4600440"/>
                <a:gridCol w="4425120"/>
              </a:tblGrid>
              <a:tr h="935640">
                <a:tc>
                  <a:txBody>
                    <a:bodyPr lIns="68400" rIns="68400" tIns="0" bIns="0" anchor="ctr">
                      <a:noAutofit/>
                    </a:bodyPr>
                    <a:p>
                      <a:endParaRPr lang="en-US" sz="2200" b="0" u="none" strike="noStrike">
                        <a:solidFill>
                          <a:srgbClr val="0c0c0c"/>
                        </a:solidFill>
                        <a:effectLst/>
                        <a:uFillTx/>
                        <a:latin typeface="Arial"/>
                        <a:ea typeface="微软雅黑"/>
                      </a:endParaRPr>
                    </a:p>
                  </a:txBody>
                  <a:tcPr anchor="ctr" marL="68400" marR="68400" marT="0" marB="0">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chemeClr val="accent1"/>
                    </a:solidFill>
                  </a:tcPr>
                </a:tc>
                <a:tc>
                  <a:txBody>
                    <a:bodyPr lIns="68400" rIns="68400" tIns="0" bIns="0" anchor="ctr">
                      <a:noAutofit/>
                    </a:bodyPr>
                    <a:p>
                      <a:pPr algn="ctr" defTabSz="914400">
                        <a:lnSpc>
                          <a:spcPct val="150000"/>
                        </a:lnSpc>
                        <a:spcBef>
                          <a:spcPts val="499"/>
                        </a:spcBef>
                        <a:spcAft>
                          <a:spcPts val="499"/>
                        </a:spcAft>
                        <a:tabLst>
                          <a:tab algn="l" pos="0"/>
                        </a:tabLst>
                      </a:pPr>
                      <a:r>
                        <a:rPr lang="zh-CN" sz="2400" b="0" u="none" strike="noStrike">
                          <a:solidFill>
                            <a:srgbClr val="0c0c0c"/>
                          </a:solidFill>
                          <a:effectLst/>
                          <a:uFillTx/>
                          <a:latin typeface="Arial"/>
                          <a:ea typeface="微软雅黑"/>
                        </a:rPr>
                        <a:t>每日座上慈心练习</a:t>
                      </a:r>
                      <a:endParaRPr lang="en-US" sz="2400" b="0" u="none" strike="noStrike">
                        <a:solidFill>
                          <a:srgbClr val="000000"/>
                        </a:solidFill>
                        <a:effectLst/>
                        <a:uFillTx/>
                        <a:latin typeface="Arial"/>
                      </a:endParaRPr>
                    </a:p>
                  </a:txBody>
                  <a:tcPr anchor="ctr" marL="68400" marR="68400" marT="0" marB="0">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chemeClr val="accent1"/>
                    </a:solidFill>
                  </a:tcPr>
                </a:tc>
                <a:tc>
                  <a:txBody>
                    <a:bodyPr lIns="68400" rIns="68400" tIns="0" bIns="0" anchor="ctr">
                      <a:noAutofit/>
                    </a:bodyPr>
                    <a:p>
                      <a:pPr algn="ctr" defTabSz="914400">
                        <a:lnSpc>
                          <a:spcPct val="150000"/>
                        </a:lnSpc>
                        <a:spcBef>
                          <a:spcPts val="499"/>
                        </a:spcBef>
                        <a:spcAft>
                          <a:spcPts val="499"/>
                        </a:spcAft>
                        <a:tabLst>
                          <a:tab algn="l" pos="0"/>
                        </a:tabLst>
                      </a:pPr>
                      <a:r>
                        <a:rPr lang="zh-CN" sz="2400" b="0" u="none" strike="noStrike">
                          <a:solidFill>
                            <a:srgbClr val="0c0c0c"/>
                          </a:solidFill>
                          <a:effectLst/>
                          <a:uFillTx/>
                          <a:latin typeface="Arial"/>
                          <a:ea typeface="微软雅黑"/>
                        </a:rPr>
                        <a:t>每日感恩练习</a:t>
                      </a:r>
                      <a:endParaRPr lang="en-US" sz="2400" b="0" u="none" strike="noStrike">
                        <a:solidFill>
                          <a:srgbClr val="000000"/>
                        </a:solidFill>
                        <a:effectLst/>
                        <a:uFillTx/>
                        <a:latin typeface="Arial"/>
                      </a:endParaRPr>
                    </a:p>
                  </a:txBody>
                  <a:tcPr anchor="ctr" marL="68400" marR="68400" marT="0" marB="0">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chemeClr val="accent1"/>
                    </a:solidFill>
                  </a:tcPr>
                </a:tc>
              </a:tr>
              <a:tr h="958680">
                <a:tc>
                  <a:txBody>
                    <a:bodyPr lIns="68400" rIns="68400" tIns="0" bIns="0" anchor="ctr">
                      <a:noAutofit/>
                    </a:bodyPr>
                    <a:p>
                      <a:pPr algn="ctr" defTabSz="914400">
                        <a:lnSpc>
                          <a:spcPct val="150000"/>
                        </a:lnSpc>
                        <a:spcBef>
                          <a:spcPts val="499"/>
                        </a:spcBef>
                        <a:spcAft>
                          <a:spcPts val="499"/>
                        </a:spcAft>
                        <a:tabLst>
                          <a:tab algn="l" pos="0"/>
                        </a:tabLst>
                      </a:pPr>
                      <a:r>
                        <a:rPr lang="zh-CN" sz="2200" b="0" u="none" strike="noStrike">
                          <a:solidFill>
                            <a:srgbClr val="000000"/>
                          </a:solidFill>
                          <a:effectLst/>
                          <a:uFillTx/>
                          <a:latin typeface="Arial"/>
                          <a:ea typeface="微软雅黑"/>
                        </a:rPr>
                        <a:t>第一周</a:t>
                      </a:r>
                      <a:endParaRPr lang="en-US" sz="2200" b="0" u="none" strike="noStrike">
                        <a:solidFill>
                          <a:srgbClr val="000000"/>
                        </a:solidFill>
                        <a:effectLst/>
                        <a:uFillTx/>
                        <a:latin typeface="Arial"/>
                      </a:endParaRPr>
                    </a:p>
                  </a:txBody>
                  <a:tcPr anchor="ctr" marL="68400" marR="68400" marT="0" marB="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accent1">
                        <a:tint val="40000"/>
                      </a:schemeClr>
                    </a:solidFill>
                  </a:tcPr>
                </a:tc>
                <a:tc>
                  <a:txBody>
                    <a:bodyPr lIns="68400" rIns="68400" tIns="0" bIns="0" anchor="ctr">
                      <a:noAutofit/>
                    </a:bodyPr>
                    <a:p>
                      <a:pPr algn="ctr" defTabSz="914400">
                        <a:lnSpc>
                          <a:spcPct val="150000"/>
                        </a:lnSpc>
                        <a:spcBef>
                          <a:spcPts val="499"/>
                        </a:spcBef>
                        <a:spcAft>
                          <a:spcPts val="499"/>
                        </a:spcAft>
                        <a:tabLst>
                          <a:tab algn="l" pos="0"/>
                        </a:tabLst>
                      </a:pPr>
                      <a:r>
                        <a:rPr lang="zh-CN" sz="2400" b="0" u="none" strike="noStrike">
                          <a:solidFill>
                            <a:srgbClr val="000000"/>
                          </a:solidFill>
                          <a:effectLst/>
                          <a:uFillTx/>
                          <a:latin typeface="Arial"/>
                          <a:ea typeface="微软雅黑"/>
                        </a:rPr>
                        <a:t>对自己修慈心</a:t>
                      </a:r>
                      <a:r>
                        <a:rPr lang="en-US" sz="2400" b="0" u="none" strike="noStrike">
                          <a:solidFill>
                            <a:srgbClr val="000000"/>
                          </a:solidFill>
                          <a:effectLst/>
                          <a:uFillTx/>
                          <a:latin typeface="Arial"/>
                          <a:ea typeface="微软雅黑"/>
                        </a:rPr>
                        <a:t>-15</a:t>
                      </a:r>
                      <a:r>
                        <a:rPr lang="zh-CN" sz="2400" b="0" u="none" strike="noStrike">
                          <a:solidFill>
                            <a:srgbClr val="000000"/>
                          </a:solidFill>
                          <a:effectLst/>
                          <a:uFillTx/>
                          <a:latin typeface="Arial"/>
                          <a:ea typeface="微软雅黑"/>
                        </a:rPr>
                        <a:t>分钟</a:t>
                      </a:r>
                      <a:endParaRPr lang="en-US" sz="2400" b="0" u="none" strike="noStrike">
                        <a:solidFill>
                          <a:srgbClr val="000000"/>
                        </a:solidFill>
                        <a:effectLst/>
                        <a:uFillTx/>
                        <a:latin typeface="Arial"/>
                      </a:endParaRPr>
                    </a:p>
                  </a:txBody>
                  <a:tcPr anchor="ctr" marL="68400" marR="68400" marT="0" marB="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accent1">
                        <a:tint val="40000"/>
                      </a:schemeClr>
                    </a:solidFill>
                  </a:tcPr>
                </a:tc>
                <a:tc>
                  <a:txBody>
                    <a:bodyPr lIns="68400" rIns="68400" tIns="0" bIns="0" anchor="ctr">
                      <a:noAutofit/>
                    </a:bodyPr>
                    <a:p>
                      <a:pPr algn="ctr" defTabSz="914400">
                        <a:lnSpc>
                          <a:spcPct val="150000"/>
                        </a:lnSpc>
                        <a:spcBef>
                          <a:spcPts val="499"/>
                        </a:spcBef>
                        <a:spcAft>
                          <a:spcPts val="499"/>
                        </a:spcAft>
                        <a:tabLst>
                          <a:tab algn="l" pos="0"/>
                        </a:tabLst>
                      </a:pPr>
                      <a:r>
                        <a:rPr lang="zh-CN" sz="2400" b="0" u="none" strike="noStrike">
                          <a:solidFill>
                            <a:srgbClr val="000000"/>
                          </a:solidFill>
                          <a:effectLst/>
                          <a:uFillTx/>
                          <a:latin typeface="Arial"/>
                          <a:ea typeface="微软雅黑"/>
                        </a:rPr>
                        <a:t>感恩日记</a:t>
                      </a:r>
                      <a:endParaRPr lang="en-US" sz="2400" b="0" u="none" strike="noStrike">
                        <a:solidFill>
                          <a:srgbClr val="000000"/>
                        </a:solidFill>
                        <a:effectLst/>
                        <a:uFillTx/>
                        <a:latin typeface="Arial"/>
                      </a:endParaRPr>
                    </a:p>
                  </a:txBody>
                  <a:tcPr anchor="ctr" marL="68400" marR="68400" marT="0" marB="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accent1">
                        <a:tint val="40000"/>
                      </a:schemeClr>
                    </a:solidFill>
                  </a:tcPr>
                </a:tc>
              </a:tr>
              <a:tr h="956880">
                <a:tc>
                  <a:txBody>
                    <a:bodyPr lIns="68400" rIns="68400" tIns="0" bIns="0" anchor="ctr">
                      <a:noAutofit/>
                    </a:bodyPr>
                    <a:p>
                      <a:pPr algn="ctr" defTabSz="914400">
                        <a:lnSpc>
                          <a:spcPct val="150000"/>
                        </a:lnSpc>
                        <a:spcBef>
                          <a:spcPts val="499"/>
                        </a:spcBef>
                        <a:spcAft>
                          <a:spcPts val="499"/>
                        </a:spcAft>
                        <a:tabLst>
                          <a:tab algn="l" pos="0"/>
                        </a:tabLst>
                      </a:pPr>
                      <a:r>
                        <a:rPr lang="zh-CN" sz="2200" b="0" u="none" strike="noStrike">
                          <a:solidFill>
                            <a:srgbClr val="000000"/>
                          </a:solidFill>
                          <a:effectLst/>
                          <a:uFillTx/>
                          <a:latin typeface="Arial"/>
                          <a:ea typeface="微软雅黑"/>
                        </a:rPr>
                        <a:t>第二周</a:t>
                      </a:r>
                      <a:endParaRPr lang="en-US" sz="2200" b="0" u="none" strike="noStrike">
                        <a:solidFill>
                          <a:srgbClr val="000000"/>
                        </a:solidFill>
                        <a:effectLst/>
                        <a:uFillTx/>
                        <a:latin typeface="Arial"/>
                      </a:endParaRPr>
                    </a:p>
                  </a:txBody>
                  <a:tcPr anchor="ctr" marL="68400" marR="68400" marT="0" marB="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accent1">
                        <a:tint val="20000"/>
                      </a:schemeClr>
                    </a:solidFill>
                  </a:tcPr>
                </a:tc>
                <a:tc>
                  <a:txBody>
                    <a:bodyPr lIns="68400" rIns="68400" tIns="0" bIns="0" anchor="ctr">
                      <a:noAutofit/>
                    </a:bodyPr>
                    <a:p>
                      <a:pPr algn="ctr" defTabSz="914400">
                        <a:lnSpc>
                          <a:spcPct val="150000"/>
                        </a:lnSpc>
                        <a:spcBef>
                          <a:spcPts val="499"/>
                        </a:spcBef>
                        <a:spcAft>
                          <a:spcPts val="499"/>
                        </a:spcAft>
                        <a:tabLst>
                          <a:tab algn="l" pos="0"/>
                        </a:tabLst>
                      </a:pPr>
                      <a:r>
                        <a:rPr lang="zh-CN" sz="2400" b="0" u="none" strike="noStrike">
                          <a:solidFill>
                            <a:srgbClr val="000000"/>
                          </a:solidFill>
                          <a:effectLst/>
                          <a:uFillTx/>
                          <a:latin typeface="Arial"/>
                          <a:ea typeface="微软雅黑"/>
                        </a:rPr>
                        <a:t>对自己修慈心</a:t>
                      </a:r>
                      <a:r>
                        <a:rPr lang="en-US" sz="2400" b="0" u="none" strike="noStrike">
                          <a:solidFill>
                            <a:srgbClr val="000000"/>
                          </a:solidFill>
                          <a:effectLst/>
                          <a:uFillTx/>
                          <a:latin typeface="Arial"/>
                          <a:ea typeface="微软雅黑"/>
                        </a:rPr>
                        <a:t>-15</a:t>
                      </a:r>
                      <a:r>
                        <a:rPr lang="zh-CN" sz="2400" b="0" u="none" strike="noStrike">
                          <a:solidFill>
                            <a:srgbClr val="000000"/>
                          </a:solidFill>
                          <a:effectLst/>
                          <a:uFillTx/>
                          <a:latin typeface="Arial"/>
                          <a:ea typeface="微软雅黑"/>
                        </a:rPr>
                        <a:t>分钟</a:t>
                      </a:r>
                      <a:endParaRPr lang="en-US" sz="2400" b="0" u="none" strike="noStrike">
                        <a:solidFill>
                          <a:srgbClr val="000000"/>
                        </a:solidFill>
                        <a:effectLst/>
                        <a:uFillTx/>
                        <a:latin typeface="Arial"/>
                      </a:endParaRPr>
                    </a:p>
                  </a:txBody>
                  <a:tcPr anchor="ctr" marL="68400" marR="68400" marT="0" marB="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accent1">
                        <a:tint val="20000"/>
                      </a:schemeClr>
                    </a:solidFill>
                  </a:tcPr>
                </a:tc>
                <a:tc>
                  <a:txBody>
                    <a:bodyPr lIns="68400" rIns="68400" tIns="0" bIns="0" anchor="ctr">
                      <a:noAutofit/>
                    </a:bodyPr>
                    <a:p>
                      <a:pPr algn="ctr" defTabSz="914400">
                        <a:lnSpc>
                          <a:spcPct val="150000"/>
                        </a:lnSpc>
                        <a:spcBef>
                          <a:spcPts val="499"/>
                        </a:spcBef>
                        <a:spcAft>
                          <a:spcPts val="499"/>
                        </a:spcAft>
                        <a:tabLst>
                          <a:tab algn="l" pos="0"/>
                        </a:tabLst>
                      </a:pPr>
                      <a:r>
                        <a:rPr lang="zh-CN" sz="2400" b="0" u="none" strike="noStrike">
                          <a:solidFill>
                            <a:srgbClr val="000000"/>
                          </a:solidFill>
                          <a:effectLst/>
                          <a:uFillTx/>
                          <a:latin typeface="Arial"/>
                          <a:ea typeface="微软雅黑"/>
                        </a:rPr>
                        <a:t>因缘之网</a:t>
                      </a:r>
                      <a:endParaRPr lang="en-US" sz="2400" b="0" u="none" strike="noStrike">
                        <a:solidFill>
                          <a:srgbClr val="000000"/>
                        </a:solidFill>
                        <a:effectLst/>
                        <a:uFillTx/>
                        <a:latin typeface="Arial"/>
                      </a:endParaRPr>
                    </a:p>
                  </a:txBody>
                  <a:tcPr anchor="ctr" marL="68400" marR="68400" marT="0" marB="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accent1">
                        <a:tint val="20000"/>
                      </a:schemeClr>
                    </a:solidFill>
                  </a:tcPr>
                </a:tc>
              </a:tr>
            </a:tbl>
          </a:graphicData>
        </a:graphic>
      </p:graphicFrame>
      <p:sp>
        <p:nvSpPr>
          <p:cNvPr id="722" name="文本框 4"/>
          <p:cNvSpPr/>
          <p:nvPr/>
        </p:nvSpPr>
        <p:spPr>
          <a:xfrm>
            <a:off x="695880" y="4525560"/>
            <a:ext cx="10724400" cy="1624680"/>
          </a:xfrm>
          <a:prstGeom prst="rect">
            <a:avLst/>
          </a:prstGeom>
          <a:solidFill>
            <a:schemeClr val="accent3">
              <a:lumMod val="40000"/>
              <a:lumOff val="60000"/>
            </a:schemeClr>
          </a:solidFill>
          <a:ln w="0">
            <a:noFill/>
          </a:ln>
        </p:spPr>
        <p:style>
          <a:lnRef idx="0"/>
          <a:fillRef idx="0"/>
          <a:effectRef idx="0"/>
          <a:fontRef idx="minor"/>
        </p:style>
        <p:txBody>
          <a:bodyPr lIns="90000" rIns="90000" tIns="45000" bIns="45000" anchor="t">
            <a:noAutofit/>
          </a:bodyPr>
          <a:p>
            <a:pPr defTabSz="914400">
              <a:lnSpc>
                <a:spcPct val="150000"/>
              </a:lnSpc>
            </a:pPr>
            <a:r>
              <a:rPr lang="en-US" sz="2200" b="0" u="none" strike="noStrike">
                <a:solidFill>
                  <a:schemeClr val="dk1"/>
                </a:solidFill>
                <a:effectLst/>
                <a:uFillTx/>
                <a:latin typeface="Arial"/>
                <a:ea typeface="微软雅黑"/>
              </a:rPr>
              <a:t>1</a:t>
            </a:r>
            <a:r>
              <a:rPr lang="zh-CN" sz="2200" b="0" u="none" strike="noStrike">
                <a:solidFill>
                  <a:schemeClr val="dk1"/>
                </a:solidFill>
                <a:effectLst/>
                <a:uFillTx/>
                <a:latin typeface="Arial"/>
                <a:ea typeface="微软雅黑"/>
              </a:rPr>
              <a:t>、练习要求：座上</a:t>
            </a:r>
            <a:r>
              <a:rPr lang="en-US" sz="2200" b="0" u="none" strike="noStrike">
                <a:solidFill>
                  <a:schemeClr val="dk1"/>
                </a:solidFill>
                <a:effectLst/>
                <a:uFillTx/>
                <a:latin typeface="Arial"/>
                <a:ea typeface="微软雅黑"/>
              </a:rPr>
              <a:t>+</a:t>
            </a:r>
            <a:r>
              <a:rPr lang="zh-CN" sz="2200" b="0" u="none" strike="noStrike">
                <a:solidFill>
                  <a:schemeClr val="dk1"/>
                </a:solidFill>
                <a:effectLst/>
                <a:uFillTx/>
                <a:latin typeface="Arial"/>
                <a:ea typeface="微软雅黑"/>
              </a:rPr>
              <a:t>座下练习每周至少</a:t>
            </a:r>
            <a:r>
              <a:rPr lang="en-US" sz="2200" b="0" u="none" strike="noStrike">
                <a:solidFill>
                  <a:schemeClr val="dk1"/>
                </a:solidFill>
                <a:effectLst/>
                <a:uFillTx/>
                <a:latin typeface="Arial"/>
                <a:ea typeface="微软雅黑"/>
              </a:rPr>
              <a:t>5</a:t>
            </a:r>
            <a:r>
              <a:rPr lang="zh-CN" sz="2200" b="0" u="none" strike="noStrike">
                <a:solidFill>
                  <a:schemeClr val="dk1"/>
                </a:solidFill>
                <a:effectLst/>
                <a:uFillTx/>
                <a:latin typeface="Arial"/>
                <a:ea typeface="微软雅黑"/>
              </a:rPr>
              <a:t>天</a:t>
            </a:r>
            <a:endParaRPr lang="en-US" sz="2200" b="0" u="none" strike="noStrike">
              <a:solidFill>
                <a:srgbClr val="000000"/>
              </a:solidFill>
              <a:effectLst/>
              <a:uFillTx/>
              <a:latin typeface="Arial"/>
            </a:endParaRPr>
          </a:p>
          <a:p>
            <a:pPr defTabSz="914400">
              <a:lnSpc>
                <a:spcPct val="150000"/>
              </a:lnSpc>
            </a:pPr>
            <a:r>
              <a:rPr lang="en-US" sz="2200" b="0" u="none" strike="noStrike">
                <a:solidFill>
                  <a:schemeClr val="dk1"/>
                </a:solidFill>
                <a:effectLst/>
                <a:uFillTx/>
                <a:latin typeface="Arial"/>
                <a:ea typeface="微软雅黑"/>
              </a:rPr>
              <a:t>2</a:t>
            </a:r>
            <a:r>
              <a:rPr lang="zh-CN" sz="2200" b="0" u="none" strike="noStrike">
                <a:solidFill>
                  <a:schemeClr val="dk1"/>
                </a:solidFill>
                <a:effectLst/>
                <a:uFillTx/>
                <a:latin typeface="Arial"/>
                <a:ea typeface="微软雅黑"/>
              </a:rPr>
              <a:t>、每日分享：在班群分享自己每日的练习及心得</a:t>
            </a:r>
            <a:endParaRPr lang="en-US" sz="2200" b="0" u="none" strike="noStrike">
              <a:solidFill>
                <a:srgbClr val="000000"/>
              </a:solidFill>
              <a:effectLst/>
              <a:uFillTx/>
              <a:latin typeface="Arial"/>
            </a:endParaRPr>
          </a:p>
          <a:p>
            <a:pPr defTabSz="914400">
              <a:lnSpc>
                <a:spcPct val="150000"/>
              </a:lnSpc>
            </a:pPr>
            <a:r>
              <a:rPr lang="en-US" sz="2200" b="0" u="none" strike="noStrike">
                <a:solidFill>
                  <a:schemeClr val="dk1"/>
                </a:solidFill>
                <a:effectLst/>
                <a:uFillTx/>
                <a:latin typeface="Arial"/>
                <a:ea typeface="微软雅黑"/>
              </a:rPr>
              <a:t>3</a:t>
            </a:r>
            <a:r>
              <a:rPr lang="zh-CN" sz="2200" b="0" u="none" strike="noStrike">
                <a:solidFill>
                  <a:schemeClr val="dk1"/>
                </a:solidFill>
                <a:effectLst/>
                <a:uFillTx/>
                <a:latin typeface="Arial"/>
                <a:ea typeface="微软雅黑"/>
              </a:rPr>
              <a:t>、每周班级交流后，请 </a:t>
            </a:r>
            <a:r>
              <a:rPr lang="en-US" sz="2200" b="0" u="none" strike="noStrike">
                <a:solidFill>
                  <a:schemeClr val="dk1"/>
                </a:solidFill>
                <a:effectLst/>
                <a:uFillTx/>
                <a:latin typeface="Arial"/>
                <a:ea typeface="微软雅黑"/>
              </a:rPr>
              <a:t>2-3 </a:t>
            </a:r>
            <a:r>
              <a:rPr lang="zh-CN" sz="2200" b="0" u="none" strike="noStrike">
                <a:solidFill>
                  <a:schemeClr val="dk1"/>
                </a:solidFill>
                <a:effectLst/>
                <a:uFillTx/>
                <a:latin typeface="Arial"/>
                <a:ea typeface="微软雅黑"/>
              </a:rPr>
              <a:t>位同学分享本周练习心得</a:t>
            </a:r>
            <a:endParaRPr lang="en-US" sz="2200" b="0" u="none" strike="noStrike">
              <a:solidFill>
                <a:srgbClr val="000000"/>
              </a:solidFill>
              <a:effectLst/>
              <a:uFillTx/>
              <a:latin typeface="Arial"/>
            </a:endParaRPr>
          </a:p>
        </p:txBody>
      </p:sp>
      <p:sp>
        <p:nvSpPr>
          <p:cNvPr id="723" name="文本框 2"/>
          <p:cNvSpPr/>
          <p:nvPr/>
        </p:nvSpPr>
        <p:spPr>
          <a:xfrm>
            <a:off x="14626080" y="2309400"/>
            <a:ext cx="4062600" cy="36684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endParaRPr lang="en-US" sz="1800" b="0" u="none" strike="noStrike">
              <a:solidFill>
                <a:schemeClr val="dk1"/>
              </a:solidFill>
              <a:effectLst/>
              <a:uFillTx/>
              <a:latin typeface="Arial"/>
              <a:ea typeface="微软雅黑"/>
            </a:endParaRPr>
          </a:p>
        </p:txBody>
      </p:sp>
      <p:sp>
        <p:nvSpPr>
          <p:cNvPr id="3" name="PlaceHolder 2"/>
          <p:cNvSpPr>
            <a:spLocks noGrp="1"/>
          </p:cNvSpPr>
          <p:nvPr>
            <p:ph type="sldNum" idx="21"/>
          </p:nvPr>
        </p:nvSpPr>
        <p:spPr/>
        <p:txBody>
          <a:bodyPr/>
          <a:p>
            <a:fld id="{CE3004F7-6962-4C93-A928-D79ABB2E6046}" type="slidenum">
              <a:t>28</a:t>
            </a:fld>
          </a:p>
        </p:txBody>
      </p:sp>
    </p:spTree>
  </p:cSld>
  <mc:AlternateContent>
    <mc:Choice Requires="p14">
      <p:transition spd="slow" p14:dur="2000"/>
    </mc:Choice>
    <mc:Fallback>
      <p:transition spd="slow"/>
    </mc:Fallback>
  </mc:AlternateContent>
</p:sld>
</file>

<file path=ppt/slides/slide2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24" name="文本框 3"/>
          <p:cNvSpPr/>
          <p:nvPr/>
        </p:nvSpPr>
        <p:spPr>
          <a:xfrm>
            <a:off x="6442200" y="2188800"/>
            <a:ext cx="4062600" cy="255204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200000"/>
              </a:lnSpc>
            </a:pPr>
            <a:r>
              <a:rPr lang="zh-CN" sz="4000" b="0" u="none" strike="noStrike">
                <a:solidFill>
                  <a:schemeClr val="dk1"/>
                </a:solidFill>
                <a:effectLst/>
                <a:uFillTx/>
                <a:latin typeface="微软雅黑"/>
                <a:ea typeface="微软雅黑"/>
              </a:rPr>
              <a:t>一起诵读</a:t>
            </a:r>
            <a:endParaRPr lang="en-US" sz="4000" b="0" u="none" strike="noStrike">
              <a:solidFill>
                <a:srgbClr val="000000"/>
              </a:solidFill>
              <a:effectLst/>
              <a:uFillTx/>
              <a:latin typeface="Arial"/>
            </a:endParaRPr>
          </a:p>
          <a:p>
            <a:pPr algn="ctr" defTabSz="914400">
              <a:lnSpc>
                <a:spcPct val="200000"/>
              </a:lnSpc>
            </a:pPr>
            <a:r>
              <a:rPr lang="zh-CN" sz="4000" b="0" u="none" strike="noStrike">
                <a:solidFill>
                  <a:schemeClr val="accent5">
                    <a:lumMod val="50000"/>
                  </a:schemeClr>
                </a:solidFill>
                <a:effectLst/>
                <a:uFillTx/>
                <a:latin typeface="微软雅黑"/>
                <a:ea typeface="微软雅黑"/>
              </a:rPr>
              <a:t>《</a:t>
            </a:r>
            <a:r>
              <a:rPr lang="zh-CN" sz="4000" b="0" u="none" strike="noStrike">
                <a:solidFill>
                  <a:schemeClr val="dk1"/>
                </a:solidFill>
                <a:effectLst/>
                <a:uFillTx/>
                <a:latin typeface="Arial"/>
                <a:ea typeface="微软雅黑"/>
              </a:rPr>
              <a:t>感恩祈愿文</a:t>
            </a:r>
            <a:r>
              <a:rPr lang="zh-CN" sz="4000" b="0" u="none" strike="noStrike">
                <a:solidFill>
                  <a:schemeClr val="accent5">
                    <a:lumMod val="50000"/>
                  </a:schemeClr>
                </a:solidFill>
                <a:effectLst/>
                <a:uFillTx/>
                <a:latin typeface="微软雅黑"/>
                <a:ea typeface="微软雅黑"/>
              </a:rPr>
              <a:t>》</a:t>
            </a:r>
            <a:endParaRPr lang="en-US" sz="4000" b="0" u="none" strike="noStrike">
              <a:solidFill>
                <a:srgbClr val="000000"/>
              </a:solidFill>
              <a:effectLst/>
              <a:uFillTx/>
              <a:latin typeface="Arial"/>
            </a:endParaRPr>
          </a:p>
        </p:txBody>
      </p:sp>
      <p:sp>
        <p:nvSpPr>
          <p:cNvPr id="2" name="PlaceHolder 1"/>
          <p:cNvSpPr>
            <a:spLocks noGrp="1"/>
          </p:cNvSpPr>
          <p:nvPr>
            <p:ph type="sldNum" idx="9"/>
          </p:nvPr>
        </p:nvSpPr>
        <p:spPr/>
        <p:txBody>
          <a:bodyPr/>
          <a:p>
            <a:fld id="{4E6776B1-992F-4488-86EC-E7DA78E710D3}" type="slidenum">
              <a:t>29</a:t>
            </a:fld>
          </a:p>
        </p:txBody>
      </p:sp>
    </p:spTree>
  </p:cSld>
  <mc:AlternateContent>
    <mc:Choice Requires="p14">
      <p:transition spd="slow" p14:dur="2000"/>
    </mc:Choice>
    <mc:Fallback>
      <p:transition spd="slow"/>
    </mc:Fallback>
  </mc:AlternateContent>
</p:sld>
</file>

<file path=ppt/slides/slide3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25" name="文本框 14"/>
          <p:cNvSpPr/>
          <p:nvPr/>
        </p:nvSpPr>
        <p:spPr>
          <a:xfrm>
            <a:off x="609480" y="806400"/>
            <a:ext cx="10971360" cy="760680"/>
          </a:xfrm>
          <a:prstGeom prst="rect">
            <a:avLst/>
          </a:prstGeom>
          <a:noFill/>
          <a:ln w="0">
            <a:noFill/>
          </a:ln>
        </p:spPr>
        <p:style>
          <a:lnRef idx="0"/>
          <a:fillRef idx="0"/>
          <a:effectRef idx="0"/>
          <a:fontRef idx="minor"/>
        </p:style>
        <p:txBody>
          <a:bodyPr lIns="63360" rIns="63360" tIns="25560" bIns="25560" anchor="t">
            <a:normAutofit/>
          </a:bodyPr>
          <a:p>
            <a:pPr algn="ctr" defTabSz="914400">
              <a:lnSpc>
                <a:spcPct val="100000"/>
              </a:lnSpc>
              <a:tabLst>
                <a:tab algn="l" pos="0"/>
              </a:tabLst>
            </a:pPr>
            <a:r>
              <a:rPr lang="zh-CN" sz="4000" b="1" u="none" spc="159" strike="noStrike">
                <a:solidFill>
                  <a:schemeClr val="accent1">
                    <a:lumMod val="50000"/>
                  </a:schemeClr>
                </a:solidFill>
                <a:effectLst/>
                <a:uFillTx/>
                <a:latin typeface="Arial"/>
                <a:ea typeface="微软雅黑"/>
              </a:rPr>
              <a:t>感恩祈愿文</a:t>
            </a:r>
            <a:endParaRPr lang="en-US" sz="4000" b="0" u="none" strike="noStrike">
              <a:solidFill>
                <a:srgbClr val="000000"/>
              </a:solidFill>
              <a:effectLst/>
              <a:uFillTx/>
              <a:latin typeface="Arial"/>
            </a:endParaRPr>
          </a:p>
        </p:txBody>
      </p:sp>
      <p:sp>
        <p:nvSpPr>
          <p:cNvPr id="726" name="Title 6"/>
          <p:cNvSpPr/>
          <p:nvPr/>
        </p:nvSpPr>
        <p:spPr>
          <a:xfrm>
            <a:off x="1168560" y="1981080"/>
            <a:ext cx="9853920" cy="3961080"/>
          </a:xfrm>
          <a:prstGeom prst="rect">
            <a:avLst/>
          </a:prstGeom>
          <a:noFill/>
          <a:ln w="3175">
            <a:noFill/>
          </a:ln>
        </p:spPr>
        <p:style>
          <a:lnRef idx="0"/>
          <a:fillRef idx="0"/>
          <a:effectRef idx="0"/>
          <a:fontRef idx="minor"/>
        </p:style>
        <p:txBody>
          <a:bodyPr lIns="63360" rIns="63360" tIns="25560" bIns="25560" anchor="ctr">
            <a:noAutofit/>
          </a:bodyPr>
          <a:p>
            <a:pPr algn="ctr" defTabSz="913680">
              <a:lnSpc>
                <a:spcPct val="150000"/>
              </a:lnSpc>
              <a:spcBef>
                <a:spcPts val="1001"/>
              </a:spcBef>
              <a:tabLst>
                <a:tab algn="l" pos="0"/>
              </a:tabLst>
            </a:pPr>
            <a:r>
              <a:rPr lang="zh-CN" sz="2200" b="0" u="none" spc="99" strike="noStrike">
                <a:solidFill>
                  <a:schemeClr val="dk1">
                    <a:lumMod val="95000"/>
                    <a:lumOff val="5000"/>
                  </a:schemeClr>
                </a:solidFill>
                <a:effectLst/>
                <a:uFillTx/>
                <a:latin typeface="Arial"/>
                <a:ea typeface="微软雅黑"/>
              </a:rPr>
              <a:t>感恩自然的馈赠，感恩父母的哺育，</a:t>
            </a:r>
            <a:endParaRPr lang="en-US" sz="2200" b="0" u="none" strike="noStrike">
              <a:solidFill>
                <a:srgbClr val="000000"/>
              </a:solidFill>
              <a:effectLst/>
              <a:uFillTx/>
              <a:latin typeface="Arial"/>
            </a:endParaRPr>
          </a:p>
          <a:p>
            <a:pPr algn="ctr" defTabSz="913680">
              <a:lnSpc>
                <a:spcPct val="150000"/>
              </a:lnSpc>
              <a:spcBef>
                <a:spcPts val="1001"/>
              </a:spcBef>
              <a:tabLst>
                <a:tab algn="l" pos="0"/>
              </a:tabLst>
            </a:pPr>
            <a:r>
              <a:rPr lang="zh-CN" sz="2200" b="0" u="none" spc="99" strike="noStrike">
                <a:solidFill>
                  <a:schemeClr val="dk1">
                    <a:lumMod val="95000"/>
                    <a:lumOff val="5000"/>
                  </a:schemeClr>
                </a:solidFill>
                <a:effectLst/>
                <a:uFillTx/>
                <a:latin typeface="Arial"/>
                <a:ea typeface="微软雅黑"/>
              </a:rPr>
              <a:t>感恩师长的教诲，感恩国土的滋养，</a:t>
            </a:r>
            <a:endParaRPr lang="en-US" sz="2200" b="0" u="none" strike="noStrike">
              <a:solidFill>
                <a:srgbClr val="000000"/>
              </a:solidFill>
              <a:effectLst/>
              <a:uFillTx/>
              <a:latin typeface="Arial"/>
            </a:endParaRPr>
          </a:p>
          <a:p>
            <a:pPr algn="ctr" defTabSz="913680">
              <a:lnSpc>
                <a:spcPct val="150000"/>
              </a:lnSpc>
              <a:spcBef>
                <a:spcPts val="1001"/>
              </a:spcBef>
              <a:tabLst>
                <a:tab algn="l" pos="0"/>
              </a:tabLst>
            </a:pPr>
            <a:r>
              <a:rPr lang="zh-CN" sz="2200" b="0" u="none" spc="99" strike="noStrike">
                <a:solidFill>
                  <a:schemeClr val="dk1">
                    <a:lumMod val="95000"/>
                    <a:lumOff val="5000"/>
                  </a:schemeClr>
                </a:solidFill>
                <a:effectLst/>
                <a:uFillTx/>
                <a:latin typeface="Arial"/>
                <a:ea typeface="微软雅黑"/>
              </a:rPr>
              <a:t>感恩众生的成就，感恩三宝的护佑。</a:t>
            </a:r>
            <a:endParaRPr lang="en-US" sz="2200" b="0" u="none" strike="noStrike">
              <a:solidFill>
                <a:srgbClr val="000000"/>
              </a:solidFill>
              <a:effectLst/>
              <a:uFillTx/>
              <a:latin typeface="Arial"/>
            </a:endParaRPr>
          </a:p>
          <a:p>
            <a:pPr algn="ctr" defTabSz="913680">
              <a:lnSpc>
                <a:spcPct val="150000"/>
              </a:lnSpc>
              <a:spcBef>
                <a:spcPts val="1001"/>
              </a:spcBef>
              <a:tabLst>
                <a:tab algn="l" pos="0"/>
              </a:tabLst>
            </a:pPr>
            <a:r>
              <a:rPr lang="zh-CN" sz="2200" b="0" u="none" spc="99" strike="noStrike">
                <a:solidFill>
                  <a:schemeClr val="dk1">
                    <a:lumMod val="95000"/>
                    <a:lumOff val="5000"/>
                  </a:schemeClr>
                </a:solidFill>
                <a:effectLst/>
                <a:uFillTx/>
                <a:latin typeface="Arial"/>
                <a:ea typeface="微软雅黑"/>
              </a:rPr>
              <a:t>愿我们对拥有的一切心怀感恩，也愿我们因感恩而乐于付出，</a:t>
            </a:r>
            <a:endParaRPr lang="en-US" sz="2200" b="0" u="none" strike="noStrike">
              <a:solidFill>
                <a:srgbClr val="000000"/>
              </a:solidFill>
              <a:effectLst/>
              <a:uFillTx/>
              <a:latin typeface="Arial"/>
            </a:endParaRPr>
          </a:p>
          <a:p>
            <a:pPr algn="ctr" defTabSz="913680">
              <a:lnSpc>
                <a:spcPct val="150000"/>
              </a:lnSpc>
              <a:spcBef>
                <a:spcPts val="1001"/>
              </a:spcBef>
              <a:tabLst>
                <a:tab algn="l" pos="0"/>
              </a:tabLst>
            </a:pPr>
            <a:r>
              <a:rPr lang="zh-CN" sz="2200" b="0" u="none" spc="99" strike="noStrike">
                <a:solidFill>
                  <a:schemeClr val="dk1">
                    <a:lumMod val="95000"/>
                    <a:lumOff val="5000"/>
                  </a:schemeClr>
                </a:solidFill>
                <a:effectLst/>
                <a:uFillTx/>
                <a:latin typeface="Arial"/>
                <a:ea typeface="微软雅黑"/>
              </a:rPr>
              <a:t>更愿这份感恩给众生带去慰藉，唤醒那些尘封的心灵，消融所有自他的隔阂，</a:t>
            </a:r>
            <a:endParaRPr lang="en-US" sz="2200" b="0" u="none" strike="noStrike">
              <a:solidFill>
                <a:srgbClr val="000000"/>
              </a:solidFill>
              <a:effectLst/>
              <a:uFillTx/>
              <a:latin typeface="Arial"/>
            </a:endParaRPr>
          </a:p>
          <a:p>
            <a:pPr algn="ctr" defTabSz="913680">
              <a:lnSpc>
                <a:spcPct val="150000"/>
              </a:lnSpc>
              <a:spcBef>
                <a:spcPts val="1001"/>
              </a:spcBef>
              <a:tabLst>
                <a:tab algn="l" pos="0"/>
              </a:tabLst>
            </a:pPr>
            <a:r>
              <a:rPr lang="zh-CN" sz="2200" b="0" u="none" spc="99" strike="noStrike">
                <a:solidFill>
                  <a:schemeClr val="dk1">
                    <a:lumMod val="95000"/>
                    <a:lumOff val="5000"/>
                  </a:schemeClr>
                </a:solidFill>
                <a:effectLst/>
                <a:uFillTx/>
                <a:latin typeface="Arial"/>
                <a:ea typeface="微软雅黑"/>
              </a:rPr>
              <a:t>愿人们在感恩中敞开心扉，彼此关爱，</a:t>
            </a:r>
            <a:endParaRPr lang="en-US" sz="2200" b="0" u="none" strike="noStrike">
              <a:solidFill>
                <a:srgbClr val="000000"/>
              </a:solidFill>
              <a:effectLst/>
              <a:uFillTx/>
              <a:latin typeface="Arial"/>
            </a:endParaRPr>
          </a:p>
          <a:p>
            <a:pPr algn="ctr" defTabSz="913680">
              <a:lnSpc>
                <a:spcPct val="150000"/>
              </a:lnSpc>
              <a:spcBef>
                <a:spcPts val="1001"/>
              </a:spcBef>
              <a:tabLst>
                <a:tab algn="l" pos="0"/>
              </a:tabLst>
            </a:pPr>
            <a:r>
              <a:rPr lang="zh-CN" sz="2200" b="0" u="none" spc="99" strike="noStrike">
                <a:solidFill>
                  <a:schemeClr val="dk1">
                    <a:lumMod val="95000"/>
                    <a:lumOff val="5000"/>
                  </a:schemeClr>
                </a:solidFill>
                <a:effectLst/>
                <a:uFillTx/>
                <a:latin typeface="Arial"/>
                <a:ea typeface="微软雅黑"/>
              </a:rPr>
              <a:t>愿世界在感恩中充满温暖，处处和平。</a:t>
            </a:r>
            <a:endParaRPr lang="en-US" sz="2200" b="0" u="none" strike="noStrike">
              <a:solidFill>
                <a:srgbClr val="000000"/>
              </a:solidFill>
              <a:effectLst/>
              <a:uFillTx/>
              <a:latin typeface="Arial"/>
            </a:endParaRPr>
          </a:p>
        </p:txBody>
      </p:sp>
      <p:sp>
        <p:nvSpPr>
          <p:cNvPr id="727" name="椭圆 18"/>
          <p:cNvSpPr/>
          <p:nvPr/>
        </p:nvSpPr>
        <p:spPr>
          <a:xfrm>
            <a:off x="10768320" y="-819720"/>
            <a:ext cx="2244600" cy="2139120"/>
          </a:xfrm>
          <a:prstGeom prst="ellipse">
            <a:avLst/>
          </a:prstGeom>
          <a:solidFill>
            <a:schemeClr val="accent1">
              <a:lumMod val="60000"/>
              <a:lumOff val="40000"/>
              <a:alpha val="90000"/>
            </a:schemeClr>
          </a:solidFill>
          <a:ln>
            <a:noFill/>
          </a:ln>
        </p:spPr>
        <p:style>
          <a:lnRef idx="2">
            <a:schemeClr val="accent1">
              <a:lumMod val="75000"/>
            </a:schemeClr>
          </a:lnRef>
          <a:fillRef idx="1">
            <a:schemeClr val="accent1"/>
          </a:fillRef>
          <a:effectRef idx="0"/>
          <a:fontRef idx="minor"/>
        </p:style>
        <p:txBody>
          <a:bodyPr lIns="90000" rIns="90000" tIns="45000" bIns="45000" anchor="ctr">
            <a:noAutofit/>
          </a:bodyPr>
          <a:p>
            <a:pPr algn="ctr" defTabSz="914400">
              <a:lnSpc>
                <a:spcPct val="100000"/>
              </a:lnSpc>
            </a:pPr>
            <a:endParaRPr lang="en-US" sz="1800" b="0" u="none" strike="noStrike">
              <a:solidFill>
                <a:schemeClr val="lt1"/>
              </a:solidFill>
              <a:effectLst/>
              <a:uFillTx/>
              <a:latin typeface="Arial"/>
              <a:ea typeface="微软雅黑"/>
            </a:endParaRPr>
          </a:p>
        </p:txBody>
      </p:sp>
      <p:sp>
        <p:nvSpPr>
          <p:cNvPr id="2" name="PlaceHolder 1"/>
          <p:cNvSpPr>
            <a:spLocks noGrp="1"/>
          </p:cNvSpPr>
          <p:nvPr>
            <p:ph type="sldNum" idx="24"/>
          </p:nvPr>
        </p:nvSpPr>
        <p:spPr/>
        <p:txBody>
          <a:bodyPr/>
          <a:p>
            <a:fld id="{11233E2E-787E-42DA-8388-6BECBB04630E}" type="slidenum">
              <a:t>30</a:t>
            </a:fld>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3_极简抽象圆线职场办公">
  <a:themeElements>
    <a:clrScheme name="">
      <a:dk1>
        <a:srgbClr val="000000"/>
      </a:dk1>
      <a:lt1>
        <a:srgbClr val="ffffff"/>
      </a:lt1>
      <a:dk2>
        <a:srgbClr val="eee4d6"/>
      </a:dk2>
      <a:lt2>
        <a:srgbClr val="fbf4ea"/>
      </a:lt2>
      <a:accent1>
        <a:srgbClr val="eab140"/>
      </a:accent1>
      <a:accent2>
        <a:srgbClr val="e78a55"/>
      </a:accent2>
      <a:accent3>
        <a:srgbClr val="7e76a6"/>
      </a:accent3>
      <a:accent4>
        <a:srgbClr val="d98420"/>
      </a:accent4>
      <a:accent5>
        <a:srgbClr val="615996"/>
      </a:accent5>
      <a:accent6>
        <a:srgbClr val="e4b72f"/>
      </a:accent6>
      <a:hlink>
        <a:srgbClr val="304ffe"/>
      </a:hlink>
      <a:folHlink>
        <a:srgbClr val="492067"/>
      </a:folHlink>
    </a:clrScheme>
    <a:fontScheme name="主题字体">
      <a:majorFont>
        <a:latin typeface="Arial" pitchFamily="0" charset="1"/>
        <a:ea typeface="微软雅黑" pitchFamily="0" charset="1"/>
        <a:cs typeface=""/>
      </a:majorFont>
      <a:minorFont>
        <a:latin typeface="Arial" pitchFamily="0" charset="1"/>
        <a:ea typeface="微软雅黑" pitchFamily="0" charset="1"/>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12.xml><?xml version="1.0" encoding="utf-8"?>
<a:theme xmlns:a="http://schemas.openxmlformats.org/drawingml/2006/main" xmlns:r="http://schemas.openxmlformats.org/officeDocument/2006/relationships"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73</TotalTime>
  <Application>LibreOffice/25.8.6.2$Linux_X86_64 LibreOffice_project/580$Build-2</Application>
  <AppVersion>15.0000</AppVersion>
  <Words>3572</Words>
  <Paragraphs>290</Paragraph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2026-04-24T01:27:21Z</dcterms:created>
  <dc:creator/>
  <dc:description/>
  <dc:language>en-US</dc:language>
  <cp:lastModifiedBy/>
  <dcterms:modified xsi:type="dcterms:W3CDTF">2026-05-19T12:43:22Z</dcterms:modified>
  <cp:revision>188</cp:revision>
  <dc:subject/>
  <dc:title>空白演示</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5BF0B41B147B3C1684A4E0697B54B2E4_41</vt:lpwstr>
  </property>
  <property fmtid="{D5CDD505-2E9C-101B-9397-08002B2CF9AE}" pid="3" name="KSOProductBuildVer">
    <vt:lpwstr>2052-12.1.25867.25867</vt:lpwstr>
  </property>
  <property fmtid="{D5CDD505-2E9C-101B-9397-08002B2CF9AE}" pid="4" name="Notes">
    <vt:i4>4</vt:i4>
  </property>
  <property fmtid="{D5CDD505-2E9C-101B-9397-08002B2CF9AE}" pid="5" name="PresentationFormat">
    <vt:lpwstr>宽屏</vt:lpwstr>
  </property>
  <property fmtid="{D5CDD505-2E9C-101B-9397-08002B2CF9AE}" pid="6" name="Slides">
    <vt:i4>29</vt:i4>
  </property>
</Properties>
</file>