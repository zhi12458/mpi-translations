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3"/>
  </p:handoutMasterIdLst>
  <p:sldIdLst>
    <p:sldId id="326" r:id="rId3"/>
    <p:sldId id="327" r:id="rId5"/>
    <p:sldId id="328" r:id="rId6"/>
    <p:sldId id="329" r:id="rId7"/>
    <p:sldId id="330" r:id="rId8"/>
    <p:sldId id="331" r:id="rId9"/>
    <p:sldId id="332" r:id="rId10"/>
    <p:sldId id="333" r:id="rId11"/>
    <p:sldId id="334" r:id="rId12"/>
    <p:sldId id="335" r:id="rId13"/>
    <p:sldId id="337" r:id="rId14"/>
    <p:sldId id="354" r:id="rId15"/>
    <p:sldId id="338" r:id="rId16"/>
    <p:sldId id="355" r:id="rId17"/>
    <p:sldId id="339" r:id="rId18"/>
    <p:sldId id="340" r:id="rId19"/>
    <p:sldId id="341" r:id="rId20"/>
    <p:sldId id="356" r:id="rId21"/>
    <p:sldId id="343" r:id="rId22"/>
    <p:sldId id="344" r:id="rId23"/>
    <p:sldId id="357" r:id="rId24"/>
    <p:sldId id="345" r:id="rId25"/>
    <p:sldId id="346" r:id="rId26"/>
    <p:sldId id="347" r:id="rId27"/>
    <p:sldId id="348" r:id="rId28"/>
    <p:sldId id="349" r:id="rId29"/>
    <p:sldId id="350" r:id="rId30"/>
    <p:sldId id="353" r:id="rId31"/>
    <p:sldId id="352"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1"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llo" initials="n" lastIdx="0" clrIdx="0"/>
  <p:cmAuthor id="2" name="作者" initials="A" lastIdx="0" clrIdx="1"/>
  <p:cmAuthor id="3" name="路丽芳-净芳" initials="路" lastIdx="0" clrIdx="2"/>
  <p:cmAuthor id="4" name="幸全" initials="幸全" lastIdx="0"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1"/>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handoutMaster" Target="handoutMasters/handout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 Id="rId37"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solidFill>
                <a:schemeClr val="tx1">
                  <a:lumMod val="85000"/>
                  <a:lumOff val="15000"/>
                </a:schemeClr>
              </a:solidFill>
              <a:latin typeface="微软雅黑" panose="020B0503020204020204" charset="-122"/>
              <a:ea typeface="微软雅黑" panose="020B0503020204020204" charset="-122"/>
              <a:cs typeface="SimSong" panose="02020300000000000000" charset="-122"/>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gn="l">
              <a:lnSpc>
                <a:spcPct val="150000"/>
              </a:lnSpc>
              <a:buFont typeface="+mj-lt"/>
              <a:buNone/>
            </a:pPr>
            <a:r>
              <a:t>Once familiar with this exercise, any object — whether food, an item, a person, or an event — can be deeply examined through the lens of dependent origination.</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 Id="rId7" Type="http://schemas.openxmlformats.org/officeDocument/2006/relationships/tags" Target="../tags/tag6.xml"/><Relationship Id="rId8" Type="http://schemas.openxmlformats.org/officeDocument/2006/relationships/tags" Target="../tags/tag7.xml"/><Relationship Id="rId9" Type="http://schemas.openxmlformats.org/officeDocument/2006/relationships/tags" Target="../tags/tag8.xml"/><Relationship Id="rId10" Type="http://schemas.openxmlformats.org/officeDocument/2006/relationships/tags" Target="../tags/tag9.xml"/><Relationship Id="rId11" Type="http://schemas.openxmlformats.org/officeDocument/2006/relationships/tags" Target="../tags/tag10.xml"/><Relationship Id="rId12" Type="http://schemas.openxmlformats.org/officeDocument/2006/relationships/tags" Target="../tags/tag11.xml"/><Relationship Id="rId13" Type="http://schemas.openxmlformats.org/officeDocument/2006/relationships/tags" Target="../tags/tag12.xml"/><Relationship Id="rId14" Type="http://schemas.openxmlformats.org/officeDocument/2006/relationships/tags" Target="../tags/tag13.xml"/><Relationship Id="rId15" Type="http://schemas.openxmlformats.org/officeDocument/2006/relationships/tags" Target="../tags/tag14.xml"/><Relationship Id="rId16" Type="http://schemas.openxmlformats.org/officeDocument/2006/relationships/tags" Target="../tags/tag15.xml"/><Relationship Id="rId17" Type="http://schemas.openxmlformats.org/officeDocument/2006/relationships/tags" Target="../tags/tag16.xml"/><Relationship Id="rId18" Type="http://schemas.openxmlformats.org/officeDocument/2006/relationships/tags" Target="../tags/tag17.xml"/><Relationship Id="rId19" Type="http://schemas.openxmlformats.org/officeDocument/2006/relationships/tags" Target="../tags/tag18.xml"/><Relationship Id="rId20" Type="http://schemas.openxmlformats.org/officeDocument/2006/relationships/tags" Target="../tags/tag19.xml"/><Relationship Id="rId21" Type="http://schemas.openxmlformats.org/officeDocument/2006/relationships/tags" Target="../tags/tag20.xml"/><Relationship Id="rId22" Type="http://schemas.openxmlformats.org/officeDocument/2006/relationships/tags" Target="../tags/tag21.xml"/><Relationship Id="rId23" Type="http://schemas.openxmlformats.org/officeDocument/2006/relationships/tags" Target="../tags/tag22.xml"/><Relationship Id="rId24" Type="http://schemas.openxmlformats.org/officeDocument/2006/relationships/tags" Target="../tags/tag23.xml"/><Relationship Id="rId25" Type="http://schemas.openxmlformats.org/officeDocument/2006/relationships/tags" Target="../tags/tag24.xml"/><Relationship Id="rId26" Type="http://schemas.openxmlformats.org/officeDocument/2006/relationships/tags" Target="../tags/tag25.xml"/><Relationship Id="rId27" Type="http://schemas.openxmlformats.org/officeDocument/2006/relationships/tags" Target="../tags/tag26.xml"/><Relationship Id="rId28" Type="http://schemas.openxmlformats.org/officeDocument/2006/relationships/tags" Target="../tags/tag27.xml"/><Relationship Id="rId29" Type="http://schemas.openxmlformats.org/officeDocument/2006/relationships/tags" Target="../tags/tag28.xml"/><Relationship Id="rId30" Type="http://schemas.openxmlformats.org/officeDocument/2006/relationships/tags" Target="../tags/tag29.xml"/><Relationship Id="rId31" Type="http://schemas.openxmlformats.org/officeDocument/2006/relationships/tags" Target="../tags/tag30.xml"/><Relationship Id="rId32" Type="http://schemas.openxmlformats.org/officeDocument/2006/relationships/tags" Target="../tags/tag31.xml"/><Relationship Id="rId33" Type="http://schemas.openxmlformats.org/officeDocument/2006/relationships/tags" Target="../tags/tag32.xml"/><Relationship Id="rId34" Type="http://schemas.openxmlformats.org/officeDocument/2006/relationships/tags" Target="../tags/tag33.xml"/><Relationship Id="rId35" Type="http://schemas.openxmlformats.org/officeDocument/2006/relationships/tags" Target="../tags/tag34.xml"/><Relationship Id="rId36" Type="http://schemas.openxmlformats.org/officeDocument/2006/relationships/tags" Target="../tags/tag35.xml"/><Relationship Id="rId37" Type="http://schemas.openxmlformats.org/officeDocument/2006/relationships/tags" Target="../tags/tag36.xml"/><Relationship Id="rId38" Type="http://schemas.openxmlformats.org/officeDocument/2006/relationships/tags" Target="../tags/tag37.xml"/><Relationship Id="rId39" Type="http://schemas.openxmlformats.org/officeDocument/2006/relationships/tags" Target="../tags/tag38.xml"/><Relationship Id="rId40" Type="http://schemas.openxmlformats.org/officeDocument/2006/relationships/tags" Target="../tags/tag39.xml"/><Relationship Id="rId41" Type="http://schemas.openxmlformats.org/officeDocument/2006/relationships/tags" Target="../tags/tag40.xml"/><Relationship Id="rId42" Type="http://schemas.openxmlformats.org/officeDocument/2006/relationships/tags" Target="../tags/tag41.xml"/><Relationship Id="rId43" Type="http://schemas.openxmlformats.org/officeDocument/2006/relationships/tags" Target="../tags/tag42.xml"/><Relationship Id="rId44" Type="http://schemas.openxmlformats.org/officeDocument/2006/relationships/tags" Target="../tags/tag43.xml"/><Relationship Id="rId45" Type="http://schemas.openxmlformats.org/officeDocument/2006/relationships/tags" Target="../tags/tag44.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5.xml"/><Relationship Id="rId3" Type="http://schemas.openxmlformats.org/officeDocument/2006/relationships/tags" Target="../tags/tag46.xml"/><Relationship Id="rId4" Type="http://schemas.openxmlformats.org/officeDocument/2006/relationships/tags" Target="../tags/tag47.xml"/><Relationship Id="rId5" Type="http://schemas.openxmlformats.org/officeDocument/2006/relationships/tags" Target="../tags/tag48.xml"/><Relationship Id="rId6" Type="http://schemas.openxmlformats.org/officeDocument/2006/relationships/tags" Target="../tags/tag49.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0.xml"/><Relationship Id="rId3" Type="http://schemas.openxmlformats.org/officeDocument/2006/relationships/tags" Target="../tags/tag51.xml"/><Relationship Id="rId4" Type="http://schemas.openxmlformats.org/officeDocument/2006/relationships/tags" Target="../tags/tag52.xml"/><Relationship Id="rId5" Type="http://schemas.openxmlformats.org/officeDocument/2006/relationships/tags" Target="../tags/tag53.xml"/><Relationship Id="rId6" Type="http://schemas.openxmlformats.org/officeDocument/2006/relationships/tags" Target="../tags/tag54.xml"/><Relationship Id="rId7" Type="http://schemas.openxmlformats.org/officeDocument/2006/relationships/tags" Target="../tags/tag55.xml"/><Relationship Id="rId8" Type="http://schemas.openxmlformats.org/officeDocument/2006/relationships/tags" Target="../tags/tag56.xml"/><Relationship Id="rId9" Type="http://schemas.openxmlformats.org/officeDocument/2006/relationships/tags" Target="../tags/tag57.xml"/><Relationship Id="rId10" Type="http://schemas.openxmlformats.org/officeDocument/2006/relationships/tags" Target="../tags/tag58.xml"/><Relationship Id="rId11" Type="http://schemas.openxmlformats.org/officeDocument/2006/relationships/tags" Target="../tags/tag59.xml"/><Relationship Id="rId12" Type="http://schemas.openxmlformats.org/officeDocument/2006/relationships/tags" Target="../tags/tag60.xml"/><Relationship Id="rId13" Type="http://schemas.openxmlformats.org/officeDocument/2006/relationships/tags" Target="../tags/tag61.xml"/><Relationship Id="rId14" Type="http://schemas.openxmlformats.org/officeDocument/2006/relationships/tags" Target="../tags/tag62.xml"/><Relationship Id="rId15" Type="http://schemas.openxmlformats.org/officeDocument/2006/relationships/tags" Target="../tags/tag63.xml"/><Relationship Id="rId16" Type="http://schemas.openxmlformats.org/officeDocument/2006/relationships/tags" Target="../tags/tag64.xml"/><Relationship Id="rId17" Type="http://schemas.openxmlformats.org/officeDocument/2006/relationships/tags" Target="../tags/tag65.xml"/><Relationship Id="rId18" Type="http://schemas.openxmlformats.org/officeDocument/2006/relationships/tags" Target="../tags/tag66.xml"/><Relationship Id="rId19" Type="http://schemas.openxmlformats.org/officeDocument/2006/relationships/tags" Target="../tags/tag67.xml"/><Relationship Id="rId20" Type="http://schemas.openxmlformats.org/officeDocument/2006/relationships/tags" Target="../tags/tag68.xml"/><Relationship Id="rId21" Type="http://schemas.openxmlformats.org/officeDocument/2006/relationships/tags" Target="../tags/tag69.xml"/><Relationship Id="rId22" Type="http://schemas.openxmlformats.org/officeDocument/2006/relationships/tags" Target="../tags/tag70.xml"/><Relationship Id="rId23" Type="http://schemas.openxmlformats.org/officeDocument/2006/relationships/tags" Target="../tags/tag71.xml"/><Relationship Id="rId24" Type="http://schemas.openxmlformats.org/officeDocument/2006/relationships/tags" Target="../tags/tag72.xml"/><Relationship Id="rId25" Type="http://schemas.openxmlformats.org/officeDocument/2006/relationships/tags" Target="../tags/tag73.xml"/><Relationship Id="rId26" Type="http://schemas.openxmlformats.org/officeDocument/2006/relationships/tags" Target="../tags/tag74.xml"/><Relationship Id="rId27" Type="http://schemas.openxmlformats.org/officeDocument/2006/relationships/tags" Target="../tags/tag75.xml"/><Relationship Id="rId28" Type="http://schemas.openxmlformats.org/officeDocument/2006/relationships/tags" Target="../tags/tag76.xml"/><Relationship Id="rId29" Type="http://schemas.openxmlformats.org/officeDocument/2006/relationships/tags" Target="../tags/tag77.xml"/><Relationship Id="rId30" Type="http://schemas.openxmlformats.org/officeDocument/2006/relationships/tags" Target="../tags/tag78.xml"/><Relationship Id="rId31" Type="http://schemas.openxmlformats.org/officeDocument/2006/relationships/tags" Target="../tags/tag79.xml"/><Relationship Id="rId32" Type="http://schemas.openxmlformats.org/officeDocument/2006/relationships/tags" Target="../tags/tag80.xml"/><Relationship Id="rId33" Type="http://schemas.openxmlformats.org/officeDocument/2006/relationships/tags" Target="../tags/tag81.xml"/><Relationship Id="rId34" Type="http://schemas.openxmlformats.org/officeDocument/2006/relationships/tags" Target="../tags/tag82.xml"/><Relationship Id="rId35" Type="http://schemas.openxmlformats.org/officeDocument/2006/relationships/tags" Target="../tags/tag83.xml"/><Relationship Id="rId36" Type="http://schemas.openxmlformats.org/officeDocument/2006/relationships/tags" Target="../tags/tag84.xml"/><Relationship Id="rId37" Type="http://schemas.openxmlformats.org/officeDocument/2006/relationships/tags" Target="../tags/tag8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86.xml"/><Relationship Id="rId3" Type="http://schemas.openxmlformats.org/officeDocument/2006/relationships/tags" Target="../tags/tag87.xml"/><Relationship Id="rId4" Type="http://schemas.openxmlformats.org/officeDocument/2006/relationships/tags" Target="../tags/tag88.xml"/><Relationship Id="rId5" Type="http://schemas.openxmlformats.org/officeDocument/2006/relationships/tags" Target="../tags/tag89.xml"/><Relationship Id="rId6" Type="http://schemas.openxmlformats.org/officeDocument/2006/relationships/tags" Target="../tags/tag90.xml"/><Relationship Id="rId7" Type="http://schemas.openxmlformats.org/officeDocument/2006/relationships/tags" Target="../tags/tag91.xml"/><Relationship Id="rId8" Type="http://schemas.openxmlformats.org/officeDocument/2006/relationships/tags" Target="../tags/tag92.xml"/><Relationship Id="rId9" Type="http://schemas.openxmlformats.org/officeDocument/2006/relationships/tags" Target="../tags/tag93.xml"/><Relationship Id="rId10" Type="http://schemas.openxmlformats.org/officeDocument/2006/relationships/tags" Target="../tags/tag94.xml"/><Relationship Id="rId11" Type="http://schemas.openxmlformats.org/officeDocument/2006/relationships/tags" Target="../tags/tag95.xml"/><Relationship Id="rId12" Type="http://schemas.openxmlformats.org/officeDocument/2006/relationships/tags" Target="../tags/tag96.xml"/><Relationship Id="rId13" Type="http://schemas.openxmlformats.org/officeDocument/2006/relationships/tags" Target="../tags/tag97.xml"/><Relationship Id="rId14" Type="http://schemas.openxmlformats.org/officeDocument/2006/relationships/tags" Target="../tags/tag98.xml"/><Relationship Id="rId15" Type="http://schemas.openxmlformats.org/officeDocument/2006/relationships/tags" Target="../tags/tag99.xml"/><Relationship Id="rId16" Type="http://schemas.openxmlformats.org/officeDocument/2006/relationships/tags" Target="../tags/tag100.xml"/><Relationship Id="rId17" Type="http://schemas.openxmlformats.org/officeDocument/2006/relationships/tags" Target="../tags/tag101.xml"/><Relationship Id="rId18" Type="http://schemas.openxmlformats.org/officeDocument/2006/relationships/tags" Target="../tags/tag102.xml"/><Relationship Id="rId19" Type="http://schemas.openxmlformats.org/officeDocument/2006/relationships/tags" Target="../tags/tag103.xml"/><Relationship Id="rId20" Type="http://schemas.openxmlformats.org/officeDocument/2006/relationships/tags" Target="../tags/tag104.xml"/><Relationship Id="rId21" Type="http://schemas.openxmlformats.org/officeDocument/2006/relationships/tags" Target="../tags/tag105.xml"/><Relationship Id="rId22" Type="http://schemas.openxmlformats.org/officeDocument/2006/relationships/tags" Target="../tags/tag106.xml"/><Relationship Id="rId23" Type="http://schemas.openxmlformats.org/officeDocument/2006/relationships/tags" Target="../tags/tag107.xml"/><Relationship Id="rId24" Type="http://schemas.openxmlformats.org/officeDocument/2006/relationships/tags" Target="../tags/tag108.xml"/><Relationship Id="rId25" Type="http://schemas.openxmlformats.org/officeDocument/2006/relationships/tags" Target="../tags/tag109.xml"/><Relationship Id="rId26" Type="http://schemas.openxmlformats.org/officeDocument/2006/relationships/tags" Target="../tags/tag110.xml"/><Relationship Id="rId27" Type="http://schemas.openxmlformats.org/officeDocument/2006/relationships/tags" Target="../tags/tag111.xml"/><Relationship Id="rId28" Type="http://schemas.openxmlformats.org/officeDocument/2006/relationships/tags" Target="../tags/tag112.xml"/><Relationship Id="rId29" Type="http://schemas.openxmlformats.org/officeDocument/2006/relationships/tags" Target="../tags/tag113.xml"/><Relationship Id="rId30" Type="http://schemas.openxmlformats.org/officeDocument/2006/relationships/tags" Target="../tags/tag114.xml"/><Relationship Id="rId31" Type="http://schemas.openxmlformats.org/officeDocument/2006/relationships/tags" Target="../tags/tag115.xml"/><Relationship Id="rId32" Type="http://schemas.openxmlformats.org/officeDocument/2006/relationships/tags" Target="../tags/tag116.xml"/><Relationship Id="rId33" Type="http://schemas.openxmlformats.org/officeDocument/2006/relationships/tags" Target="../tags/tag117.xml"/><Relationship Id="rId34" Type="http://schemas.openxmlformats.org/officeDocument/2006/relationships/tags" Target="../tags/tag118.xml"/><Relationship Id="rId35" Type="http://schemas.openxmlformats.org/officeDocument/2006/relationships/tags" Target="../tags/tag119.xml"/><Relationship Id="rId36" Type="http://schemas.openxmlformats.org/officeDocument/2006/relationships/tags" Target="../tags/tag120.xml"/><Relationship Id="rId37" Type="http://schemas.openxmlformats.org/officeDocument/2006/relationships/tags" Target="../tags/tag121.xml"/><Relationship Id="rId38" Type="http://schemas.openxmlformats.org/officeDocument/2006/relationships/tags" Target="../tags/tag122.xml"/><Relationship Id="rId39" Type="http://schemas.openxmlformats.org/officeDocument/2006/relationships/tags" Target="../tags/tag123.xml"/><Relationship Id="rId40" Type="http://schemas.openxmlformats.org/officeDocument/2006/relationships/tags" Target="../tags/tag124.xml"/><Relationship Id="rId41" Type="http://schemas.openxmlformats.org/officeDocument/2006/relationships/tags" Target="../tags/tag125.xml"/><Relationship Id="rId42" Type="http://schemas.openxmlformats.org/officeDocument/2006/relationships/tags" Target="../tags/tag126.xml"/><Relationship Id="rId43" Type="http://schemas.openxmlformats.org/officeDocument/2006/relationships/tags" Target="../tags/tag127.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28.xml"/><Relationship Id="rId3" Type="http://schemas.openxmlformats.org/officeDocument/2006/relationships/tags" Target="../tags/tag129.xml"/><Relationship Id="rId4" Type="http://schemas.openxmlformats.org/officeDocument/2006/relationships/tags" Target="../tags/tag130.xml"/><Relationship Id="rId5" Type="http://schemas.openxmlformats.org/officeDocument/2006/relationships/tags" Target="../tags/tag131.xml"/><Relationship Id="rId6" Type="http://schemas.openxmlformats.org/officeDocument/2006/relationships/tags" Target="../tags/tag132.xml"/><Relationship Id="rId7" Type="http://schemas.openxmlformats.org/officeDocument/2006/relationships/tags" Target="../tags/tag13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34.xml"/><Relationship Id="rId3" Type="http://schemas.openxmlformats.org/officeDocument/2006/relationships/tags" Target="../tags/tag135.xml"/><Relationship Id="rId4" Type="http://schemas.openxmlformats.org/officeDocument/2006/relationships/tags" Target="../tags/tag136.xml"/><Relationship Id="rId5" Type="http://schemas.openxmlformats.org/officeDocument/2006/relationships/tags" Target="../tags/tag137.xml"/><Relationship Id="rId6" Type="http://schemas.openxmlformats.org/officeDocument/2006/relationships/tags" Target="../tags/tag138.xml"/><Relationship Id="rId7" Type="http://schemas.openxmlformats.org/officeDocument/2006/relationships/tags" Target="../tags/tag139.xml"/><Relationship Id="rId8" Type="http://schemas.openxmlformats.org/officeDocument/2006/relationships/tags" Target="../tags/tag140.xml"/><Relationship Id="rId9" Type="http://schemas.openxmlformats.org/officeDocument/2006/relationships/tags" Target="../tags/tag14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42.xml"/><Relationship Id="rId3" Type="http://schemas.openxmlformats.org/officeDocument/2006/relationships/tags" Target="../tags/tag143.xml"/><Relationship Id="rId4" Type="http://schemas.openxmlformats.org/officeDocument/2006/relationships/tags" Target="../tags/tag144.xml"/><Relationship Id="rId5" Type="http://schemas.openxmlformats.org/officeDocument/2006/relationships/tags" Target="../tags/tag14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46.xml"/><Relationship Id="rId3" Type="http://schemas.openxmlformats.org/officeDocument/2006/relationships/tags" Target="../tags/tag147.xml"/><Relationship Id="rId4" Type="http://schemas.openxmlformats.org/officeDocument/2006/relationships/tags" Target="../tags/tag14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49.xml"/><Relationship Id="rId3" Type="http://schemas.openxmlformats.org/officeDocument/2006/relationships/tags" Target="../tags/tag150.xml"/><Relationship Id="rId4" Type="http://schemas.openxmlformats.org/officeDocument/2006/relationships/tags" Target="../tags/tag151.xml"/><Relationship Id="rId5" Type="http://schemas.openxmlformats.org/officeDocument/2006/relationships/tags" Target="../tags/tag15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53.xml"/><Relationship Id="rId3" Type="http://schemas.openxmlformats.org/officeDocument/2006/relationships/tags" Target="../tags/tag154.xml"/><Relationship Id="rId4" Type="http://schemas.openxmlformats.org/officeDocument/2006/relationships/tags" Target="../tags/tag155.xml"/><Relationship Id="rId5" Type="http://schemas.openxmlformats.org/officeDocument/2006/relationships/tags" Target="../tags/tag156.xml"/><Relationship Id="rId6" Type="http://schemas.openxmlformats.org/officeDocument/2006/relationships/tags" Target="../tags/tag157.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58.xml"/><Relationship Id="rId3" Type="http://schemas.openxmlformats.org/officeDocument/2006/relationships/tags" Target="../tags/tag159.xml"/><Relationship Id="rId4" Type="http://schemas.openxmlformats.org/officeDocument/2006/relationships/tags" Target="../tags/tag160.xml"/><Relationship Id="rId5" Type="http://schemas.openxmlformats.org/officeDocument/2006/relationships/tags" Target="../tags/tag161.xml"/><Relationship Id="rId6" Type="http://schemas.openxmlformats.org/officeDocument/2006/relationships/tags" Target="../tags/tag162.xml"/><Relationship Id="rId7" Type="http://schemas.openxmlformats.org/officeDocument/2006/relationships/tags" Target="../tags/tag163.xml"/><Relationship Id="rId8" Type="http://schemas.openxmlformats.org/officeDocument/2006/relationships/tags" Target="../tags/tag164.xml"/><Relationship Id="rId9" Type="http://schemas.openxmlformats.org/officeDocument/2006/relationships/tags" Target="../tags/tag165.xml"/><Relationship Id="rId10" Type="http://schemas.openxmlformats.org/officeDocument/2006/relationships/tags" Target="../tags/tag166.xml"/><Relationship Id="rId11" Type="http://schemas.openxmlformats.org/officeDocument/2006/relationships/tags" Target="../tags/tag167.xml"/><Relationship Id="rId12" Type="http://schemas.openxmlformats.org/officeDocument/2006/relationships/tags" Target="../tags/tag168.xml"/><Relationship Id="rId13" Type="http://schemas.openxmlformats.org/officeDocument/2006/relationships/tags" Target="../tags/tag169.xml"/><Relationship Id="rId14" Type="http://schemas.openxmlformats.org/officeDocument/2006/relationships/tags" Target="../tags/tag170.xml"/><Relationship Id="rId15" Type="http://schemas.openxmlformats.org/officeDocument/2006/relationships/tags" Target="../tags/tag171.xml"/><Relationship Id="rId16" Type="http://schemas.openxmlformats.org/officeDocument/2006/relationships/tags" Target="../tags/tag172.xml"/><Relationship Id="rId17" Type="http://schemas.openxmlformats.org/officeDocument/2006/relationships/tags" Target="../tags/tag173.xml"/><Relationship Id="rId18" Type="http://schemas.openxmlformats.org/officeDocument/2006/relationships/tags" Target="../tags/tag174.xml"/><Relationship Id="rId19" Type="http://schemas.openxmlformats.org/officeDocument/2006/relationships/tags" Target="../tags/tag175.xml"/><Relationship Id="rId20" Type="http://schemas.openxmlformats.org/officeDocument/2006/relationships/tags" Target="../tags/tag176.xml"/><Relationship Id="rId21" Type="http://schemas.openxmlformats.org/officeDocument/2006/relationships/tags" Target="../tags/tag177.xml"/><Relationship Id="rId22" Type="http://schemas.openxmlformats.org/officeDocument/2006/relationships/tags" Target="../tags/tag178.xml"/><Relationship Id="rId23" Type="http://schemas.openxmlformats.org/officeDocument/2006/relationships/tags" Target="../tags/tag179.xml"/><Relationship Id="rId24" Type="http://schemas.openxmlformats.org/officeDocument/2006/relationships/tags" Target="../tags/tag180.xml"/><Relationship Id="rId25" Type="http://schemas.openxmlformats.org/officeDocument/2006/relationships/tags" Target="../tags/tag181.xml"/><Relationship Id="rId26" Type="http://schemas.openxmlformats.org/officeDocument/2006/relationships/tags" Target="../tags/tag182.xml"/><Relationship Id="rId27" Type="http://schemas.openxmlformats.org/officeDocument/2006/relationships/tags" Target="../tags/tag183.xml"/><Relationship Id="rId28" Type="http://schemas.openxmlformats.org/officeDocument/2006/relationships/tags" Target="../tags/tag184.xml"/><Relationship Id="rId29" Type="http://schemas.openxmlformats.org/officeDocument/2006/relationships/tags" Target="../tags/tag185.xml"/><Relationship Id="rId30" Type="http://schemas.openxmlformats.org/officeDocument/2006/relationships/tags" Target="../tags/tag186.xml"/><Relationship Id="rId31" Type="http://schemas.openxmlformats.org/officeDocument/2006/relationships/tags" Target="../tags/tag187.xml"/><Relationship Id="rId32" Type="http://schemas.openxmlformats.org/officeDocument/2006/relationships/tags" Target="../tags/tag188.xml"/><Relationship Id="rId33" Type="http://schemas.openxmlformats.org/officeDocument/2006/relationships/tags" Target="../tags/tag189.xml"/><Relationship Id="rId34" Type="http://schemas.openxmlformats.org/officeDocument/2006/relationships/tags" Target="../tags/tag190.xml"/><Relationship Id="rId35" Type="http://schemas.openxmlformats.org/officeDocument/2006/relationships/tags" Target="../tags/tag191.xml"/><Relationship Id="rId36" Type="http://schemas.openxmlformats.org/officeDocument/2006/relationships/tags" Target="../tags/tag192.xml"/><Relationship Id="rId37" Type="http://schemas.openxmlformats.org/officeDocument/2006/relationships/tags" Target="../tags/tag193.xml"/><Relationship Id="rId38" Type="http://schemas.openxmlformats.org/officeDocument/2006/relationships/tags" Target="../tags/tag194.xml"/><Relationship Id="rId39" Type="http://schemas.openxmlformats.org/officeDocument/2006/relationships/tags" Target="../tags/tag195.xml"/><Relationship Id="rId40" Type="http://schemas.openxmlformats.org/officeDocument/2006/relationships/tags" Target="../tags/tag196.xml"/><Relationship Id="rId41" Type="http://schemas.openxmlformats.org/officeDocument/2006/relationships/tags" Target="../tags/tag197.xml"/><Relationship Id="rId42" Type="http://schemas.openxmlformats.org/officeDocument/2006/relationships/tags" Target="../tags/tag198.xml"/><Relationship Id="rId43" Type="http://schemas.openxmlformats.org/officeDocument/2006/relationships/tags" Target="../tags/tag199.xml"/><Relationship Id="rId44" Type="http://schemas.openxmlformats.org/officeDocument/2006/relationships/tags" Target="../tags/tag200.xml"/><Relationship Id="rId45" Type="http://schemas.openxmlformats.org/officeDocument/2006/relationships/tags" Target="../tags/tag20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4" name="矩形 13"/>
          <p:cNvSpPr/>
          <p:nvPr>
            <p:custDataLst>
              <p:tags r:id="rId2"/>
            </p:custDataLst>
          </p:nvPr>
        </p:nvSpPr>
        <p:spPr>
          <a:xfrm>
            <a:off x="-600" y="0"/>
            <a:ext cx="12193200" cy="6858000"/>
          </a:xfrm>
          <a:prstGeom prst="rect">
            <a:avLst/>
          </a:prstGeom>
          <a:solidFill>
            <a:schemeClr val="dk2"/>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标题 1"/>
          <p:cNvSpPr>
            <a:spLocks noGrp="1"/>
          </p:cNvSpPr>
          <p:nvPr>
            <p:ph type="ctrTitle" hasCustomPrompt="1"/>
            <p:custDataLst>
              <p:tags r:id="rId3"/>
            </p:custDataLst>
          </p:nvPr>
        </p:nvSpPr>
        <p:spPr>
          <a:xfrm>
            <a:off x="866775" y="1656000"/>
            <a:ext cx="5051405" cy="1800000"/>
          </a:xfrm>
        </p:spPr>
        <p:txBody>
          <a:bodyPr wrap="square" anchor="b">
            <a:normAutofit/>
          </a:bodyPr>
          <a:lstStyle>
            <a:lvl1pPr algn="l">
              <a:lnSpc>
                <a:spcPct val="100000"/>
              </a:lnSpc>
              <a:defRPr sz="5800">
                <a:solidFill>
                  <a:schemeClr val="tx1"/>
                </a:solidFill>
              </a:defRPr>
            </a:lvl1pPr>
          </a:lstStyle>
          <a:p>
            <a:r>
              <a:rPr lang="zh-CN" altLang="en-US" dirty="0"/>
              <a:t>单击此处编辑母版标题</a:t>
            </a:r>
            <a:endParaRPr lang="zh-CN" altLang="en-US" dirty="0"/>
          </a:p>
        </p:txBody>
      </p:sp>
      <p:sp>
        <p:nvSpPr>
          <p:cNvPr id="3" name="副标题 2"/>
          <p:cNvSpPr>
            <a:spLocks noGrp="1"/>
          </p:cNvSpPr>
          <p:nvPr>
            <p:ph type="subTitle" idx="1" hasCustomPrompt="1"/>
            <p:custDataLst>
              <p:tags r:id="rId4"/>
            </p:custDataLst>
          </p:nvPr>
        </p:nvSpPr>
        <p:spPr>
          <a:xfrm>
            <a:off x="866775" y="3742005"/>
            <a:ext cx="5051405" cy="746262"/>
          </a:xfrm>
        </p:spPr>
        <p:txBody>
          <a:bodyPr wrap="square">
            <a:normAutofit/>
          </a:bodyPr>
          <a:lstStyle>
            <a:lvl1pPr marL="0" indent="0" algn="l">
              <a:lnSpc>
                <a:spcPct val="100000"/>
              </a:lnSpc>
              <a:buNone/>
              <a:defRPr sz="2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7"/>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8"/>
            </p:custDataLst>
          </p:nvPr>
        </p:nvSpPr>
        <p:spPr>
          <a:xfrm>
            <a:off x="866707" y="5162686"/>
            <a:ext cx="2880000" cy="504000"/>
          </a:xfrm>
        </p:spPr>
        <p:txBody>
          <a:bodyPr wrap="square" anchor="ctr">
            <a:normAutofit/>
          </a:bodyPr>
          <a:lstStyle>
            <a:lvl1pPr marL="0" indent="0" algn="l">
              <a:lnSpc>
                <a:spcPct val="100000"/>
              </a:lnSpc>
              <a:buNone/>
              <a:defRPr sz="2000" b="1">
                <a:solidFill>
                  <a:schemeClr val="tx1">
                    <a:lumMod val="75000"/>
                    <a:lumOff val="25000"/>
                  </a:schemeClr>
                </a:solidFill>
              </a:defRPr>
            </a:lvl1pPr>
          </a:lstStyle>
          <a:p>
            <a:pPr lvl="0"/>
            <a:r>
              <a:rPr lang="zh-CN" altLang="en-US" dirty="0"/>
              <a:t>署名</a:t>
            </a:r>
            <a:endParaRPr lang="zh-CN" altLang="en-US" dirty="0"/>
          </a:p>
        </p:txBody>
      </p:sp>
      <p:sp>
        <p:nvSpPr>
          <p:cNvPr id="16" name="任意多边形: 形状 15"/>
          <p:cNvSpPr>
            <a:spLocks noChangeAspect="1"/>
          </p:cNvSpPr>
          <p:nvPr>
            <p:custDataLst>
              <p:tags r:id="rId9"/>
            </p:custDataLst>
          </p:nvPr>
        </p:nvSpPr>
        <p:spPr>
          <a:xfrm>
            <a:off x="9705975" y="3622675"/>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p:custDataLst>
              <p:tags r:id="rId10"/>
            </p:custDataLst>
          </p:nvPr>
        </p:nvSpPr>
        <p:spPr>
          <a:xfrm>
            <a:off x="10867390" y="478409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a:spLocks noChangeAspect="1"/>
          </p:cNvSpPr>
          <p:nvPr>
            <p:custDataLst>
              <p:tags r:id="rId11"/>
            </p:custDataLst>
          </p:nvPr>
        </p:nvSpPr>
        <p:spPr>
          <a:xfrm>
            <a:off x="7289800" y="1363345"/>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1" name="任意多边形: 形状 20"/>
          <p:cNvSpPr>
            <a:spLocks noChangeAspect="1"/>
          </p:cNvSpPr>
          <p:nvPr>
            <p:custDataLst>
              <p:tags r:id="rId12"/>
            </p:custDataLst>
          </p:nvPr>
        </p:nvSpPr>
        <p:spPr>
          <a:xfrm>
            <a:off x="7419975" y="138049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2" name="任意多边形: 形状 21"/>
          <p:cNvSpPr>
            <a:spLocks noChangeAspect="1"/>
          </p:cNvSpPr>
          <p:nvPr>
            <p:custDataLst>
              <p:tags r:id="rId13"/>
            </p:custDataLst>
          </p:nvPr>
        </p:nvSpPr>
        <p:spPr>
          <a:xfrm>
            <a:off x="7543165" y="1490345"/>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3" name="任意多边形: 形状 22"/>
          <p:cNvSpPr>
            <a:spLocks noChangeAspect="1"/>
          </p:cNvSpPr>
          <p:nvPr>
            <p:custDataLst>
              <p:tags r:id="rId14"/>
            </p:custDataLst>
          </p:nvPr>
        </p:nvSpPr>
        <p:spPr>
          <a:xfrm>
            <a:off x="7954645" y="187388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5" name="任意多边形: 形状 24"/>
          <p:cNvSpPr>
            <a:spLocks noChangeAspect="1"/>
          </p:cNvSpPr>
          <p:nvPr>
            <p:custDataLst>
              <p:tags r:id="rId15"/>
            </p:custDataLst>
          </p:nvPr>
        </p:nvSpPr>
        <p:spPr>
          <a:xfrm>
            <a:off x="8087995" y="2004695"/>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6" name="任意多边形: 形状 25"/>
          <p:cNvSpPr/>
          <p:nvPr>
            <p:custDataLst>
              <p:tags r:id="rId16"/>
            </p:custDataLst>
          </p:nvPr>
        </p:nvSpPr>
        <p:spPr>
          <a:xfrm>
            <a:off x="7157085" y="1172845"/>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p:custDataLst>
              <p:tags r:id="rId17"/>
            </p:custDataLst>
          </p:nvPr>
        </p:nvSpPr>
        <p:spPr>
          <a:xfrm>
            <a:off x="7157085" y="120396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p:custDataLst>
              <p:tags r:id="rId18"/>
            </p:custDataLst>
          </p:nvPr>
        </p:nvSpPr>
        <p:spPr>
          <a:xfrm>
            <a:off x="7216140" y="1208405"/>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p:custDataLst>
              <p:tags r:id="rId19"/>
            </p:custDataLst>
          </p:nvPr>
        </p:nvSpPr>
        <p:spPr>
          <a:xfrm>
            <a:off x="7309485" y="128460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p:custDataLst>
              <p:tags r:id="rId20"/>
            </p:custDataLst>
          </p:nvPr>
        </p:nvSpPr>
        <p:spPr>
          <a:xfrm>
            <a:off x="7668895" y="16059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p:custDataLst>
              <p:tags r:id="rId21"/>
            </p:custDataLst>
          </p:nvPr>
        </p:nvSpPr>
        <p:spPr>
          <a:xfrm>
            <a:off x="7802880" y="1729740"/>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p:custDataLst>
              <p:tags r:id="rId22"/>
            </p:custDataLst>
          </p:nvPr>
        </p:nvSpPr>
        <p:spPr>
          <a:xfrm>
            <a:off x="8226425" y="2143125"/>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p:custDataLst>
              <p:tags r:id="rId23"/>
            </p:custDataLst>
          </p:nvPr>
        </p:nvSpPr>
        <p:spPr>
          <a:xfrm>
            <a:off x="8365490" y="228219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p:custDataLst>
              <p:tags r:id="rId24"/>
            </p:custDataLst>
          </p:nvPr>
        </p:nvSpPr>
        <p:spPr>
          <a:xfrm>
            <a:off x="8503920" y="2420620"/>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p:custDataLst>
              <p:tags r:id="rId25"/>
            </p:custDataLst>
          </p:nvPr>
        </p:nvSpPr>
        <p:spPr>
          <a:xfrm>
            <a:off x="8629650" y="2546350"/>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p:custDataLst>
              <p:tags r:id="rId26"/>
            </p:custDataLst>
          </p:nvPr>
        </p:nvSpPr>
        <p:spPr>
          <a:xfrm>
            <a:off x="8773795" y="2690495"/>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p:custDataLst>
              <p:tags r:id="rId27"/>
            </p:custDataLst>
          </p:nvPr>
        </p:nvSpPr>
        <p:spPr>
          <a:xfrm>
            <a:off x="8903335" y="2820035"/>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p:custDataLst>
              <p:tags r:id="rId28"/>
            </p:custDataLst>
          </p:nvPr>
        </p:nvSpPr>
        <p:spPr>
          <a:xfrm>
            <a:off x="9023985" y="2940685"/>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p:custDataLst>
              <p:tags r:id="rId29"/>
            </p:custDataLst>
          </p:nvPr>
        </p:nvSpPr>
        <p:spPr>
          <a:xfrm>
            <a:off x="9150985" y="3067685"/>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p:custDataLst>
              <p:tags r:id="rId30"/>
            </p:custDataLst>
          </p:nvPr>
        </p:nvSpPr>
        <p:spPr>
          <a:xfrm>
            <a:off x="9265285" y="318198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p:custDataLst>
              <p:tags r:id="rId31"/>
            </p:custDataLst>
          </p:nvPr>
        </p:nvSpPr>
        <p:spPr>
          <a:xfrm>
            <a:off x="9371330" y="3288030"/>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p:custDataLst>
              <p:tags r:id="rId32"/>
            </p:custDataLst>
          </p:nvPr>
        </p:nvSpPr>
        <p:spPr>
          <a:xfrm>
            <a:off x="9479280" y="339598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p:custDataLst>
              <p:tags r:id="rId33"/>
            </p:custDataLst>
          </p:nvPr>
        </p:nvSpPr>
        <p:spPr>
          <a:xfrm>
            <a:off x="9596120" y="3512820"/>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p:custDataLst>
              <p:tags r:id="rId34"/>
            </p:custDataLst>
          </p:nvPr>
        </p:nvSpPr>
        <p:spPr>
          <a:xfrm>
            <a:off x="9813925" y="373062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p:custDataLst>
              <p:tags r:id="rId35"/>
            </p:custDataLst>
          </p:nvPr>
        </p:nvSpPr>
        <p:spPr>
          <a:xfrm>
            <a:off x="9918700" y="383540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36"/>
            </p:custDataLst>
          </p:nvPr>
        </p:nvSpPr>
        <p:spPr>
          <a:xfrm>
            <a:off x="10654030" y="4570730"/>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任意多边形: 形状 46"/>
          <p:cNvSpPr/>
          <p:nvPr>
            <p:custDataLst>
              <p:tags r:id="rId37"/>
            </p:custDataLst>
          </p:nvPr>
        </p:nvSpPr>
        <p:spPr>
          <a:xfrm>
            <a:off x="10771505" y="4688205"/>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p:custDataLst>
              <p:tags r:id="rId38"/>
            </p:custDataLst>
          </p:nvPr>
        </p:nvSpPr>
        <p:spPr>
          <a:xfrm>
            <a:off x="10429875" y="4346575"/>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p:custDataLst>
              <p:tags r:id="rId39"/>
            </p:custDataLst>
          </p:nvPr>
        </p:nvSpPr>
        <p:spPr>
          <a:xfrm>
            <a:off x="10538460" y="445516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0" name="任意多边形: 形状 49"/>
          <p:cNvSpPr/>
          <p:nvPr>
            <p:custDataLst>
              <p:tags r:id="rId40"/>
            </p:custDataLst>
          </p:nvPr>
        </p:nvSpPr>
        <p:spPr>
          <a:xfrm>
            <a:off x="10227945" y="4144645"/>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p:custDataLst>
              <p:tags r:id="rId41"/>
            </p:custDataLst>
          </p:nvPr>
        </p:nvSpPr>
        <p:spPr>
          <a:xfrm>
            <a:off x="10330815" y="424751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p:custDataLst>
              <p:tags r:id="rId42"/>
            </p:custDataLst>
          </p:nvPr>
        </p:nvSpPr>
        <p:spPr>
          <a:xfrm>
            <a:off x="10024745" y="394144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3" name="任意多边形: 形状 52"/>
          <p:cNvSpPr/>
          <p:nvPr>
            <p:custDataLst>
              <p:tags r:id="rId43"/>
            </p:custDataLst>
          </p:nvPr>
        </p:nvSpPr>
        <p:spPr>
          <a:xfrm>
            <a:off x="10126345" y="4043045"/>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5" name="任意多边形: 形状 14"/>
          <p:cNvSpPr>
            <a:spLocks noChangeAspect="1"/>
          </p:cNvSpPr>
          <p:nvPr>
            <p:custDataLst>
              <p:tags r:id="rId44"/>
            </p:custDataLst>
          </p:nvPr>
        </p:nvSpPr>
        <p:spPr>
          <a:xfrm>
            <a:off x="10979150" y="4899660"/>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69804"/>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a:spLocks noChangeAspect="1"/>
          </p:cNvSpPr>
          <p:nvPr>
            <p:custDataLst>
              <p:tags r:id="rId45"/>
            </p:custDataLst>
          </p:nvPr>
        </p:nvSpPr>
        <p:spPr>
          <a:xfrm>
            <a:off x="10702640" y="1891430"/>
            <a:ext cx="1489360" cy="3075142"/>
          </a:xfrm>
          <a:custGeom>
            <a:avLst/>
            <a:gdLst>
              <a:gd name="connsiteX0" fmla="*/ 1489360 w 1489360"/>
              <a:gd name="connsiteY0" fmla="*/ 0 h 3075142"/>
              <a:gd name="connsiteX1" fmla="*/ 1489360 w 1489360"/>
              <a:gd name="connsiteY1" fmla="*/ 3075142 h 3075142"/>
              <a:gd name="connsiteX2" fmla="*/ 1382665 w 1489360"/>
              <a:gd name="connsiteY2" fmla="*/ 3069755 h 3075142"/>
              <a:gd name="connsiteX3" fmla="*/ 0 w 1489360"/>
              <a:gd name="connsiteY3" fmla="*/ 1537571 h 3075142"/>
              <a:gd name="connsiteX4" fmla="*/ 1382665 w 1489360"/>
              <a:gd name="connsiteY4" fmla="*/ 5388 h 30751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360" h="3075142">
                <a:moveTo>
                  <a:pt x="1489360" y="0"/>
                </a:moveTo>
                <a:lnTo>
                  <a:pt x="1489360" y="3075142"/>
                </a:lnTo>
                <a:lnTo>
                  <a:pt x="1382665" y="3069755"/>
                </a:lnTo>
                <a:cubicBezTo>
                  <a:pt x="606043" y="2990884"/>
                  <a:pt x="0" y="2335002"/>
                  <a:pt x="0" y="1537571"/>
                </a:cubicBezTo>
                <a:cubicBezTo>
                  <a:pt x="0" y="740140"/>
                  <a:pt x="606043" y="84258"/>
                  <a:pt x="1382665" y="5388"/>
                </a:cubicBez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85" name="任意多边形: 形状 84"/>
          <p:cNvSpPr>
            <a:spLocks noChangeAspect="1"/>
          </p:cNvSpPr>
          <p:nvPr>
            <p:custDataLst>
              <p:tags r:id="rId2"/>
            </p:custDataLst>
          </p:nvPr>
        </p:nvSpPr>
        <p:spPr>
          <a:xfrm rot="11094256">
            <a:off x="81280" y="-57785"/>
            <a:ext cx="1209040" cy="1955165"/>
          </a:xfrm>
          <a:custGeom>
            <a:avLst/>
            <a:gdLst>
              <a:gd name="connsiteX0" fmla="*/ 2 w 1904"/>
              <a:gd name="connsiteY0" fmla="*/ 3079 h 3079"/>
              <a:gd name="connsiteX1" fmla="*/ 0 w 1904"/>
              <a:gd name="connsiteY1" fmla="*/ 3037 h 3079"/>
              <a:gd name="connsiteX2" fmla="*/ 1768 w 1904"/>
              <a:gd name="connsiteY2" fmla="*/ 65 h 3079"/>
              <a:gd name="connsiteX3" fmla="*/ 1904 w 1904"/>
              <a:gd name="connsiteY3" fmla="*/ 0 h 3079"/>
            </a:gdLst>
            <a:ahLst/>
            <a:cxnLst>
              <a:cxn ang="0">
                <a:pos x="connsiteX0" y="connsiteY0"/>
              </a:cxn>
              <a:cxn ang="0">
                <a:pos x="connsiteX1" y="connsiteY1"/>
              </a:cxn>
              <a:cxn ang="0">
                <a:pos x="connsiteX2" y="connsiteY2"/>
              </a:cxn>
              <a:cxn ang="0">
                <a:pos x="connsiteX3" y="connsiteY3"/>
              </a:cxn>
            </a:cxnLst>
            <a:rect l="l" t="t" r="r" b="b"/>
            <a:pathLst>
              <a:path w="1904" h="3079">
                <a:moveTo>
                  <a:pt x="2" y="3079"/>
                </a:moveTo>
                <a:lnTo>
                  <a:pt x="0" y="3037"/>
                </a:lnTo>
                <a:cubicBezTo>
                  <a:pt x="0" y="1754"/>
                  <a:pt x="715" y="638"/>
                  <a:pt x="1768" y="65"/>
                </a:cubicBezTo>
                <a:lnTo>
                  <a:pt x="1904"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 name="任意多边形: 形状 11"/>
          <p:cNvSpPr>
            <a:spLocks noChangeAspect="1"/>
          </p:cNvSpPr>
          <p:nvPr>
            <p:custDataLst>
              <p:tags r:id="rId3"/>
            </p:custDataLst>
          </p:nvPr>
        </p:nvSpPr>
        <p:spPr>
          <a:xfrm rot="11094256">
            <a:off x="2748280" y="3815080"/>
            <a:ext cx="1773555" cy="1884680"/>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0" name="任意多边形: 形状 129"/>
          <p:cNvSpPr>
            <a:spLocks noChangeAspect="1"/>
          </p:cNvSpPr>
          <p:nvPr>
            <p:custDataLst>
              <p:tags r:id="rId4"/>
            </p:custDataLst>
          </p:nvPr>
        </p:nvSpPr>
        <p:spPr>
          <a:xfrm rot="11094256">
            <a:off x="186055" y="947420"/>
            <a:ext cx="4266565" cy="4594225"/>
          </a:xfrm>
          <a:custGeom>
            <a:avLst/>
            <a:gdLst>
              <a:gd name="connsiteX0" fmla="*/ 0 w 6719"/>
              <a:gd name="connsiteY0" fmla="*/ 7235 h 7235"/>
              <a:gd name="connsiteX1" fmla="*/ 3 w 6719"/>
              <a:gd name="connsiteY1" fmla="*/ 7208 h 7235"/>
              <a:gd name="connsiteX2" fmla="*/ 6476 w 6719"/>
              <a:gd name="connsiteY2" fmla="*/ 53 h 7235"/>
              <a:gd name="connsiteX3" fmla="*/ 6719 w 6719"/>
              <a:gd name="connsiteY3" fmla="*/ 0 h 7235"/>
            </a:gdLst>
            <a:ahLst/>
            <a:cxnLst>
              <a:cxn ang="0">
                <a:pos x="connsiteX0" y="connsiteY0"/>
              </a:cxn>
              <a:cxn ang="0">
                <a:pos x="connsiteX1" y="connsiteY1"/>
              </a:cxn>
              <a:cxn ang="0">
                <a:pos x="connsiteX2" y="connsiteY2"/>
              </a:cxn>
              <a:cxn ang="0">
                <a:pos x="connsiteX3" y="connsiteY3"/>
              </a:cxn>
            </a:cxnLst>
            <a:rect l="l" t="t" r="r" b="b"/>
            <a:pathLst>
              <a:path w="6719" h="7235">
                <a:moveTo>
                  <a:pt x="0" y="7235"/>
                </a:moveTo>
                <a:lnTo>
                  <a:pt x="3" y="7208"/>
                </a:lnTo>
                <a:cubicBezTo>
                  <a:pt x="535" y="3726"/>
                  <a:pt x="3116" y="918"/>
                  <a:pt x="6476" y="53"/>
                </a:cubicBezTo>
                <a:lnTo>
                  <a:pt x="671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3" name="任意多边形: 形状 132"/>
          <p:cNvSpPr>
            <a:spLocks noChangeAspect="1"/>
          </p:cNvSpPr>
          <p:nvPr>
            <p:custDataLst>
              <p:tags r:id="rId5"/>
            </p:custDataLst>
          </p:nvPr>
        </p:nvSpPr>
        <p:spPr>
          <a:xfrm rot="11094256">
            <a:off x="190500" y="646430"/>
            <a:ext cx="4105275" cy="4671060"/>
          </a:xfrm>
          <a:custGeom>
            <a:avLst/>
            <a:gdLst>
              <a:gd name="connsiteX0" fmla="*/ 0 w 6465"/>
              <a:gd name="connsiteY0" fmla="*/ 7356 h 7356"/>
              <a:gd name="connsiteX1" fmla="*/ 1 w 6465"/>
              <a:gd name="connsiteY1" fmla="*/ 7340 h 7356"/>
              <a:gd name="connsiteX2" fmla="*/ 6025 w 6465"/>
              <a:gd name="connsiteY2" fmla="*/ 111 h 7356"/>
              <a:gd name="connsiteX3" fmla="*/ 6465 w 6465"/>
              <a:gd name="connsiteY3" fmla="*/ 0 h 7356"/>
            </a:gdLst>
            <a:ahLst/>
            <a:cxnLst>
              <a:cxn ang="0">
                <a:pos x="connsiteX0" y="connsiteY0"/>
              </a:cxn>
              <a:cxn ang="0">
                <a:pos x="connsiteX1" y="connsiteY1"/>
              </a:cxn>
              <a:cxn ang="0">
                <a:pos x="connsiteX2" y="connsiteY2"/>
              </a:cxn>
              <a:cxn ang="0">
                <a:pos x="connsiteX3" y="connsiteY3"/>
              </a:cxn>
            </a:cxnLst>
            <a:rect l="l" t="t" r="r" b="b"/>
            <a:pathLst>
              <a:path w="6465" h="7356">
                <a:moveTo>
                  <a:pt x="0" y="7356"/>
                </a:moveTo>
                <a:cubicBezTo>
                  <a:pt x="0" y="7351"/>
                  <a:pt x="1" y="7345"/>
                  <a:pt x="1" y="7340"/>
                </a:cubicBezTo>
                <a:cubicBezTo>
                  <a:pt x="352" y="3888"/>
                  <a:pt x="2785" y="1053"/>
                  <a:pt x="6025" y="111"/>
                </a:cubicBezTo>
                <a:lnTo>
                  <a:pt x="646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7" name="任意多边形: 形状 126"/>
          <p:cNvSpPr>
            <a:spLocks noChangeAspect="1"/>
          </p:cNvSpPr>
          <p:nvPr>
            <p:custDataLst>
              <p:tags r:id="rId6"/>
            </p:custDataLst>
          </p:nvPr>
        </p:nvSpPr>
        <p:spPr>
          <a:xfrm rot="11094256">
            <a:off x="194310" y="-48260"/>
            <a:ext cx="3564255" cy="4709795"/>
          </a:xfrm>
          <a:custGeom>
            <a:avLst/>
            <a:gdLst>
              <a:gd name="connsiteX0" fmla="*/ 5 w 5613"/>
              <a:gd name="connsiteY0" fmla="*/ 7417 h 7417"/>
              <a:gd name="connsiteX1" fmla="*/ 0 w 5613"/>
              <a:gd name="connsiteY1" fmla="*/ 7209 h 7417"/>
              <a:gd name="connsiteX2" fmla="*/ 5542 w 5613"/>
              <a:gd name="connsiteY2" fmla="*/ 20 h 7417"/>
              <a:gd name="connsiteX3" fmla="*/ 5604 w 5613"/>
              <a:gd name="connsiteY3" fmla="*/ 0 h 7417"/>
              <a:gd name="connsiteX4" fmla="*/ 5613 w 5613"/>
              <a:gd name="connsiteY4" fmla="*/ 8 h 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 h="7417">
                <a:moveTo>
                  <a:pt x="5" y="7417"/>
                </a:moveTo>
                <a:cubicBezTo>
                  <a:pt x="4" y="7348"/>
                  <a:pt x="2" y="7279"/>
                  <a:pt x="0" y="7209"/>
                </a:cubicBezTo>
                <a:cubicBezTo>
                  <a:pt x="0" y="3757"/>
                  <a:pt x="2353" y="856"/>
                  <a:pt x="5542" y="20"/>
                </a:cubicBezTo>
                <a:lnTo>
                  <a:pt x="5604" y="0"/>
                </a:lnTo>
                <a:lnTo>
                  <a:pt x="5613" y="8"/>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4" name="任意多边形: 形状 123"/>
          <p:cNvSpPr>
            <a:spLocks noChangeAspect="1"/>
          </p:cNvSpPr>
          <p:nvPr>
            <p:custDataLst>
              <p:tags r:id="rId7"/>
            </p:custDataLst>
          </p:nvPr>
        </p:nvSpPr>
        <p:spPr>
          <a:xfrm rot="11094256">
            <a:off x="190500" y="-154305"/>
            <a:ext cx="3373755" cy="4599940"/>
          </a:xfrm>
          <a:custGeom>
            <a:avLst/>
            <a:gdLst>
              <a:gd name="connsiteX0" fmla="*/ 10 w 5313"/>
              <a:gd name="connsiteY0" fmla="*/ 7244 h 7244"/>
              <a:gd name="connsiteX1" fmla="*/ 0 w 5313"/>
              <a:gd name="connsiteY1" fmla="*/ 6882 h 7244"/>
              <a:gd name="connsiteX2" fmla="*/ 5004 w 5313"/>
              <a:gd name="connsiteY2" fmla="*/ 79 h 7244"/>
              <a:gd name="connsiteX3" fmla="*/ 5305 w 5313"/>
              <a:gd name="connsiteY3" fmla="*/ 0 h 7244"/>
              <a:gd name="connsiteX4" fmla="*/ 5313 w 5313"/>
              <a:gd name="connsiteY4" fmla="*/ 0 h 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3" h="7244">
                <a:moveTo>
                  <a:pt x="10" y="7244"/>
                </a:moveTo>
                <a:lnTo>
                  <a:pt x="0" y="6882"/>
                </a:lnTo>
                <a:cubicBezTo>
                  <a:pt x="0" y="3685"/>
                  <a:pt x="2105" y="981"/>
                  <a:pt x="5004" y="79"/>
                </a:cubicBezTo>
                <a:lnTo>
                  <a:pt x="5305" y="0"/>
                </a:lnTo>
                <a:lnTo>
                  <a:pt x="531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p:nvPr>
            <p:custDataLst>
              <p:tags r:id="rId8"/>
            </p:custDataLst>
          </p:nvPr>
        </p:nvSpPr>
        <p:spPr>
          <a:xfrm rot="11094256">
            <a:off x="1341755" y="2268855"/>
            <a:ext cx="3429635" cy="365887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8" name="任意多边形: 形状 17"/>
          <p:cNvSpPr/>
          <p:nvPr>
            <p:custDataLst>
              <p:tags r:id="rId9"/>
            </p:custDataLst>
          </p:nvPr>
        </p:nvSpPr>
        <p:spPr>
          <a:xfrm rot="11094256">
            <a:off x="1997710" y="2971165"/>
            <a:ext cx="2744470" cy="293814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9" name="任意多边形: 形状 18"/>
          <p:cNvSpPr/>
          <p:nvPr>
            <p:custDataLst>
              <p:tags r:id="rId10"/>
            </p:custDataLst>
          </p:nvPr>
        </p:nvSpPr>
        <p:spPr>
          <a:xfrm rot="11094256">
            <a:off x="871220" y="1766570"/>
            <a:ext cx="3836670" cy="408432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0" name="任意多边形: 形状 19"/>
          <p:cNvSpPr/>
          <p:nvPr>
            <p:custDataLst>
              <p:tags r:id="rId11"/>
            </p:custDataLst>
          </p:nvPr>
        </p:nvSpPr>
        <p:spPr>
          <a:xfrm rot="11094256">
            <a:off x="460375" y="1315085"/>
            <a:ext cx="4134485" cy="4400550"/>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6" name="任意多边形: 形状 135"/>
          <p:cNvSpPr/>
          <p:nvPr>
            <p:custDataLst>
              <p:tags r:id="rId12"/>
            </p:custDataLst>
          </p:nvPr>
        </p:nvSpPr>
        <p:spPr>
          <a:xfrm rot="11094256">
            <a:off x="192405" y="394335"/>
            <a:ext cx="3928745" cy="4712335"/>
          </a:xfrm>
          <a:custGeom>
            <a:avLst/>
            <a:gdLst>
              <a:gd name="connsiteX0" fmla="*/ 0 w 6187"/>
              <a:gd name="connsiteY0" fmla="*/ 7421 h 7421"/>
              <a:gd name="connsiteX1" fmla="*/ 28 w 6187"/>
              <a:gd name="connsiteY1" fmla="*/ 7052 h 7421"/>
              <a:gd name="connsiteX2" fmla="*/ 6187 w 6187"/>
              <a:gd name="connsiteY2" fmla="*/ 0 h 7421"/>
            </a:gdLst>
            <a:ahLst/>
            <a:cxnLst>
              <a:cxn ang="0">
                <a:pos x="connsiteX0" y="connsiteY0"/>
              </a:cxn>
              <a:cxn ang="0">
                <a:pos x="connsiteX1" y="connsiteY1"/>
              </a:cxn>
              <a:cxn ang="0">
                <a:pos x="connsiteX2" y="connsiteY2"/>
              </a:cxn>
            </a:cxnLst>
            <a:rect l="l" t="t" r="r" b="b"/>
            <a:pathLst>
              <a:path w="6187" h="7421">
                <a:moveTo>
                  <a:pt x="0" y="7421"/>
                </a:moveTo>
                <a:lnTo>
                  <a:pt x="28" y="7052"/>
                </a:lnTo>
                <a:cubicBezTo>
                  <a:pt x="378" y="3603"/>
                  <a:pt x="2890" y="794"/>
                  <a:pt x="6187"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9" name="任意多边形: 形状 138"/>
          <p:cNvSpPr/>
          <p:nvPr>
            <p:custDataLst>
              <p:tags r:id="rId13"/>
            </p:custDataLst>
          </p:nvPr>
        </p:nvSpPr>
        <p:spPr>
          <a:xfrm rot="11094256">
            <a:off x="193040" y="168910"/>
            <a:ext cx="3759835" cy="4723765"/>
          </a:xfrm>
          <a:custGeom>
            <a:avLst/>
            <a:gdLst>
              <a:gd name="connsiteX0" fmla="*/ 0 w 5921"/>
              <a:gd name="connsiteY0" fmla="*/ 7439 h 7439"/>
              <a:gd name="connsiteX1" fmla="*/ 7 w 5921"/>
              <a:gd name="connsiteY1" fmla="*/ 7157 h 7439"/>
              <a:gd name="connsiteX2" fmla="*/ 5603 w 5921"/>
              <a:gd name="connsiteY2" fmla="*/ 82 h 7439"/>
              <a:gd name="connsiteX3" fmla="*/ 5921 w 5921"/>
              <a:gd name="connsiteY3" fmla="*/ 0 h 7439"/>
            </a:gdLst>
            <a:ahLst/>
            <a:cxnLst>
              <a:cxn ang="0">
                <a:pos x="connsiteX0" y="connsiteY0"/>
              </a:cxn>
              <a:cxn ang="0">
                <a:pos x="connsiteX1" y="connsiteY1"/>
              </a:cxn>
              <a:cxn ang="0">
                <a:pos x="connsiteX2" y="connsiteY2"/>
              </a:cxn>
              <a:cxn ang="0">
                <a:pos x="connsiteX3" y="connsiteY3"/>
              </a:cxn>
            </a:cxnLst>
            <a:rect l="l" t="t" r="r" b="b"/>
            <a:pathLst>
              <a:path w="5921" h="7439">
                <a:moveTo>
                  <a:pt x="0" y="7439"/>
                </a:moveTo>
                <a:cubicBezTo>
                  <a:pt x="2" y="7345"/>
                  <a:pt x="5" y="7251"/>
                  <a:pt x="7" y="7157"/>
                </a:cubicBezTo>
                <a:cubicBezTo>
                  <a:pt x="178" y="3790"/>
                  <a:pt x="2487" y="988"/>
                  <a:pt x="5603" y="82"/>
                </a:cubicBezTo>
                <a:lnTo>
                  <a:pt x="59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21" name="任意多边形: 形状 120"/>
          <p:cNvSpPr/>
          <p:nvPr>
            <p:custDataLst>
              <p:tags r:id="rId14"/>
            </p:custDataLst>
          </p:nvPr>
        </p:nvSpPr>
        <p:spPr>
          <a:xfrm rot="11094256">
            <a:off x="180975" y="-146685"/>
            <a:ext cx="3190875" cy="4377690"/>
          </a:xfrm>
          <a:custGeom>
            <a:avLst/>
            <a:gdLst>
              <a:gd name="connsiteX0" fmla="*/ 8 w 5025"/>
              <a:gd name="connsiteY0" fmla="*/ 6894 h 6894"/>
              <a:gd name="connsiteX1" fmla="*/ 5 w 5025"/>
              <a:gd name="connsiteY1" fmla="*/ 6821 h 6894"/>
              <a:gd name="connsiteX2" fmla="*/ 0 w 5025"/>
              <a:gd name="connsiteY2" fmla="*/ 6558 h 6894"/>
              <a:gd name="connsiteX3" fmla="*/ 4779 w 5025"/>
              <a:gd name="connsiteY3" fmla="*/ 62 h 6894"/>
              <a:gd name="connsiteX4" fmla="*/ 5024 w 5025"/>
              <a:gd name="connsiteY4" fmla="*/ 0 h 6894"/>
              <a:gd name="connsiteX5" fmla="*/ 5025 w 5025"/>
              <a:gd name="connsiteY5" fmla="*/ 3 h 6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25" h="6894">
                <a:moveTo>
                  <a:pt x="8" y="6894"/>
                </a:moveTo>
                <a:lnTo>
                  <a:pt x="5" y="6821"/>
                </a:lnTo>
                <a:cubicBezTo>
                  <a:pt x="2" y="6734"/>
                  <a:pt x="0" y="6646"/>
                  <a:pt x="0" y="6558"/>
                </a:cubicBezTo>
                <a:cubicBezTo>
                  <a:pt x="0" y="3506"/>
                  <a:pt x="2010" y="923"/>
                  <a:pt x="4779" y="62"/>
                </a:cubicBezTo>
                <a:lnTo>
                  <a:pt x="5024" y="0"/>
                </a:lnTo>
                <a:lnTo>
                  <a:pt x="5025" y="3"/>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8" name="任意多边形: 形状 117"/>
          <p:cNvSpPr/>
          <p:nvPr>
            <p:custDataLst>
              <p:tags r:id="rId15"/>
            </p:custDataLst>
          </p:nvPr>
        </p:nvSpPr>
        <p:spPr>
          <a:xfrm rot="11094256">
            <a:off x="172085" y="-137795"/>
            <a:ext cx="3003550" cy="4153535"/>
          </a:xfrm>
          <a:custGeom>
            <a:avLst/>
            <a:gdLst>
              <a:gd name="connsiteX0" fmla="*/ 15 w 4730"/>
              <a:gd name="connsiteY0" fmla="*/ 6541 h 6541"/>
              <a:gd name="connsiteX1" fmla="*/ 0 w 4730"/>
              <a:gd name="connsiteY1" fmla="*/ 6235 h 6541"/>
              <a:gd name="connsiteX2" fmla="*/ 4553 w 4730"/>
              <a:gd name="connsiteY2" fmla="*/ 46 h 6541"/>
              <a:gd name="connsiteX3" fmla="*/ 4730 w 4730"/>
              <a:gd name="connsiteY3" fmla="*/ 0 h 6541"/>
            </a:gdLst>
            <a:ahLst/>
            <a:cxnLst>
              <a:cxn ang="0">
                <a:pos x="connsiteX0" y="connsiteY0"/>
              </a:cxn>
              <a:cxn ang="0">
                <a:pos x="connsiteX1" y="connsiteY1"/>
              </a:cxn>
              <a:cxn ang="0">
                <a:pos x="connsiteX2" y="connsiteY2"/>
              </a:cxn>
              <a:cxn ang="0">
                <a:pos x="connsiteX3" y="connsiteY3"/>
              </a:cxn>
            </a:cxnLst>
            <a:rect l="l" t="t" r="r" b="b"/>
            <a:pathLst>
              <a:path w="4730" h="6541">
                <a:moveTo>
                  <a:pt x="15" y="6541"/>
                </a:moveTo>
                <a:lnTo>
                  <a:pt x="0" y="6235"/>
                </a:lnTo>
                <a:cubicBezTo>
                  <a:pt x="0" y="3327"/>
                  <a:pt x="1915" y="866"/>
                  <a:pt x="4553" y="46"/>
                </a:cubicBezTo>
                <a:lnTo>
                  <a:pt x="4730"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5" name="任意多边形: 形状 114"/>
          <p:cNvSpPr/>
          <p:nvPr>
            <p:custDataLst>
              <p:tags r:id="rId16"/>
            </p:custDataLst>
          </p:nvPr>
        </p:nvSpPr>
        <p:spPr>
          <a:xfrm rot="11094256">
            <a:off x="163195" y="-129540"/>
            <a:ext cx="2818765" cy="3931920"/>
          </a:xfrm>
          <a:custGeom>
            <a:avLst/>
            <a:gdLst>
              <a:gd name="connsiteX0" fmla="*/ 14 w 4439"/>
              <a:gd name="connsiteY0" fmla="*/ 6192 h 6192"/>
              <a:gd name="connsiteX1" fmla="*/ 0 w 4439"/>
              <a:gd name="connsiteY1" fmla="*/ 5913 h 6192"/>
              <a:gd name="connsiteX2" fmla="*/ 4329 w 4439"/>
              <a:gd name="connsiteY2" fmla="*/ 28 h 6192"/>
              <a:gd name="connsiteX3" fmla="*/ 4439 w 4439"/>
              <a:gd name="connsiteY3" fmla="*/ 0 h 6192"/>
            </a:gdLst>
            <a:ahLst/>
            <a:cxnLst>
              <a:cxn ang="0">
                <a:pos x="connsiteX0" y="connsiteY0"/>
              </a:cxn>
              <a:cxn ang="0">
                <a:pos x="connsiteX1" y="connsiteY1"/>
              </a:cxn>
              <a:cxn ang="0">
                <a:pos x="connsiteX2" y="connsiteY2"/>
              </a:cxn>
              <a:cxn ang="0">
                <a:pos x="connsiteX3" y="connsiteY3"/>
              </a:cxn>
            </a:cxnLst>
            <a:rect l="l" t="t" r="r" b="b"/>
            <a:pathLst>
              <a:path w="4439" h="6192">
                <a:moveTo>
                  <a:pt x="14" y="6192"/>
                </a:moveTo>
                <a:lnTo>
                  <a:pt x="0" y="5913"/>
                </a:lnTo>
                <a:cubicBezTo>
                  <a:pt x="0" y="3148"/>
                  <a:pt x="1821" y="809"/>
                  <a:pt x="4329" y="28"/>
                </a:cubicBezTo>
                <a:lnTo>
                  <a:pt x="443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2" name="任意多边形: 形状 111"/>
          <p:cNvSpPr/>
          <p:nvPr>
            <p:custDataLst>
              <p:tags r:id="rId17"/>
            </p:custDataLst>
          </p:nvPr>
        </p:nvSpPr>
        <p:spPr>
          <a:xfrm rot="11094256">
            <a:off x="154940" y="-121920"/>
            <a:ext cx="2648585" cy="3729355"/>
          </a:xfrm>
          <a:custGeom>
            <a:avLst/>
            <a:gdLst>
              <a:gd name="connsiteX0" fmla="*/ 13 w 4171"/>
              <a:gd name="connsiteY0" fmla="*/ 5873 h 5873"/>
              <a:gd name="connsiteX1" fmla="*/ 0 w 4171"/>
              <a:gd name="connsiteY1" fmla="*/ 5619 h 5873"/>
              <a:gd name="connsiteX2" fmla="*/ 4123 w 4171"/>
              <a:gd name="connsiteY2" fmla="*/ 12 h 5873"/>
              <a:gd name="connsiteX3" fmla="*/ 4171 w 4171"/>
              <a:gd name="connsiteY3" fmla="*/ 0 h 5873"/>
            </a:gdLst>
            <a:ahLst/>
            <a:cxnLst>
              <a:cxn ang="0">
                <a:pos x="connsiteX0" y="connsiteY0"/>
              </a:cxn>
              <a:cxn ang="0">
                <a:pos x="connsiteX1" y="connsiteY1"/>
              </a:cxn>
              <a:cxn ang="0">
                <a:pos x="connsiteX2" y="connsiteY2"/>
              </a:cxn>
              <a:cxn ang="0">
                <a:pos x="connsiteX3" y="connsiteY3"/>
              </a:cxn>
            </a:cxnLst>
            <a:rect l="l" t="t" r="r" b="b"/>
            <a:pathLst>
              <a:path w="4171" h="5873">
                <a:moveTo>
                  <a:pt x="13" y="5873"/>
                </a:moveTo>
                <a:lnTo>
                  <a:pt x="0" y="5619"/>
                </a:lnTo>
                <a:cubicBezTo>
                  <a:pt x="0" y="2984"/>
                  <a:pt x="1734" y="756"/>
                  <a:pt x="4123" y="12"/>
                </a:cubicBezTo>
                <a:lnTo>
                  <a:pt x="417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9" name="任意多边形: 形状 108"/>
          <p:cNvSpPr/>
          <p:nvPr>
            <p:custDataLst>
              <p:tags r:id="rId18"/>
            </p:custDataLst>
          </p:nvPr>
        </p:nvSpPr>
        <p:spPr>
          <a:xfrm rot="11094256">
            <a:off x="144780" y="-113030"/>
            <a:ext cx="2456180" cy="3496945"/>
          </a:xfrm>
          <a:custGeom>
            <a:avLst/>
            <a:gdLst>
              <a:gd name="connsiteX0" fmla="*/ 11 w 3868"/>
              <a:gd name="connsiteY0" fmla="*/ 5507 h 5507"/>
              <a:gd name="connsiteX1" fmla="*/ 0 w 3868"/>
              <a:gd name="connsiteY1" fmla="*/ 5281 h 5507"/>
              <a:gd name="connsiteX2" fmla="*/ 3837 w 3868"/>
              <a:gd name="connsiteY2" fmla="*/ 10 h 5507"/>
              <a:gd name="connsiteX3" fmla="*/ 3868 w 3868"/>
              <a:gd name="connsiteY3" fmla="*/ 0 h 5507"/>
            </a:gdLst>
            <a:ahLst/>
            <a:cxnLst>
              <a:cxn ang="0">
                <a:pos x="connsiteX0" y="connsiteY0"/>
              </a:cxn>
              <a:cxn ang="0">
                <a:pos x="connsiteX1" y="connsiteY1"/>
              </a:cxn>
              <a:cxn ang="0">
                <a:pos x="connsiteX2" y="connsiteY2"/>
              </a:cxn>
              <a:cxn ang="0">
                <a:pos x="connsiteX3" y="connsiteY3"/>
              </a:cxn>
            </a:cxnLst>
            <a:rect l="l" t="t" r="r" b="b"/>
            <a:pathLst>
              <a:path w="3868" h="5507">
                <a:moveTo>
                  <a:pt x="11" y="5507"/>
                </a:moveTo>
                <a:lnTo>
                  <a:pt x="0" y="5281"/>
                </a:lnTo>
                <a:cubicBezTo>
                  <a:pt x="0" y="2816"/>
                  <a:pt x="1611" y="727"/>
                  <a:pt x="3837" y="10"/>
                </a:cubicBezTo>
                <a:lnTo>
                  <a:pt x="386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6" name="任意多边形: 形状 105"/>
          <p:cNvSpPr/>
          <p:nvPr>
            <p:custDataLst>
              <p:tags r:id="rId19"/>
            </p:custDataLst>
          </p:nvPr>
        </p:nvSpPr>
        <p:spPr>
          <a:xfrm rot="11094256">
            <a:off x="136525" y="-105410"/>
            <a:ext cx="2282825" cy="3283585"/>
          </a:xfrm>
          <a:custGeom>
            <a:avLst/>
            <a:gdLst>
              <a:gd name="connsiteX0" fmla="*/ 10 w 3595"/>
              <a:gd name="connsiteY0" fmla="*/ 5171 h 5171"/>
              <a:gd name="connsiteX1" fmla="*/ 0 w 3595"/>
              <a:gd name="connsiteY1" fmla="*/ 4971 h 5171"/>
              <a:gd name="connsiteX2" fmla="*/ 3198 w 3595"/>
              <a:gd name="connsiteY2" fmla="*/ 146 h 5171"/>
              <a:gd name="connsiteX3" fmla="*/ 3595 w 3595"/>
              <a:gd name="connsiteY3" fmla="*/ 0 h 5171"/>
            </a:gdLst>
            <a:ahLst/>
            <a:cxnLst>
              <a:cxn ang="0">
                <a:pos x="connsiteX0" y="connsiteY0"/>
              </a:cxn>
              <a:cxn ang="0">
                <a:pos x="connsiteX1" y="connsiteY1"/>
              </a:cxn>
              <a:cxn ang="0">
                <a:pos x="connsiteX2" y="connsiteY2"/>
              </a:cxn>
              <a:cxn ang="0">
                <a:pos x="connsiteX3" y="connsiteY3"/>
              </a:cxn>
            </a:cxnLst>
            <a:rect l="l" t="t" r="r" b="b"/>
            <a:pathLst>
              <a:path w="3595" h="5171">
                <a:moveTo>
                  <a:pt x="10" y="5171"/>
                </a:moveTo>
                <a:lnTo>
                  <a:pt x="0" y="4971"/>
                </a:lnTo>
                <a:cubicBezTo>
                  <a:pt x="0" y="2801"/>
                  <a:pt x="1319" y="940"/>
                  <a:pt x="3198" y="146"/>
                </a:cubicBezTo>
                <a:lnTo>
                  <a:pt x="359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3" name="任意多边形: 形状 102"/>
          <p:cNvSpPr/>
          <p:nvPr>
            <p:custDataLst>
              <p:tags r:id="rId20"/>
            </p:custDataLst>
          </p:nvPr>
        </p:nvSpPr>
        <p:spPr>
          <a:xfrm rot="11094256">
            <a:off x="128270" y="-98425"/>
            <a:ext cx="2121535" cy="3086100"/>
          </a:xfrm>
          <a:custGeom>
            <a:avLst/>
            <a:gdLst>
              <a:gd name="connsiteX0" fmla="*/ 9 w 3341"/>
              <a:gd name="connsiteY0" fmla="*/ 4860 h 4860"/>
              <a:gd name="connsiteX1" fmla="*/ 0 w 3341"/>
              <a:gd name="connsiteY1" fmla="*/ 4683 h 4860"/>
              <a:gd name="connsiteX2" fmla="*/ 3028 w 3341"/>
              <a:gd name="connsiteY2" fmla="*/ 115 h 4860"/>
              <a:gd name="connsiteX3" fmla="*/ 3341 w 3341"/>
              <a:gd name="connsiteY3" fmla="*/ 0 h 4860"/>
            </a:gdLst>
            <a:ahLst/>
            <a:cxnLst>
              <a:cxn ang="0">
                <a:pos x="connsiteX0" y="connsiteY0"/>
              </a:cxn>
              <a:cxn ang="0">
                <a:pos x="connsiteX1" y="connsiteY1"/>
              </a:cxn>
              <a:cxn ang="0">
                <a:pos x="connsiteX2" y="connsiteY2"/>
              </a:cxn>
              <a:cxn ang="0">
                <a:pos x="connsiteX3" y="connsiteY3"/>
              </a:cxn>
            </a:cxnLst>
            <a:rect l="l" t="t" r="r" b="b"/>
            <a:pathLst>
              <a:path w="3341" h="4860">
                <a:moveTo>
                  <a:pt x="9" y="4860"/>
                </a:moveTo>
                <a:lnTo>
                  <a:pt x="0" y="4683"/>
                </a:lnTo>
                <a:cubicBezTo>
                  <a:pt x="0" y="2630"/>
                  <a:pt x="1248" y="867"/>
                  <a:pt x="3028" y="115"/>
                </a:cubicBezTo>
                <a:lnTo>
                  <a:pt x="334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0" name="任意多边形: 形状 99"/>
          <p:cNvSpPr/>
          <p:nvPr>
            <p:custDataLst>
              <p:tags r:id="rId21"/>
            </p:custDataLst>
          </p:nvPr>
        </p:nvSpPr>
        <p:spPr>
          <a:xfrm rot="11094256">
            <a:off x="119380" y="-90805"/>
            <a:ext cx="1951355" cy="2877820"/>
          </a:xfrm>
          <a:custGeom>
            <a:avLst/>
            <a:gdLst>
              <a:gd name="connsiteX0" fmla="*/ 6 w 3073"/>
              <a:gd name="connsiteY0" fmla="*/ 4532 h 4532"/>
              <a:gd name="connsiteX1" fmla="*/ 0 w 3073"/>
              <a:gd name="connsiteY1" fmla="*/ 4380 h 4532"/>
              <a:gd name="connsiteX2" fmla="*/ 2848 w 3073"/>
              <a:gd name="connsiteY2" fmla="*/ 82 h 4532"/>
              <a:gd name="connsiteX3" fmla="*/ 3073 w 3073"/>
              <a:gd name="connsiteY3" fmla="*/ 0 h 4532"/>
            </a:gdLst>
            <a:ahLst/>
            <a:cxnLst>
              <a:cxn ang="0">
                <a:pos x="connsiteX0" y="connsiteY0"/>
              </a:cxn>
              <a:cxn ang="0">
                <a:pos x="connsiteX1" y="connsiteY1"/>
              </a:cxn>
              <a:cxn ang="0">
                <a:pos x="connsiteX2" y="connsiteY2"/>
              </a:cxn>
              <a:cxn ang="0">
                <a:pos x="connsiteX3" y="connsiteY3"/>
              </a:cxn>
            </a:cxnLst>
            <a:rect l="l" t="t" r="r" b="b"/>
            <a:pathLst>
              <a:path w="3073" h="4532">
                <a:moveTo>
                  <a:pt x="6" y="4532"/>
                </a:moveTo>
                <a:lnTo>
                  <a:pt x="0" y="4380"/>
                </a:lnTo>
                <a:cubicBezTo>
                  <a:pt x="0" y="2448"/>
                  <a:pt x="1174" y="790"/>
                  <a:pt x="2848" y="82"/>
                </a:cubicBezTo>
                <a:lnTo>
                  <a:pt x="307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7" name="任意多边形: 形状 96"/>
          <p:cNvSpPr/>
          <p:nvPr>
            <p:custDataLst>
              <p:tags r:id="rId22"/>
            </p:custDataLst>
          </p:nvPr>
        </p:nvSpPr>
        <p:spPr>
          <a:xfrm rot="11094256">
            <a:off x="111760" y="-83820"/>
            <a:ext cx="1798955" cy="2689860"/>
          </a:xfrm>
          <a:custGeom>
            <a:avLst/>
            <a:gdLst>
              <a:gd name="connsiteX0" fmla="*/ 10 w 2833"/>
              <a:gd name="connsiteY0" fmla="*/ 4236 h 4236"/>
              <a:gd name="connsiteX1" fmla="*/ 0 w 2833"/>
              <a:gd name="connsiteY1" fmla="*/ 4107 h 4236"/>
              <a:gd name="connsiteX2" fmla="*/ 2687 w 2833"/>
              <a:gd name="connsiteY2" fmla="*/ 53 h 4236"/>
              <a:gd name="connsiteX3" fmla="*/ 2833 w 2833"/>
              <a:gd name="connsiteY3" fmla="*/ 0 h 4236"/>
            </a:gdLst>
            <a:ahLst/>
            <a:cxnLst>
              <a:cxn ang="0">
                <a:pos x="connsiteX0" y="connsiteY0"/>
              </a:cxn>
              <a:cxn ang="0">
                <a:pos x="connsiteX1" y="connsiteY1"/>
              </a:cxn>
              <a:cxn ang="0">
                <a:pos x="connsiteX2" y="connsiteY2"/>
              </a:cxn>
              <a:cxn ang="0">
                <a:pos x="connsiteX3" y="connsiteY3"/>
              </a:cxn>
            </a:cxnLst>
            <a:rect l="l" t="t" r="r" b="b"/>
            <a:pathLst>
              <a:path w="2833" h="4236">
                <a:moveTo>
                  <a:pt x="10" y="4236"/>
                </a:moveTo>
                <a:lnTo>
                  <a:pt x="0" y="4107"/>
                </a:lnTo>
                <a:cubicBezTo>
                  <a:pt x="0" y="2285"/>
                  <a:pt x="1108" y="721"/>
                  <a:pt x="2687" y="53"/>
                </a:cubicBezTo>
                <a:lnTo>
                  <a:pt x="283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4" name="任意多边形: 形状 93"/>
          <p:cNvSpPr/>
          <p:nvPr>
            <p:custDataLst>
              <p:tags r:id="rId23"/>
            </p:custDataLst>
          </p:nvPr>
        </p:nvSpPr>
        <p:spPr>
          <a:xfrm rot="11094256">
            <a:off x="104775" y="-77470"/>
            <a:ext cx="1656715" cy="2515870"/>
          </a:xfrm>
          <a:custGeom>
            <a:avLst/>
            <a:gdLst>
              <a:gd name="connsiteX0" fmla="*/ 8 w 2609"/>
              <a:gd name="connsiteY0" fmla="*/ 3962 h 3962"/>
              <a:gd name="connsiteX1" fmla="*/ 0 w 2609"/>
              <a:gd name="connsiteY1" fmla="*/ 3854 h 3962"/>
              <a:gd name="connsiteX2" fmla="*/ 2537 w 2609"/>
              <a:gd name="connsiteY2" fmla="*/ 26 h 3962"/>
              <a:gd name="connsiteX3" fmla="*/ 2609 w 2609"/>
              <a:gd name="connsiteY3" fmla="*/ 0 h 3962"/>
            </a:gdLst>
            <a:ahLst/>
            <a:cxnLst>
              <a:cxn ang="0">
                <a:pos x="connsiteX0" y="connsiteY0"/>
              </a:cxn>
              <a:cxn ang="0">
                <a:pos x="connsiteX1" y="connsiteY1"/>
              </a:cxn>
              <a:cxn ang="0">
                <a:pos x="connsiteX2" y="connsiteY2"/>
              </a:cxn>
              <a:cxn ang="0">
                <a:pos x="connsiteX3" y="connsiteY3"/>
              </a:cxn>
            </a:cxnLst>
            <a:rect l="l" t="t" r="r" b="b"/>
            <a:pathLst>
              <a:path w="2609" h="3962">
                <a:moveTo>
                  <a:pt x="8" y="3962"/>
                </a:moveTo>
                <a:lnTo>
                  <a:pt x="0" y="3854"/>
                </a:lnTo>
                <a:cubicBezTo>
                  <a:pt x="0" y="2133"/>
                  <a:pt x="1046" y="657"/>
                  <a:pt x="2537" y="26"/>
                </a:cubicBezTo>
                <a:lnTo>
                  <a:pt x="260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1" name="任意多边形: 形状 90"/>
          <p:cNvSpPr/>
          <p:nvPr>
            <p:custDataLst>
              <p:tags r:id="rId24"/>
            </p:custDataLst>
          </p:nvPr>
        </p:nvSpPr>
        <p:spPr>
          <a:xfrm rot="11094256">
            <a:off x="97155" y="-71120"/>
            <a:ext cx="1511935" cy="2338705"/>
          </a:xfrm>
          <a:custGeom>
            <a:avLst/>
            <a:gdLst>
              <a:gd name="connsiteX0" fmla="*/ 7 w 2381"/>
              <a:gd name="connsiteY0" fmla="*/ 3683 h 3683"/>
              <a:gd name="connsiteX1" fmla="*/ 0 w 2381"/>
              <a:gd name="connsiteY1" fmla="*/ 3596 h 3683"/>
              <a:gd name="connsiteX2" fmla="*/ 2319 w 2381"/>
              <a:gd name="connsiteY2" fmla="*/ 27 h 3683"/>
              <a:gd name="connsiteX3" fmla="*/ 2381 w 2381"/>
              <a:gd name="connsiteY3" fmla="*/ 0 h 3683"/>
            </a:gdLst>
            <a:ahLst/>
            <a:cxnLst>
              <a:cxn ang="0">
                <a:pos x="connsiteX0" y="connsiteY0"/>
              </a:cxn>
              <a:cxn ang="0">
                <a:pos x="connsiteX1" y="connsiteY1"/>
              </a:cxn>
              <a:cxn ang="0">
                <a:pos x="connsiteX2" y="connsiteY2"/>
              </a:cxn>
              <a:cxn ang="0">
                <a:pos x="connsiteX3" y="connsiteY3"/>
              </a:cxn>
            </a:cxnLst>
            <a:rect l="l" t="t" r="r" b="b"/>
            <a:pathLst>
              <a:path w="2381" h="3683">
                <a:moveTo>
                  <a:pt x="7" y="3683"/>
                </a:moveTo>
                <a:lnTo>
                  <a:pt x="0" y="3596"/>
                </a:lnTo>
                <a:cubicBezTo>
                  <a:pt x="0" y="2004"/>
                  <a:pt x="953" y="635"/>
                  <a:pt x="2319" y="27"/>
                </a:cubicBezTo>
                <a:lnTo>
                  <a:pt x="238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8" name="任意多边形: 形状 87"/>
          <p:cNvSpPr/>
          <p:nvPr>
            <p:custDataLst>
              <p:tags r:id="rId25"/>
            </p:custDataLst>
          </p:nvPr>
        </p:nvSpPr>
        <p:spPr>
          <a:xfrm rot="11094256">
            <a:off x="88900" y="-64135"/>
            <a:ext cx="1356360" cy="2141220"/>
          </a:xfrm>
          <a:custGeom>
            <a:avLst/>
            <a:gdLst>
              <a:gd name="connsiteX0" fmla="*/ 5 w 2136"/>
              <a:gd name="connsiteY0" fmla="*/ 3372 h 3372"/>
              <a:gd name="connsiteX1" fmla="*/ 0 w 2136"/>
              <a:gd name="connsiteY1" fmla="*/ 3308 h 3372"/>
              <a:gd name="connsiteX2" fmla="*/ 1902 w 2136"/>
              <a:gd name="connsiteY2" fmla="*/ 113 h 3372"/>
              <a:gd name="connsiteX3" fmla="*/ 2136 w 2136"/>
              <a:gd name="connsiteY3" fmla="*/ 0 h 3372"/>
            </a:gdLst>
            <a:ahLst/>
            <a:cxnLst>
              <a:cxn ang="0">
                <a:pos x="connsiteX0" y="connsiteY0"/>
              </a:cxn>
              <a:cxn ang="0">
                <a:pos x="connsiteX1" y="connsiteY1"/>
              </a:cxn>
              <a:cxn ang="0">
                <a:pos x="connsiteX2" y="connsiteY2"/>
              </a:cxn>
              <a:cxn ang="0">
                <a:pos x="connsiteX3" y="connsiteY3"/>
              </a:cxn>
            </a:cxnLst>
            <a:rect l="l" t="t" r="r" b="b"/>
            <a:pathLst>
              <a:path w="2136" h="3372">
                <a:moveTo>
                  <a:pt x="5" y="3372"/>
                </a:moveTo>
                <a:lnTo>
                  <a:pt x="0" y="3308"/>
                </a:lnTo>
                <a:cubicBezTo>
                  <a:pt x="0" y="1928"/>
                  <a:pt x="769" y="728"/>
                  <a:pt x="1902" y="113"/>
                </a:cubicBezTo>
                <a:lnTo>
                  <a:pt x="2136"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2" name="任意多边形: 形状 81"/>
          <p:cNvSpPr/>
          <p:nvPr>
            <p:custDataLst>
              <p:tags r:id="rId26"/>
            </p:custDataLst>
          </p:nvPr>
        </p:nvSpPr>
        <p:spPr>
          <a:xfrm rot="11094256">
            <a:off x="73660" y="-50800"/>
            <a:ext cx="1065530" cy="1773555"/>
          </a:xfrm>
          <a:custGeom>
            <a:avLst/>
            <a:gdLst>
              <a:gd name="connsiteX0" fmla="*/ 2 w 1678"/>
              <a:gd name="connsiteY0" fmla="*/ 2793 h 2793"/>
              <a:gd name="connsiteX1" fmla="*/ 0 w 1678"/>
              <a:gd name="connsiteY1" fmla="*/ 2772 h 2793"/>
              <a:gd name="connsiteX2" fmla="*/ 1638 w 1678"/>
              <a:gd name="connsiteY2" fmla="*/ 19 h 2793"/>
              <a:gd name="connsiteX3" fmla="*/ 1678 w 1678"/>
              <a:gd name="connsiteY3" fmla="*/ 0 h 2793"/>
            </a:gdLst>
            <a:ahLst/>
            <a:cxnLst>
              <a:cxn ang="0">
                <a:pos x="connsiteX0" y="connsiteY0"/>
              </a:cxn>
              <a:cxn ang="0">
                <a:pos x="connsiteX1" y="connsiteY1"/>
              </a:cxn>
              <a:cxn ang="0">
                <a:pos x="connsiteX2" y="connsiteY2"/>
              </a:cxn>
              <a:cxn ang="0">
                <a:pos x="connsiteX3" y="connsiteY3"/>
              </a:cxn>
            </a:cxnLst>
            <a:rect l="l" t="t" r="r" b="b"/>
            <a:pathLst>
              <a:path w="1678" h="2793">
                <a:moveTo>
                  <a:pt x="2" y="2793"/>
                </a:moveTo>
                <a:lnTo>
                  <a:pt x="0" y="2772"/>
                </a:lnTo>
                <a:cubicBezTo>
                  <a:pt x="0" y="1584"/>
                  <a:pt x="662" y="549"/>
                  <a:pt x="1638" y="19"/>
                </a:cubicBezTo>
                <a:lnTo>
                  <a:pt x="167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9" name="任意多边形: 形状 78"/>
          <p:cNvSpPr/>
          <p:nvPr>
            <p:custDataLst>
              <p:tags r:id="rId27"/>
            </p:custDataLst>
          </p:nvPr>
        </p:nvSpPr>
        <p:spPr>
          <a:xfrm rot="11094256">
            <a:off x="66040" y="-45085"/>
            <a:ext cx="926465" cy="1592580"/>
          </a:xfrm>
          <a:custGeom>
            <a:avLst/>
            <a:gdLst>
              <a:gd name="connsiteX0" fmla="*/ 0 w 1459"/>
              <a:gd name="connsiteY0" fmla="*/ 2508 h 2508"/>
              <a:gd name="connsiteX1" fmla="*/ 0 w 1459"/>
              <a:gd name="connsiteY1" fmla="*/ 2461 h 2508"/>
              <a:gd name="connsiteX2" fmla="*/ 1273 w 1459"/>
              <a:gd name="connsiteY2" fmla="*/ 113 h 2508"/>
              <a:gd name="connsiteX3" fmla="*/ 1459 w 1459"/>
              <a:gd name="connsiteY3" fmla="*/ 0 h 2508"/>
            </a:gdLst>
            <a:ahLst/>
            <a:cxnLst>
              <a:cxn ang="0">
                <a:pos x="connsiteX0" y="connsiteY0"/>
              </a:cxn>
              <a:cxn ang="0">
                <a:pos x="connsiteX1" y="connsiteY1"/>
              </a:cxn>
              <a:cxn ang="0">
                <a:pos x="connsiteX2" y="connsiteY2"/>
              </a:cxn>
              <a:cxn ang="0">
                <a:pos x="connsiteX3" y="connsiteY3"/>
              </a:cxn>
            </a:cxnLst>
            <a:rect l="l" t="t" r="r" b="b"/>
            <a:pathLst>
              <a:path w="1459" h="2508">
                <a:moveTo>
                  <a:pt x="0" y="2508"/>
                </a:moveTo>
                <a:lnTo>
                  <a:pt x="0" y="2461"/>
                </a:lnTo>
                <a:cubicBezTo>
                  <a:pt x="16" y="1484"/>
                  <a:pt x="517" y="624"/>
                  <a:pt x="1273" y="113"/>
                </a:cubicBezTo>
                <a:lnTo>
                  <a:pt x="145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p:custDataLst>
              <p:tags r:id="rId28"/>
            </p:custDataLst>
          </p:nvPr>
        </p:nvSpPr>
        <p:spPr>
          <a:xfrm rot="11094256">
            <a:off x="23495" y="-10795"/>
            <a:ext cx="250825" cy="630555"/>
          </a:xfrm>
          <a:custGeom>
            <a:avLst/>
            <a:gdLst>
              <a:gd name="connsiteX0" fmla="*/ 0 w 395"/>
              <a:gd name="connsiteY0" fmla="*/ 993 h 993"/>
              <a:gd name="connsiteX1" fmla="*/ 27 w 395"/>
              <a:gd name="connsiteY1" fmla="*/ 756 h 993"/>
              <a:gd name="connsiteX2" fmla="*/ 395 w 395"/>
              <a:gd name="connsiteY2" fmla="*/ 0 h 993"/>
            </a:gdLst>
            <a:ahLst/>
            <a:cxnLst>
              <a:cxn ang="0">
                <a:pos x="connsiteX0" y="connsiteY0"/>
              </a:cxn>
              <a:cxn ang="0">
                <a:pos x="connsiteX1" y="connsiteY1"/>
              </a:cxn>
              <a:cxn ang="0">
                <a:pos x="connsiteX2" y="connsiteY2"/>
              </a:cxn>
            </a:cxnLst>
            <a:rect l="l" t="t" r="r" b="b"/>
            <a:pathLst>
              <a:path w="395" h="993">
                <a:moveTo>
                  <a:pt x="0" y="993"/>
                </a:moveTo>
                <a:cubicBezTo>
                  <a:pt x="-1" y="892"/>
                  <a:pt x="18" y="835"/>
                  <a:pt x="27" y="756"/>
                </a:cubicBezTo>
                <a:cubicBezTo>
                  <a:pt x="86" y="465"/>
                  <a:pt x="207" y="217"/>
                  <a:pt x="395"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29"/>
            </p:custDataLst>
          </p:nvPr>
        </p:nvSpPr>
        <p:spPr>
          <a:xfrm rot="11094256">
            <a:off x="13335" y="-6985"/>
            <a:ext cx="114300" cy="344170"/>
          </a:xfrm>
          <a:custGeom>
            <a:avLst/>
            <a:gdLst>
              <a:gd name="connsiteX0" fmla="*/ 0 w 180"/>
              <a:gd name="connsiteY0" fmla="*/ 542 h 542"/>
              <a:gd name="connsiteX1" fmla="*/ 17 w 180"/>
              <a:gd name="connsiteY1" fmla="*/ 374 h 542"/>
              <a:gd name="connsiteX2" fmla="*/ 89 w 180"/>
              <a:gd name="connsiteY2" fmla="*/ 134 h 542"/>
              <a:gd name="connsiteX3" fmla="*/ 180 w 180"/>
              <a:gd name="connsiteY3" fmla="*/ 0 h 542"/>
            </a:gdLst>
            <a:ahLst/>
            <a:cxnLst>
              <a:cxn ang="0">
                <a:pos x="connsiteX0" y="connsiteY0"/>
              </a:cxn>
              <a:cxn ang="0">
                <a:pos x="connsiteX1" y="connsiteY1"/>
              </a:cxn>
              <a:cxn ang="0">
                <a:pos x="connsiteX2" y="connsiteY2"/>
              </a:cxn>
              <a:cxn ang="0">
                <a:pos x="connsiteX3" y="connsiteY3"/>
              </a:cxn>
            </a:cxnLst>
            <a:rect l="l" t="t" r="r" b="b"/>
            <a:pathLst>
              <a:path w="180" h="542">
                <a:moveTo>
                  <a:pt x="0" y="542"/>
                </a:moveTo>
                <a:lnTo>
                  <a:pt x="17" y="374"/>
                </a:lnTo>
                <a:cubicBezTo>
                  <a:pt x="34" y="291"/>
                  <a:pt x="58" y="211"/>
                  <a:pt x="89" y="134"/>
                </a:cubicBezTo>
                <a:cubicBezTo>
                  <a:pt x="119" y="89"/>
                  <a:pt x="138" y="38"/>
                  <a:pt x="180"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p:nvPr>
            <p:custDataLst>
              <p:tags r:id="rId30"/>
            </p:custDataLst>
          </p:nvPr>
        </p:nvSpPr>
        <p:spPr>
          <a:xfrm rot="11094256">
            <a:off x="43180" y="-26670"/>
            <a:ext cx="512445" cy="1035050"/>
          </a:xfrm>
          <a:custGeom>
            <a:avLst/>
            <a:gdLst>
              <a:gd name="connsiteX0" fmla="*/ 0 w 807"/>
              <a:gd name="connsiteY0" fmla="*/ 1630 h 1630"/>
              <a:gd name="connsiteX1" fmla="*/ 38 w 807"/>
              <a:gd name="connsiteY1" fmla="*/ 1255 h 1630"/>
              <a:gd name="connsiteX2" fmla="*/ 784 w 807"/>
              <a:gd name="connsiteY2" fmla="*/ 15 h 1630"/>
              <a:gd name="connsiteX3" fmla="*/ 807 w 807"/>
              <a:gd name="connsiteY3" fmla="*/ 0 h 1630"/>
            </a:gdLst>
            <a:ahLst/>
            <a:cxnLst>
              <a:cxn ang="0">
                <a:pos x="connsiteX0" y="connsiteY0"/>
              </a:cxn>
              <a:cxn ang="0">
                <a:pos x="connsiteX1" y="connsiteY1"/>
              </a:cxn>
              <a:cxn ang="0">
                <a:pos x="connsiteX2" y="connsiteY2"/>
              </a:cxn>
              <a:cxn ang="0">
                <a:pos x="connsiteX3" y="connsiteY3"/>
              </a:cxn>
            </a:cxnLst>
            <a:rect l="l" t="t" r="r" b="b"/>
            <a:pathLst>
              <a:path w="807" h="1630">
                <a:moveTo>
                  <a:pt x="0" y="1630"/>
                </a:moveTo>
                <a:lnTo>
                  <a:pt x="38" y="1255"/>
                </a:lnTo>
                <a:cubicBezTo>
                  <a:pt x="139" y="760"/>
                  <a:pt x="409" y="325"/>
                  <a:pt x="784" y="15"/>
                </a:cubicBezTo>
                <a:lnTo>
                  <a:pt x="80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p:custDataLst>
              <p:tags r:id="rId31"/>
            </p:custDataLst>
          </p:nvPr>
        </p:nvSpPr>
        <p:spPr>
          <a:xfrm rot="11094256">
            <a:off x="34663" y="-17374"/>
            <a:ext cx="373380" cy="829945"/>
          </a:xfrm>
          <a:custGeom>
            <a:avLst/>
            <a:gdLst>
              <a:gd name="connsiteX0" fmla="*/ 0 w 588"/>
              <a:gd name="connsiteY0" fmla="*/ 1307 h 1307"/>
              <a:gd name="connsiteX1" fmla="*/ 31 w 588"/>
              <a:gd name="connsiteY1" fmla="*/ 999 h 1307"/>
              <a:gd name="connsiteX2" fmla="*/ 246 w 588"/>
              <a:gd name="connsiteY2" fmla="*/ 372 h 1307"/>
              <a:gd name="connsiteX3" fmla="*/ 588 w 588"/>
              <a:gd name="connsiteY3" fmla="*/ 0 h 1307"/>
            </a:gdLst>
            <a:ahLst/>
            <a:cxnLst>
              <a:cxn ang="0">
                <a:pos x="connsiteX0" y="connsiteY0"/>
              </a:cxn>
              <a:cxn ang="0">
                <a:pos x="connsiteX1" y="connsiteY1"/>
              </a:cxn>
              <a:cxn ang="0">
                <a:pos x="connsiteX2" y="connsiteY2"/>
              </a:cxn>
              <a:cxn ang="0">
                <a:pos x="connsiteX3" y="connsiteY3"/>
              </a:cxn>
            </a:cxnLst>
            <a:rect l="l" t="t" r="r" b="b"/>
            <a:pathLst>
              <a:path w="588" h="1307">
                <a:moveTo>
                  <a:pt x="0" y="1307"/>
                </a:moveTo>
                <a:lnTo>
                  <a:pt x="31" y="999"/>
                </a:lnTo>
                <a:cubicBezTo>
                  <a:pt x="94" y="673"/>
                  <a:pt x="246" y="372"/>
                  <a:pt x="459" y="126"/>
                </a:cubicBezTo>
                <a:lnTo>
                  <a:pt x="58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6" name="任意多边形: 形状 75"/>
          <p:cNvSpPr/>
          <p:nvPr>
            <p:custDataLst>
              <p:tags r:id="rId32"/>
            </p:custDataLst>
          </p:nvPr>
        </p:nvSpPr>
        <p:spPr>
          <a:xfrm rot="11094256">
            <a:off x="58420" y="-38735"/>
            <a:ext cx="785495" cy="1405890"/>
          </a:xfrm>
          <a:custGeom>
            <a:avLst/>
            <a:gdLst>
              <a:gd name="connsiteX0" fmla="*/ 0 w 1237"/>
              <a:gd name="connsiteY0" fmla="*/ 2214 h 2214"/>
              <a:gd name="connsiteX1" fmla="*/ 0 w 1237"/>
              <a:gd name="connsiteY1" fmla="*/ 2192 h 2214"/>
              <a:gd name="connsiteX2" fmla="*/ 1165 w 1237"/>
              <a:gd name="connsiteY2" fmla="*/ 44 h 2214"/>
              <a:gd name="connsiteX3" fmla="*/ 1237 w 1237"/>
              <a:gd name="connsiteY3" fmla="*/ 0 h 2214"/>
            </a:gdLst>
            <a:ahLst/>
            <a:cxnLst>
              <a:cxn ang="0">
                <a:pos x="connsiteX0" y="connsiteY0"/>
              </a:cxn>
              <a:cxn ang="0">
                <a:pos x="connsiteX1" y="connsiteY1"/>
              </a:cxn>
              <a:cxn ang="0">
                <a:pos x="connsiteX2" y="connsiteY2"/>
              </a:cxn>
              <a:cxn ang="0">
                <a:pos x="connsiteX3" y="connsiteY3"/>
              </a:cxn>
            </a:cxnLst>
            <a:rect l="l" t="t" r="r" b="b"/>
            <a:pathLst>
              <a:path w="1237" h="2214">
                <a:moveTo>
                  <a:pt x="0" y="2214"/>
                </a:moveTo>
                <a:lnTo>
                  <a:pt x="0" y="2192"/>
                </a:lnTo>
                <a:cubicBezTo>
                  <a:pt x="14" y="1298"/>
                  <a:pt x="473" y="511"/>
                  <a:pt x="1165" y="44"/>
                </a:cubicBezTo>
                <a:lnTo>
                  <a:pt x="123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8" name="任意多边形: 形状 57"/>
          <p:cNvSpPr/>
          <p:nvPr>
            <p:custDataLst>
              <p:tags r:id="rId33"/>
            </p:custDataLst>
          </p:nvPr>
        </p:nvSpPr>
        <p:spPr>
          <a:xfrm rot="11094256">
            <a:off x="50800" y="-32385"/>
            <a:ext cx="648335" cy="1219200"/>
          </a:xfrm>
          <a:custGeom>
            <a:avLst/>
            <a:gdLst>
              <a:gd name="connsiteX0" fmla="*/ 0 w 1021"/>
              <a:gd name="connsiteY0" fmla="*/ 1920 h 1920"/>
              <a:gd name="connsiteX1" fmla="*/ 45 w 1021"/>
              <a:gd name="connsiteY1" fmla="*/ 1476 h 1920"/>
              <a:gd name="connsiteX2" fmla="*/ 872 w 1021"/>
              <a:gd name="connsiteY2" fmla="*/ 103 h 1920"/>
              <a:gd name="connsiteX3" fmla="*/ 1021 w 1021"/>
              <a:gd name="connsiteY3" fmla="*/ 0 h 1920"/>
            </a:gdLst>
            <a:ahLst/>
            <a:cxnLst>
              <a:cxn ang="0">
                <a:pos x="connsiteX0" y="connsiteY0"/>
              </a:cxn>
              <a:cxn ang="0">
                <a:pos x="connsiteX1" y="connsiteY1"/>
              </a:cxn>
              <a:cxn ang="0">
                <a:pos x="connsiteX2" y="connsiteY2"/>
              </a:cxn>
              <a:cxn ang="0">
                <a:pos x="connsiteX3" y="connsiteY3"/>
              </a:cxn>
            </a:cxnLst>
            <a:rect l="l" t="t" r="r" b="b"/>
            <a:pathLst>
              <a:path w="1021" h="1920">
                <a:moveTo>
                  <a:pt x="0" y="1920"/>
                </a:moveTo>
                <a:lnTo>
                  <a:pt x="45" y="1476"/>
                </a:lnTo>
                <a:cubicBezTo>
                  <a:pt x="157" y="928"/>
                  <a:pt x="456" y="447"/>
                  <a:pt x="872" y="103"/>
                </a:cubicBezTo>
                <a:lnTo>
                  <a:pt x="10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 name="标题 1"/>
          <p:cNvSpPr>
            <a:spLocks noGrp="1"/>
          </p:cNvSpPr>
          <p:nvPr>
            <p:ph type="title" hasCustomPrompt="1"/>
            <p:custDataLst>
              <p:tags r:id="rId34"/>
            </p:custDataLst>
          </p:nvPr>
        </p:nvSpPr>
        <p:spPr>
          <a:xfrm>
            <a:off x="2178053" y="1445232"/>
            <a:ext cx="1146320" cy="1815098"/>
          </a:xfrm>
        </p:spPr>
        <p:txBody>
          <a:bodyPr vert="eaVert" wrap="square" anchor="b">
            <a:normAutofit/>
          </a:bodyPr>
          <a:lstStyle>
            <a:lvl1pPr>
              <a:defRPr sz="6600">
                <a:solidFill>
                  <a:schemeClr val="tx1"/>
                </a:solidFill>
              </a:defRPr>
            </a:lvl1pPr>
          </a:lstStyle>
          <a:p>
            <a:r>
              <a:rPr lang="zh-CN" altLang="en-US" dirty="0"/>
              <a:t>标题</a:t>
            </a:r>
            <a:endParaRPr lang="zh-CN" altLang="en-US" dirty="0"/>
          </a:p>
        </p:txBody>
      </p:sp>
      <p:sp>
        <p:nvSpPr>
          <p:cNvPr id="7" name="日期占位符 3"/>
          <p:cNvSpPr>
            <a:spLocks noGrp="1"/>
          </p:cNvSpPr>
          <p:nvPr>
            <p:ph type="dt" sz="half" idx="10"/>
            <p:custDataLst>
              <p:tags r:id="rId35"/>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36"/>
            </p:custDataLst>
          </p:nvPr>
        </p:nvSpPr>
        <p:spPr/>
        <p:txBody>
          <a:bodyPr/>
          <a:lstStyle/>
          <a:p>
            <a:endParaRPr lang="zh-CN" altLang="en-US"/>
          </a:p>
        </p:txBody>
      </p:sp>
      <p:sp>
        <p:nvSpPr>
          <p:cNvPr id="9" name="灯片编号占位符 5"/>
          <p:cNvSpPr>
            <a:spLocks noGrp="1"/>
          </p:cNvSpPr>
          <p:nvPr>
            <p:ph type="sldNum" sz="quarter" idx="12"/>
            <p:custDataLst>
              <p:tags r:id="rId3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91895" y="3217545"/>
            <a:ext cx="4293870" cy="2220595"/>
          </a:xfrm>
        </p:spPr>
        <p:txBody>
          <a:bodyPr wrap="square" anchor="t" anchorCtr="0">
            <a:normAutofit/>
          </a:bodyPr>
          <a:lstStyle>
            <a:lvl1pPr algn="l">
              <a:defRPr sz="4800">
                <a:solidFill>
                  <a:schemeClr val="tx1">
                    <a:lumMod val="85000"/>
                    <a:lumOff val="15000"/>
                  </a:schemeClr>
                </a:solidFill>
              </a:defRPr>
            </a:lvl1pPr>
          </a:lstStyle>
          <a:p>
            <a:r>
              <a:rPr lang="zh-CN" altLang="en-US" dirty="0"/>
              <a:t>单击此处编辑母版标题</a:t>
            </a:r>
            <a:endParaRPr lang="zh-CN" altLang="en-US" dirty="0"/>
          </a:p>
        </p:txBody>
      </p:sp>
      <p:sp>
        <p:nvSpPr>
          <p:cNvPr id="8" name="节编号 3"/>
          <p:cNvSpPr>
            <a:spLocks noGrp="1"/>
          </p:cNvSpPr>
          <p:nvPr>
            <p:ph type="body" sz="quarter" idx="13" hasCustomPrompt="1"/>
            <p:custDataLst>
              <p:tags r:id="rId3"/>
            </p:custDataLst>
          </p:nvPr>
        </p:nvSpPr>
        <p:spPr>
          <a:xfrm>
            <a:off x="1190625" y="1855094"/>
            <a:ext cx="4264546" cy="1224000"/>
          </a:xfrm>
        </p:spPr>
        <p:txBody>
          <a:bodyPr wrap="none" anchor="ctr">
            <a:normAutofit/>
          </a:bodyPr>
          <a:lstStyle>
            <a:lvl1pPr marL="0" indent="0" algn="l">
              <a:buNone/>
              <a:defRPr sz="5400" b="1">
                <a:solidFill>
                  <a:schemeClr val="accent1"/>
                </a:solidFill>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12" name="任意多边形: 形状 11"/>
          <p:cNvSpPr>
            <a:spLocks noChangeAspect="1"/>
          </p:cNvSpPr>
          <p:nvPr>
            <p:custDataLst>
              <p:tags r:id="rId7"/>
            </p:custDataLst>
          </p:nvPr>
        </p:nvSpPr>
        <p:spPr>
          <a:xfrm rot="6722498">
            <a:off x="6744335" y="3182620"/>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 name="任意多边形: 形状 12"/>
          <p:cNvSpPr>
            <a:spLocks noChangeAspect="1"/>
          </p:cNvSpPr>
          <p:nvPr>
            <p:custDataLst>
              <p:tags r:id="rId8"/>
            </p:custDataLst>
          </p:nvPr>
        </p:nvSpPr>
        <p:spPr>
          <a:xfrm rot="6722498">
            <a:off x="7098665" y="422656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4" name="任意多边形: 形状 13"/>
          <p:cNvSpPr>
            <a:spLocks noChangeAspect="1"/>
          </p:cNvSpPr>
          <p:nvPr>
            <p:custDataLst>
              <p:tags r:id="rId9"/>
            </p:custDataLst>
          </p:nvPr>
        </p:nvSpPr>
        <p:spPr>
          <a:xfrm rot="6722498">
            <a:off x="10613390" y="1965960"/>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5" name="任意多边形: 形状 14"/>
          <p:cNvSpPr>
            <a:spLocks noChangeAspect="1"/>
          </p:cNvSpPr>
          <p:nvPr>
            <p:custDataLst>
              <p:tags r:id="rId10"/>
            </p:custDataLst>
          </p:nvPr>
        </p:nvSpPr>
        <p:spPr>
          <a:xfrm rot="6722498">
            <a:off x="8493760" y="160909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6" name="任意多边形: 形状 15"/>
          <p:cNvSpPr>
            <a:spLocks noChangeAspect="1"/>
          </p:cNvSpPr>
          <p:nvPr>
            <p:custDataLst>
              <p:tags r:id="rId11"/>
            </p:custDataLst>
          </p:nvPr>
        </p:nvSpPr>
        <p:spPr>
          <a:xfrm rot="6722498">
            <a:off x="8245475" y="1659890"/>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p:custDataLst>
              <p:tags r:id="rId12"/>
            </p:custDataLst>
          </p:nvPr>
        </p:nvSpPr>
        <p:spPr>
          <a:xfrm rot="6722498">
            <a:off x="7654290" y="188023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8" name="任意多边形: 形状 17"/>
          <p:cNvSpPr>
            <a:spLocks noChangeAspect="1"/>
          </p:cNvSpPr>
          <p:nvPr>
            <p:custDataLst>
              <p:tags r:id="rId13"/>
            </p:custDataLst>
          </p:nvPr>
        </p:nvSpPr>
        <p:spPr>
          <a:xfrm rot="6722498">
            <a:off x="7506335" y="1964690"/>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p:nvPr>
            <p:custDataLst>
              <p:tags r:id="rId14"/>
            </p:custDataLst>
          </p:nvPr>
        </p:nvSpPr>
        <p:spPr>
          <a:xfrm rot="6722498">
            <a:off x="9504045" y="1605915"/>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0" name="任意多边形: 形状 19"/>
          <p:cNvSpPr/>
          <p:nvPr>
            <p:custDataLst>
              <p:tags r:id="rId15"/>
            </p:custDataLst>
          </p:nvPr>
        </p:nvSpPr>
        <p:spPr>
          <a:xfrm rot="6722498">
            <a:off x="10022840" y="171577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1" name="任意多边形: 形状 20"/>
          <p:cNvSpPr/>
          <p:nvPr>
            <p:custDataLst>
              <p:tags r:id="rId16"/>
            </p:custDataLst>
          </p:nvPr>
        </p:nvSpPr>
        <p:spPr>
          <a:xfrm rot="6722498">
            <a:off x="9123680" y="1576705"/>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2" name="任意多边形: 形状 21"/>
          <p:cNvSpPr/>
          <p:nvPr>
            <p:custDataLst>
              <p:tags r:id="rId17"/>
            </p:custDataLst>
          </p:nvPr>
        </p:nvSpPr>
        <p:spPr>
          <a:xfrm rot="6722498">
            <a:off x="8778875" y="158051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3" name="任意多边形: 形状 22"/>
          <p:cNvSpPr/>
          <p:nvPr>
            <p:custDataLst>
              <p:tags r:id="rId18"/>
            </p:custDataLst>
          </p:nvPr>
        </p:nvSpPr>
        <p:spPr>
          <a:xfrm rot="6722498">
            <a:off x="8034020" y="17202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4" name="任意多边形: 形状 23"/>
          <p:cNvSpPr/>
          <p:nvPr>
            <p:custDataLst>
              <p:tags r:id="rId19"/>
            </p:custDataLst>
          </p:nvPr>
        </p:nvSpPr>
        <p:spPr>
          <a:xfrm rot="6722498">
            <a:off x="7843520" y="1791970"/>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5" name="任意多边形: 形状 24"/>
          <p:cNvSpPr/>
          <p:nvPr>
            <p:custDataLst>
              <p:tags r:id="rId20"/>
            </p:custDataLst>
          </p:nvPr>
        </p:nvSpPr>
        <p:spPr>
          <a:xfrm rot="6722498">
            <a:off x="7368540" y="2054860"/>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6" name="任意多边形: 形状 25"/>
          <p:cNvSpPr/>
          <p:nvPr>
            <p:custDataLst>
              <p:tags r:id="rId21"/>
            </p:custDataLst>
          </p:nvPr>
        </p:nvSpPr>
        <p:spPr>
          <a:xfrm rot="6722498">
            <a:off x="7244080" y="214757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p:custDataLst>
              <p:tags r:id="rId22"/>
            </p:custDataLst>
          </p:nvPr>
        </p:nvSpPr>
        <p:spPr>
          <a:xfrm rot="6722498">
            <a:off x="7138035" y="2240915"/>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p:custDataLst>
              <p:tags r:id="rId23"/>
            </p:custDataLst>
          </p:nvPr>
        </p:nvSpPr>
        <p:spPr>
          <a:xfrm rot="6722498">
            <a:off x="7052310" y="2334260"/>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p:custDataLst>
              <p:tags r:id="rId24"/>
            </p:custDataLst>
          </p:nvPr>
        </p:nvSpPr>
        <p:spPr>
          <a:xfrm rot="6722498">
            <a:off x="6969760" y="2439670"/>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p:custDataLst>
              <p:tags r:id="rId25"/>
            </p:custDataLst>
          </p:nvPr>
        </p:nvSpPr>
        <p:spPr>
          <a:xfrm rot="6722498">
            <a:off x="6906895" y="2534920"/>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p:custDataLst>
              <p:tags r:id="rId26"/>
            </p:custDataLst>
          </p:nvPr>
        </p:nvSpPr>
        <p:spPr>
          <a:xfrm rot="6722498">
            <a:off x="6858000" y="2629535"/>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p:custDataLst>
              <p:tags r:id="rId27"/>
            </p:custDataLst>
          </p:nvPr>
        </p:nvSpPr>
        <p:spPr>
          <a:xfrm rot="6722498">
            <a:off x="6817360" y="2727960"/>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p:custDataLst>
              <p:tags r:id="rId28"/>
            </p:custDataLst>
          </p:nvPr>
        </p:nvSpPr>
        <p:spPr>
          <a:xfrm rot="6722498">
            <a:off x="6788150" y="281876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p:custDataLst>
              <p:tags r:id="rId29"/>
            </p:custDataLst>
          </p:nvPr>
        </p:nvSpPr>
        <p:spPr>
          <a:xfrm rot="6722498">
            <a:off x="6768465" y="2905125"/>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p:custDataLst>
              <p:tags r:id="rId30"/>
            </p:custDataLst>
          </p:nvPr>
        </p:nvSpPr>
        <p:spPr>
          <a:xfrm rot="6722498">
            <a:off x="6753860" y="299339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p:custDataLst>
              <p:tags r:id="rId31"/>
            </p:custDataLst>
          </p:nvPr>
        </p:nvSpPr>
        <p:spPr>
          <a:xfrm rot="6722498">
            <a:off x="6746240" y="3090545"/>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p:custDataLst>
              <p:tags r:id="rId32"/>
            </p:custDataLst>
          </p:nvPr>
        </p:nvSpPr>
        <p:spPr>
          <a:xfrm rot="6722498">
            <a:off x="6750685" y="327469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p:custDataLst>
              <p:tags r:id="rId33"/>
            </p:custDataLst>
          </p:nvPr>
        </p:nvSpPr>
        <p:spPr>
          <a:xfrm rot="6722498">
            <a:off x="6760210" y="336550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p:custDataLst>
              <p:tags r:id="rId34"/>
            </p:custDataLst>
          </p:nvPr>
        </p:nvSpPr>
        <p:spPr>
          <a:xfrm rot="6722498">
            <a:off x="6983095" y="4025265"/>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p:custDataLst>
              <p:tags r:id="rId35"/>
            </p:custDataLst>
          </p:nvPr>
        </p:nvSpPr>
        <p:spPr>
          <a:xfrm rot="6722498">
            <a:off x="7042150" y="4137025"/>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p:custDataLst>
              <p:tags r:id="rId36"/>
            </p:custDataLst>
          </p:nvPr>
        </p:nvSpPr>
        <p:spPr>
          <a:xfrm rot="6722498">
            <a:off x="6888480" y="3819525"/>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p:custDataLst>
              <p:tags r:id="rId37"/>
            </p:custDataLst>
          </p:nvPr>
        </p:nvSpPr>
        <p:spPr>
          <a:xfrm rot="6722498">
            <a:off x="6930390" y="392049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p:custDataLst>
              <p:tags r:id="rId38"/>
            </p:custDataLst>
          </p:nvPr>
        </p:nvSpPr>
        <p:spPr>
          <a:xfrm rot="6722498">
            <a:off x="6823075" y="3637280"/>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p:custDataLst>
              <p:tags r:id="rId39"/>
            </p:custDataLst>
          </p:nvPr>
        </p:nvSpPr>
        <p:spPr>
          <a:xfrm rot="6722498">
            <a:off x="6853555" y="373189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p:custDataLst>
              <p:tags r:id="rId40"/>
            </p:custDataLst>
          </p:nvPr>
        </p:nvSpPr>
        <p:spPr>
          <a:xfrm rot="6722498">
            <a:off x="6777355" y="345757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41"/>
            </p:custDataLst>
          </p:nvPr>
        </p:nvSpPr>
        <p:spPr>
          <a:xfrm rot="6722498">
            <a:off x="6796405" y="3547745"/>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 name="任意多边形: 形状 10"/>
          <p:cNvSpPr>
            <a:spLocks noChangeAspect="1"/>
          </p:cNvSpPr>
          <p:nvPr>
            <p:custDataLst>
              <p:tags r:id="rId42"/>
            </p:custDataLst>
          </p:nvPr>
        </p:nvSpPr>
        <p:spPr>
          <a:xfrm rot="6722498">
            <a:off x="7136765" y="4328795"/>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椭圆 46"/>
          <p:cNvSpPr>
            <a:spLocks noChangeAspect="1"/>
          </p:cNvSpPr>
          <p:nvPr>
            <p:custDataLst>
              <p:tags r:id="rId43"/>
            </p:custDataLst>
          </p:nvPr>
        </p:nvSpPr>
        <p:spPr>
          <a:xfrm>
            <a:off x="6840335" y="1164515"/>
            <a:ext cx="1628128" cy="1628128"/>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6" name="任意多边形: 形状 15"/>
          <p:cNvSpPr>
            <a:spLocks noChangeAspect="1"/>
          </p:cNvSpPr>
          <p:nvPr>
            <p:custDataLst>
              <p:tags r:id="rId2"/>
            </p:custDataLst>
          </p:nvPr>
        </p:nvSpPr>
        <p:spPr>
          <a:xfrm rot="11361091">
            <a:off x="915670" y="1011555"/>
            <a:ext cx="1957070" cy="2042795"/>
          </a:xfrm>
          <a:custGeom>
            <a:avLst/>
            <a:gdLst>
              <a:gd name="connsiteX0" fmla="*/ 1571400 w 2077087"/>
              <a:gd name="connsiteY0" fmla="*/ 0 h 2169653"/>
              <a:gd name="connsiteX1" fmla="*/ 2038686 w 2077087"/>
              <a:gd name="connsiteY1" fmla="*/ 70647 h 2169653"/>
              <a:gd name="connsiteX2" fmla="*/ 2077087 w 2077087"/>
              <a:gd name="connsiteY2" fmla="*/ 84702 h 2169653"/>
              <a:gd name="connsiteX3" fmla="*/ 2073494 w 2077087"/>
              <a:gd name="connsiteY3" fmla="*/ 155857 h 2169653"/>
              <a:gd name="connsiteX4" fmla="*/ 2067084 w 2077087"/>
              <a:gd name="connsiteY4" fmla="*/ 197855 h 2169653"/>
              <a:gd name="connsiteX5" fmla="*/ 2006035 w 2077087"/>
              <a:gd name="connsiteY5" fmla="*/ 175511 h 2169653"/>
              <a:gd name="connsiteX6" fmla="*/ 1571400 w 2077087"/>
              <a:gd name="connsiteY6" fmla="*/ 109800 h 2169653"/>
              <a:gd name="connsiteX7" fmla="*/ 109800 w 2077087"/>
              <a:gd name="connsiteY7" fmla="*/ 1571400 h 2169653"/>
              <a:gd name="connsiteX8" fmla="*/ 224660 w 2077087"/>
              <a:gd name="connsiteY8" fmla="*/ 2140321 h 2169653"/>
              <a:gd name="connsiteX9" fmla="*/ 230557 w 2077087"/>
              <a:gd name="connsiteY9" fmla="*/ 2152563 h 2169653"/>
              <a:gd name="connsiteX10" fmla="*/ 118581 w 2077087"/>
              <a:gd name="connsiteY10" fmla="*/ 2169653 h 2169653"/>
              <a:gd name="connsiteX11" fmla="*/ 70647 w 2077087"/>
              <a:gd name="connsiteY11" fmla="*/ 2038686 h 2169653"/>
              <a:gd name="connsiteX12" fmla="*/ 0 w 2077087"/>
              <a:gd name="connsiteY12" fmla="*/ 1571400 h 2169653"/>
              <a:gd name="connsiteX13" fmla="*/ 1571400 w 2077087"/>
              <a:gd name="connsiteY13" fmla="*/ 0 h 2169653"/>
              <a:gd name="connsiteX0-1" fmla="*/ 2073494 w 2164934"/>
              <a:gd name="connsiteY0-2" fmla="*/ 155857 h 2169653"/>
              <a:gd name="connsiteX1-3" fmla="*/ 2067084 w 2164934"/>
              <a:gd name="connsiteY1-4" fmla="*/ 197855 h 2169653"/>
              <a:gd name="connsiteX2-5" fmla="*/ 2006035 w 2164934"/>
              <a:gd name="connsiteY2-6" fmla="*/ 175511 h 2169653"/>
              <a:gd name="connsiteX3-7" fmla="*/ 1571400 w 2164934"/>
              <a:gd name="connsiteY3-8" fmla="*/ 109800 h 2169653"/>
              <a:gd name="connsiteX4-9" fmla="*/ 109800 w 2164934"/>
              <a:gd name="connsiteY4-10" fmla="*/ 1571400 h 2169653"/>
              <a:gd name="connsiteX5-11" fmla="*/ 224660 w 2164934"/>
              <a:gd name="connsiteY5-12" fmla="*/ 2140321 h 2169653"/>
              <a:gd name="connsiteX6-13" fmla="*/ 230557 w 2164934"/>
              <a:gd name="connsiteY6-14" fmla="*/ 2152563 h 2169653"/>
              <a:gd name="connsiteX7-15" fmla="*/ 118581 w 2164934"/>
              <a:gd name="connsiteY7-16" fmla="*/ 2169653 h 2169653"/>
              <a:gd name="connsiteX8-17" fmla="*/ 70647 w 2164934"/>
              <a:gd name="connsiteY8-18" fmla="*/ 2038686 h 2169653"/>
              <a:gd name="connsiteX9-19" fmla="*/ 0 w 2164934"/>
              <a:gd name="connsiteY9-20" fmla="*/ 1571400 h 2169653"/>
              <a:gd name="connsiteX10-21" fmla="*/ 1571400 w 2164934"/>
              <a:gd name="connsiteY10-22" fmla="*/ 0 h 2169653"/>
              <a:gd name="connsiteX11-23" fmla="*/ 2038686 w 2164934"/>
              <a:gd name="connsiteY11-24" fmla="*/ 70647 h 2169653"/>
              <a:gd name="connsiteX12-25" fmla="*/ 2077087 w 2164934"/>
              <a:gd name="connsiteY12-26" fmla="*/ 84702 h 2169653"/>
              <a:gd name="connsiteX13-27" fmla="*/ 2164934 w 2164934"/>
              <a:gd name="connsiteY13-28" fmla="*/ 247297 h 2169653"/>
              <a:gd name="connsiteX0-29" fmla="*/ 2073494 w 2077087"/>
              <a:gd name="connsiteY0-30" fmla="*/ 155857 h 2169653"/>
              <a:gd name="connsiteX1-31" fmla="*/ 2067084 w 2077087"/>
              <a:gd name="connsiteY1-32" fmla="*/ 197855 h 2169653"/>
              <a:gd name="connsiteX2-33" fmla="*/ 2006035 w 2077087"/>
              <a:gd name="connsiteY2-34" fmla="*/ 175511 h 2169653"/>
              <a:gd name="connsiteX3-35" fmla="*/ 1571400 w 2077087"/>
              <a:gd name="connsiteY3-36" fmla="*/ 109800 h 2169653"/>
              <a:gd name="connsiteX4-37" fmla="*/ 109800 w 2077087"/>
              <a:gd name="connsiteY4-38" fmla="*/ 1571400 h 2169653"/>
              <a:gd name="connsiteX5-39" fmla="*/ 224660 w 2077087"/>
              <a:gd name="connsiteY5-40" fmla="*/ 2140321 h 2169653"/>
              <a:gd name="connsiteX6-41" fmla="*/ 230557 w 2077087"/>
              <a:gd name="connsiteY6-42" fmla="*/ 2152563 h 2169653"/>
              <a:gd name="connsiteX7-43" fmla="*/ 118581 w 2077087"/>
              <a:gd name="connsiteY7-44" fmla="*/ 2169653 h 2169653"/>
              <a:gd name="connsiteX8-45" fmla="*/ 70647 w 2077087"/>
              <a:gd name="connsiteY8-46" fmla="*/ 2038686 h 2169653"/>
              <a:gd name="connsiteX9-47" fmla="*/ 0 w 2077087"/>
              <a:gd name="connsiteY9-48" fmla="*/ 1571400 h 2169653"/>
              <a:gd name="connsiteX10-49" fmla="*/ 1571400 w 2077087"/>
              <a:gd name="connsiteY10-50" fmla="*/ 0 h 2169653"/>
              <a:gd name="connsiteX11-51" fmla="*/ 2038686 w 2077087"/>
              <a:gd name="connsiteY11-52" fmla="*/ 70647 h 2169653"/>
              <a:gd name="connsiteX12-53" fmla="*/ 2077087 w 2077087"/>
              <a:gd name="connsiteY12-54" fmla="*/ 84702 h 2169653"/>
              <a:gd name="connsiteX0-55" fmla="*/ 2073494 w 2073494"/>
              <a:gd name="connsiteY0-56" fmla="*/ 155857 h 2169653"/>
              <a:gd name="connsiteX1-57" fmla="*/ 2067084 w 2073494"/>
              <a:gd name="connsiteY1-58" fmla="*/ 197855 h 2169653"/>
              <a:gd name="connsiteX2-59" fmla="*/ 2006035 w 2073494"/>
              <a:gd name="connsiteY2-60" fmla="*/ 175511 h 2169653"/>
              <a:gd name="connsiteX3-61" fmla="*/ 1571400 w 2073494"/>
              <a:gd name="connsiteY3-62" fmla="*/ 109800 h 2169653"/>
              <a:gd name="connsiteX4-63" fmla="*/ 109800 w 2073494"/>
              <a:gd name="connsiteY4-64" fmla="*/ 1571400 h 2169653"/>
              <a:gd name="connsiteX5-65" fmla="*/ 224660 w 2073494"/>
              <a:gd name="connsiteY5-66" fmla="*/ 2140321 h 2169653"/>
              <a:gd name="connsiteX6-67" fmla="*/ 230557 w 2073494"/>
              <a:gd name="connsiteY6-68" fmla="*/ 2152563 h 2169653"/>
              <a:gd name="connsiteX7-69" fmla="*/ 118581 w 2073494"/>
              <a:gd name="connsiteY7-70" fmla="*/ 2169653 h 2169653"/>
              <a:gd name="connsiteX8-71" fmla="*/ 70647 w 2073494"/>
              <a:gd name="connsiteY8-72" fmla="*/ 2038686 h 2169653"/>
              <a:gd name="connsiteX9-73" fmla="*/ 0 w 2073494"/>
              <a:gd name="connsiteY9-74" fmla="*/ 1571400 h 2169653"/>
              <a:gd name="connsiteX10-75" fmla="*/ 1571400 w 2073494"/>
              <a:gd name="connsiteY10-76" fmla="*/ 0 h 2169653"/>
              <a:gd name="connsiteX11-77" fmla="*/ 2038686 w 2073494"/>
              <a:gd name="connsiteY11-78" fmla="*/ 70647 h 2169653"/>
              <a:gd name="connsiteX0-79" fmla="*/ 2073494 w 2073494"/>
              <a:gd name="connsiteY0-80" fmla="*/ 155857 h 2169653"/>
              <a:gd name="connsiteX1-81" fmla="*/ 2067084 w 2073494"/>
              <a:gd name="connsiteY1-82" fmla="*/ 197855 h 2169653"/>
              <a:gd name="connsiteX2-83" fmla="*/ 2006035 w 2073494"/>
              <a:gd name="connsiteY2-84" fmla="*/ 175511 h 2169653"/>
              <a:gd name="connsiteX3-85" fmla="*/ 1571400 w 2073494"/>
              <a:gd name="connsiteY3-86" fmla="*/ 109800 h 2169653"/>
              <a:gd name="connsiteX4-87" fmla="*/ 109800 w 2073494"/>
              <a:gd name="connsiteY4-88" fmla="*/ 1571400 h 2169653"/>
              <a:gd name="connsiteX5-89" fmla="*/ 224660 w 2073494"/>
              <a:gd name="connsiteY5-90" fmla="*/ 2140321 h 2169653"/>
              <a:gd name="connsiteX6-91" fmla="*/ 230557 w 2073494"/>
              <a:gd name="connsiteY6-92" fmla="*/ 2152563 h 2169653"/>
              <a:gd name="connsiteX7-93" fmla="*/ 118581 w 2073494"/>
              <a:gd name="connsiteY7-94" fmla="*/ 2169653 h 2169653"/>
              <a:gd name="connsiteX8-95" fmla="*/ 70647 w 2073494"/>
              <a:gd name="connsiteY8-96" fmla="*/ 2038686 h 2169653"/>
              <a:gd name="connsiteX9-97" fmla="*/ 0 w 2073494"/>
              <a:gd name="connsiteY9-98" fmla="*/ 1571400 h 2169653"/>
              <a:gd name="connsiteX10-99" fmla="*/ 1571400 w 2073494"/>
              <a:gd name="connsiteY10-100" fmla="*/ 0 h 2169653"/>
              <a:gd name="connsiteX0-101" fmla="*/ 2073494 w 2073494"/>
              <a:gd name="connsiteY0-102" fmla="*/ 46057 h 2059853"/>
              <a:gd name="connsiteX1-103" fmla="*/ 2067084 w 2073494"/>
              <a:gd name="connsiteY1-104" fmla="*/ 88055 h 2059853"/>
              <a:gd name="connsiteX2-105" fmla="*/ 2006035 w 2073494"/>
              <a:gd name="connsiteY2-106" fmla="*/ 65711 h 2059853"/>
              <a:gd name="connsiteX3-107" fmla="*/ 1571400 w 2073494"/>
              <a:gd name="connsiteY3-108" fmla="*/ 0 h 2059853"/>
              <a:gd name="connsiteX4-109" fmla="*/ 109800 w 2073494"/>
              <a:gd name="connsiteY4-110" fmla="*/ 1461600 h 2059853"/>
              <a:gd name="connsiteX5-111" fmla="*/ 224660 w 2073494"/>
              <a:gd name="connsiteY5-112" fmla="*/ 2030521 h 2059853"/>
              <a:gd name="connsiteX6-113" fmla="*/ 230557 w 2073494"/>
              <a:gd name="connsiteY6-114" fmla="*/ 2042763 h 2059853"/>
              <a:gd name="connsiteX7-115" fmla="*/ 118581 w 2073494"/>
              <a:gd name="connsiteY7-116" fmla="*/ 2059853 h 2059853"/>
              <a:gd name="connsiteX8-117" fmla="*/ 70647 w 2073494"/>
              <a:gd name="connsiteY8-118" fmla="*/ 1928886 h 2059853"/>
              <a:gd name="connsiteX9-119" fmla="*/ 0 w 2073494"/>
              <a:gd name="connsiteY9-120" fmla="*/ 1461600 h 2059853"/>
              <a:gd name="connsiteX0-121" fmla="*/ 2002847 w 2002847"/>
              <a:gd name="connsiteY0-122" fmla="*/ 46057 h 2059853"/>
              <a:gd name="connsiteX1-123" fmla="*/ 1996437 w 2002847"/>
              <a:gd name="connsiteY1-124" fmla="*/ 88055 h 2059853"/>
              <a:gd name="connsiteX2-125" fmla="*/ 1935388 w 2002847"/>
              <a:gd name="connsiteY2-126" fmla="*/ 65711 h 2059853"/>
              <a:gd name="connsiteX3-127" fmla="*/ 1500753 w 2002847"/>
              <a:gd name="connsiteY3-128" fmla="*/ 0 h 2059853"/>
              <a:gd name="connsiteX4-129" fmla="*/ 39153 w 2002847"/>
              <a:gd name="connsiteY4-130" fmla="*/ 1461600 h 2059853"/>
              <a:gd name="connsiteX5-131" fmla="*/ 154013 w 2002847"/>
              <a:gd name="connsiteY5-132" fmla="*/ 2030521 h 2059853"/>
              <a:gd name="connsiteX6-133" fmla="*/ 159910 w 2002847"/>
              <a:gd name="connsiteY6-134" fmla="*/ 2042763 h 2059853"/>
              <a:gd name="connsiteX7-135" fmla="*/ 47934 w 2002847"/>
              <a:gd name="connsiteY7-136" fmla="*/ 2059853 h 2059853"/>
              <a:gd name="connsiteX8-137" fmla="*/ 0 w 2002847"/>
              <a:gd name="connsiteY8-138" fmla="*/ 1928886 h 2059853"/>
              <a:gd name="connsiteX0-139" fmla="*/ 1963694 w 1963694"/>
              <a:gd name="connsiteY0-140" fmla="*/ 46057 h 2059853"/>
              <a:gd name="connsiteX1-141" fmla="*/ 1957284 w 1963694"/>
              <a:gd name="connsiteY1-142" fmla="*/ 88055 h 2059853"/>
              <a:gd name="connsiteX2-143" fmla="*/ 1896235 w 1963694"/>
              <a:gd name="connsiteY2-144" fmla="*/ 65711 h 2059853"/>
              <a:gd name="connsiteX3-145" fmla="*/ 1461600 w 1963694"/>
              <a:gd name="connsiteY3-146" fmla="*/ 0 h 2059853"/>
              <a:gd name="connsiteX4-147" fmla="*/ 0 w 1963694"/>
              <a:gd name="connsiteY4-148" fmla="*/ 1461600 h 2059853"/>
              <a:gd name="connsiteX5-149" fmla="*/ 114860 w 1963694"/>
              <a:gd name="connsiteY5-150" fmla="*/ 2030521 h 2059853"/>
              <a:gd name="connsiteX6-151" fmla="*/ 120757 w 1963694"/>
              <a:gd name="connsiteY6-152" fmla="*/ 2042763 h 2059853"/>
              <a:gd name="connsiteX7-153" fmla="*/ 8781 w 1963694"/>
              <a:gd name="connsiteY7-154" fmla="*/ 2059853 h 2059853"/>
              <a:gd name="connsiteX0-155" fmla="*/ 1963694 w 1963694"/>
              <a:gd name="connsiteY0-156" fmla="*/ 46057 h 2042763"/>
              <a:gd name="connsiteX1-157" fmla="*/ 1957284 w 1963694"/>
              <a:gd name="connsiteY1-158" fmla="*/ 88055 h 2042763"/>
              <a:gd name="connsiteX2-159" fmla="*/ 1896235 w 1963694"/>
              <a:gd name="connsiteY2-160" fmla="*/ 65711 h 2042763"/>
              <a:gd name="connsiteX3-161" fmla="*/ 1461600 w 1963694"/>
              <a:gd name="connsiteY3-162" fmla="*/ 0 h 2042763"/>
              <a:gd name="connsiteX4-163" fmla="*/ 0 w 1963694"/>
              <a:gd name="connsiteY4-164" fmla="*/ 1461600 h 2042763"/>
              <a:gd name="connsiteX5-165" fmla="*/ 114860 w 1963694"/>
              <a:gd name="connsiteY5-166" fmla="*/ 2030521 h 2042763"/>
              <a:gd name="connsiteX6-167" fmla="*/ 120757 w 1963694"/>
              <a:gd name="connsiteY6-168" fmla="*/ 2042763 h 2042763"/>
              <a:gd name="connsiteX0-169" fmla="*/ 1957284 w 1957284"/>
              <a:gd name="connsiteY0-170" fmla="*/ 88055 h 2042763"/>
              <a:gd name="connsiteX1-171" fmla="*/ 1896235 w 1957284"/>
              <a:gd name="connsiteY1-172" fmla="*/ 65711 h 2042763"/>
              <a:gd name="connsiteX2-173" fmla="*/ 1461600 w 1957284"/>
              <a:gd name="connsiteY2-174" fmla="*/ 0 h 2042763"/>
              <a:gd name="connsiteX3-175" fmla="*/ 0 w 1957284"/>
              <a:gd name="connsiteY3-176" fmla="*/ 1461600 h 2042763"/>
              <a:gd name="connsiteX4-177" fmla="*/ 114860 w 1957284"/>
              <a:gd name="connsiteY4-178" fmla="*/ 2030521 h 2042763"/>
              <a:gd name="connsiteX5-179" fmla="*/ 120757 w 1957284"/>
              <a:gd name="connsiteY5-180" fmla="*/ 2042763 h 20427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7" name="任意多边形: 形状 16"/>
          <p:cNvSpPr>
            <a:spLocks noChangeAspect="1"/>
          </p:cNvSpPr>
          <p:nvPr>
            <p:custDataLst>
              <p:tags r:id="rId3"/>
            </p:custDataLst>
          </p:nvPr>
        </p:nvSpPr>
        <p:spPr>
          <a:xfrm rot="11361091">
            <a:off x="1407160" y="1456690"/>
            <a:ext cx="363220" cy="381635"/>
          </a:xfrm>
          <a:custGeom>
            <a:avLst/>
            <a:gdLst>
              <a:gd name="connsiteX0" fmla="*/ 300600 w 363138"/>
              <a:gd name="connsiteY0" fmla="*/ 0 h 381923"/>
              <a:gd name="connsiteX1" fmla="*/ 361181 w 363138"/>
              <a:gd name="connsiteY1" fmla="*/ 6107 h 381923"/>
              <a:gd name="connsiteX2" fmla="*/ 363138 w 363138"/>
              <a:gd name="connsiteY2" fmla="*/ 6715 h 381923"/>
              <a:gd name="connsiteX3" fmla="*/ 296502 w 363138"/>
              <a:gd name="connsiteY3" fmla="*/ 95826 h 381923"/>
              <a:gd name="connsiteX4" fmla="*/ 150121 w 363138"/>
              <a:gd name="connsiteY4" fmla="*/ 256885 h 381923"/>
              <a:gd name="connsiteX5" fmla="*/ 12546 w 363138"/>
              <a:gd name="connsiteY5" fmla="*/ 381923 h 381923"/>
              <a:gd name="connsiteX6" fmla="*/ 6107 w 363138"/>
              <a:gd name="connsiteY6" fmla="*/ 361181 h 381923"/>
              <a:gd name="connsiteX7" fmla="*/ 0 w 363138"/>
              <a:gd name="connsiteY7" fmla="*/ 300600 h 381923"/>
              <a:gd name="connsiteX8" fmla="*/ 300600 w 363138"/>
              <a:gd name="connsiteY8" fmla="*/ 0 h 381923"/>
              <a:gd name="connsiteX0-1" fmla="*/ 150121 w 363138"/>
              <a:gd name="connsiteY0-2" fmla="*/ 256885 h 381923"/>
              <a:gd name="connsiteX1-3" fmla="*/ 12546 w 363138"/>
              <a:gd name="connsiteY1-4" fmla="*/ 381923 h 381923"/>
              <a:gd name="connsiteX2-5" fmla="*/ 6107 w 363138"/>
              <a:gd name="connsiteY2-6" fmla="*/ 361181 h 381923"/>
              <a:gd name="connsiteX3-7" fmla="*/ 0 w 363138"/>
              <a:gd name="connsiteY3-8" fmla="*/ 300600 h 381923"/>
              <a:gd name="connsiteX4-9" fmla="*/ 300600 w 363138"/>
              <a:gd name="connsiteY4-10" fmla="*/ 0 h 381923"/>
              <a:gd name="connsiteX5-11" fmla="*/ 361181 w 363138"/>
              <a:gd name="connsiteY5-12" fmla="*/ 6107 h 381923"/>
              <a:gd name="connsiteX6-13" fmla="*/ 363138 w 363138"/>
              <a:gd name="connsiteY6-14" fmla="*/ 6715 h 381923"/>
              <a:gd name="connsiteX7-15" fmla="*/ 296502 w 363138"/>
              <a:gd name="connsiteY7-16" fmla="*/ 95826 h 381923"/>
              <a:gd name="connsiteX8-17" fmla="*/ 241561 w 363138"/>
              <a:gd name="connsiteY8-18" fmla="*/ 348325 h 381923"/>
              <a:gd name="connsiteX0-19" fmla="*/ 150121 w 363138"/>
              <a:gd name="connsiteY0-20" fmla="*/ 256885 h 381923"/>
              <a:gd name="connsiteX1-21" fmla="*/ 12546 w 363138"/>
              <a:gd name="connsiteY1-22" fmla="*/ 381923 h 381923"/>
              <a:gd name="connsiteX2-23" fmla="*/ 6107 w 363138"/>
              <a:gd name="connsiteY2-24" fmla="*/ 361181 h 381923"/>
              <a:gd name="connsiteX3-25" fmla="*/ 0 w 363138"/>
              <a:gd name="connsiteY3-26" fmla="*/ 300600 h 381923"/>
              <a:gd name="connsiteX4-27" fmla="*/ 300600 w 363138"/>
              <a:gd name="connsiteY4-28" fmla="*/ 0 h 381923"/>
              <a:gd name="connsiteX5-29" fmla="*/ 361181 w 363138"/>
              <a:gd name="connsiteY5-30" fmla="*/ 6107 h 381923"/>
              <a:gd name="connsiteX6-31" fmla="*/ 363138 w 363138"/>
              <a:gd name="connsiteY6-32" fmla="*/ 6715 h 381923"/>
              <a:gd name="connsiteX7-33" fmla="*/ 296502 w 363138"/>
              <a:gd name="connsiteY7-34" fmla="*/ 95826 h 381923"/>
              <a:gd name="connsiteX0-35" fmla="*/ 150121 w 363138"/>
              <a:gd name="connsiteY0-36" fmla="*/ 256885 h 381923"/>
              <a:gd name="connsiteX1-37" fmla="*/ 12546 w 363138"/>
              <a:gd name="connsiteY1-38" fmla="*/ 381923 h 381923"/>
              <a:gd name="connsiteX2-39" fmla="*/ 6107 w 363138"/>
              <a:gd name="connsiteY2-40" fmla="*/ 361181 h 381923"/>
              <a:gd name="connsiteX3-41" fmla="*/ 0 w 363138"/>
              <a:gd name="connsiteY3-42" fmla="*/ 300600 h 381923"/>
              <a:gd name="connsiteX4-43" fmla="*/ 300600 w 363138"/>
              <a:gd name="connsiteY4-44" fmla="*/ 0 h 381923"/>
              <a:gd name="connsiteX5-45" fmla="*/ 361181 w 363138"/>
              <a:gd name="connsiteY5-46" fmla="*/ 6107 h 381923"/>
              <a:gd name="connsiteX6-47" fmla="*/ 363138 w 363138"/>
              <a:gd name="connsiteY6-48" fmla="*/ 6715 h 381923"/>
              <a:gd name="connsiteX0-49" fmla="*/ 12546 w 363138"/>
              <a:gd name="connsiteY0-50" fmla="*/ 381923 h 381923"/>
              <a:gd name="connsiteX1-51" fmla="*/ 6107 w 363138"/>
              <a:gd name="connsiteY1-52" fmla="*/ 361181 h 381923"/>
              <a:gd name="connsiteX2-53" fmla="*/ 0 w 363138"/>
              <a:gd name="connsiteY2-54" fmla="*/ 300600 h 381923"/>
              <a:gd name="connsiteX3-55" fmla="*/ 300600 w 363138"/>
              <a:gd name="connsiteY3-56" fmla="*/ 0 h 381923"/>
              <a:gd name="connsiteX4-57" fmla="*/ 361181 w 363138"/>
              <a:gd name="connsiteY4-58" fmla="*/ 6107 h 381923"/>
              <a:gd name="connsiteX5-59" fmla="*/ 363138 w 363138"/>
              <a:gd name="connsiteY5-60" fmla="*/ 6715 h 38192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9" name="任意多边形: 形状 18"/>
          <p:cNvSpPr>
            <a:spLocks noChangeAspect="1"/>
          </p:cNvSpPr>
          <p:nvPr>
            <p:custDataLst>
              <p:tags r:id="rId4"/>
            </p:custDataLst>
          </p:nvPr>
        </p:nvSpPr>
        <p:spPr>
          <a:xfrm rot="11361091">
            <a:off x="3615055" y="4448810"/>
            <a:ext cx="1207770" cy="1283335"/>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1" name="任意多边形: 形状 20"/>
          <p:cNvSpPr>
            <a:spLocks noChangeAspect="1"/>
          </p:cNvSpPr>
          <p:nvPr>
            <p:custDataLst>
              <p:tags r:id="rId5"/>
            </p:custDataLst>
          </p:nvPr>
        </p:nvSpPr>
        <p:spPr>
          <a:xfrm rot="11361091">
            <a:off x="1914525" y="2426970"/>
            <a:ext cx="2945130" cy="313880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2" name="任意多边形: 形状 21"/>
          <p:cNvSpPr>
            <a:spLocks noChangeAspect="1"/>
          </p:cNvSpPr>
          <p:nvPr>
            <p:custDataLst>
              <p:tags r:id="rId6"/>
            </p:custDataLst>
          </p:nvPr>
        </p:nvSpPr>
        <p:spPr>
          <a:xfrm rot="11361091">
            <a:off x="1733550" y="2201545"/>
            <a:ext cx="3030220" cy="322834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3" name="任意多边形: 形状 22"/>
          <p:cNvSpPr>
            <a:spLocks noChangeAspect="1"/>
          </p:cNvSpPr>
          <p:nvPr>
            <p:custDataLst>
              <p:tags r:id="rId7"/>
            </p:custDataLst>
          </p:nvPr>
        </p:nvSpPr>
        <p:spPr>
          <a:xfrm rot="11361091">
            <a:off x="1326515" y="1679575"/>
            <a:ext cx="3099435" cy="3300095"/>
          </a:xfrm>
          <a:custGeom>
            <a:avLst/>
            <a:gdLst>
              <a:gd name="connsiteX0" fmla="*/ 3099797 w 3122322"/>
              <a:gd name="connsiteY0" fmla="*/ 0 h 3335488"/>
              <a:gd name="connsiteX1" fmla="*/ 3122322 w 3122322"/>
              <a:gd name="connsiteY1" fmla="*/ 24784 h 3335488"/>
              <a:gd name="connsiteX2" fmla="*/ 3078911 w 3122322"/>
              <a:gd name="connsiteY2" fmla="*/ 25917 h 3335488"/>
              <a:gd name="connsiteX3" fmla="*/ 2739181 w 3122322"/>
              <a:gd name="connsiteY3" fmla="*/ 64984 h 3335488"/>
              <a:gd name="connsiteX4" fmla="*/ 1756201 w 3122322"/>
              <a:gd name="connsiteY4" fmla="*/ 400264 h 3335488"/>
              <a:gd name="connsiteX5" fmla="*/ 1116121 w 3122322"/>
              <a:gd name="connsiteY5" fmla="*/ 826984 h 3335488"/>
              <a:gd name="connsiteX6" fmla="*/ 399841 w 3122322"/>
              <a:gd name="connsiteY6" fmla="*/ 1726144 h 3335488"/>
              <a:gd name="connsiteX7" fmla="*/ 95041 w 3122322"/>
              <a:gd name="connsiteY7" fmla="*/ 2625304 h 3335488"/>
              <a:gd name="connsiteX8" fmla="*/ 64561 w 3122322"/>
              <a:gd name="connsiteY8" fmla="*/ 3250144 h 3335488"/>
              <a:gd name="connsiteX9" fmla="*/ 46480 w 3122322"/>
              <a:gd name="connsiteY9" fmla="*/ 3335488 h 3335488"/>
              <a:gd name="connsiteX10" fmla="*/ 16144 w 3122322"/>
              <a:gd name="connsiteY10" fmla="*/ 3312803 h 3335488"/>
              <a:gd name="connsiteX11" fmla="*/ 2277 w 3122322"/>
              <a:gd name="connsiteY11" fmla="*/ 3300200 h 3335488"/>
              <a:gd name="connsiteX12" fmla="*/ 0 w 3122322"/>
              <a:gd name="connsiteY12" fmla="*/ 3210137 h 3335488"/>
              <a:gd name="connsiteX13" fmla="*/ 3047659 w 3122322"/>
              <a:gd name="connsiteY13" fmla="*/ 1318 h 3335488"/>
              <a:gd name="connsiteX14" fmla="*/ 3099797 w 3122322"/>
              <a:gd name="connsiteY14" fmla="*/ 0 h 3335488"/>
              <a:gd name="connsiteX0-1" fmla="*/ 46480 w 3122322"/>
              <a:gd name="connsiteY0-2" fmla="*/ 3335488 h 3426928"/>
              <a:gd name="connsiteX1-3" fmla="*/ 16144 w 3122322"/>
              <a:gd name="connsiteY1-4" fmla="*/ 3312803 h 3426928"/>
              <a:gd name="connsiteX2-5" fmla="*/ 2277 w 3122322"/>
              <a:gd name="connsiteY2-6" fmla="*/ 3300200 h 3426928"/>
              <a:gd name="connsiteX3-7" fmla="*/ 0 w 3122322"/>
              <a:gd name="connsiteY3-8" fmla="*/ 3210137 h 3426928"/>
              <a:gd name="connsiteX4-9" fmla="*/ 3047659 w 3122322"/>
              <a:gd name="connsiteY4-10" fmla="*/ 1318 h 3426928"/>
              <a:gd name="connsiteX5-11" fmla="*/ 3099797 w 3122322"/>
              <a:gd name="connsiteY5-12" fmla="*/ 0 h 3426928"/>
              <a:gd name="connsiteX6-13" fmla="*/ 3122322 w 3122322"/>
              <a:gd name="connsiteY6-14" fmla="*/ 24784 h 3426928"/>
              <a:gd name="connsiteX7-15" fmla="*/ 3078911 w 3122322"/>
              <a:gd name="connsiteY7-16" fmla="*/ 25917 h 3426928"/>
              <a:gd name="connsiteX8-17" fmla="*/ 2739181 w 3122322"/>
              <a:gd name="connsiteY8-18" fmla="*/ 64984 h 3426928"/>
              <a:gd name="connsiteX9-19" fmla="*/ 1756201 w 3122322"/>
              <a:gd name="connsiteY9-20" fmla="*/ 400264 h 3426928"/>
              <a:gd name="connsiteX10-21" fmla="*/ 1116121 w 3122322"/>
              <a:gd name="connsiteY10-22" fmla="*/ 826984 h 3426928"/>
              <a:gd name="connsiteX11-23" fmla="*/ 399841 w 3122322"/>
              <a:gd name="connsiteY11-24" fmla="*/ 1726144 h 3426928"/>
              <a:gd name="connsiteX12-25" fmla="*/ 95041 w 3122322"/>
              <a:gd name="connsiteY12-26" fmla="*/ 2625304 h 3426928"/>
              <a:gd name="connsiteX13-27" fmla="*/ 64561 w 3122322"/>
              <a:gd name="connsiteY13-28" fmla="*/ 3250144 h 3426928"/>
              <a:gd name="connsiteX14-29" fmla="*/ 137920 w 3122322"/>
              <a:gd name="connsiteY14-30" fmla="*/ 3426928 h 3426928"/>
              <a:gd name="connsiteX0-31" fmla="*/ 46480 w 3122322"/>
              <a:gd name="connsiteY0-32" fmla="*/ 3335488 h 3335488"/>
              <a:gd name="connsiteX1-33" fmla="*/ 16144 w 3122322"/>
              <a:gd name="connsiteY1-34" fmla="*/ 3312803 h 3335488"/>
              <a:gd name="connsiteX2-35" fmla="*/ 2277 w 3122322"/>
              <a:gd name="connsiteY2-36" fmla="*/ 3300200 h 3335488"/>
              <a:gd name="connsiteX3-37" fmla="*/ 0 w 3122322"/>
              <a:gd name="connsiteY3-38" fmla="*/ 3210137 h 3335488"/>
              <a:gd name="connsiteX4-39" fmla="*/ 3047659 w 3122322"/>
              <a:gd name="connsiteY4-40" fmla="*/ 1318 h 3335488"/>
              <a:gd name="connsiteX5-41" fmla="*/ 3099797 w 3122322"/>
              <a:gd name="connsiteY5-42" fmla="*/ 0 h 3335488"/>
              <a:gd name="connsiteX6-43" fmla="*/ 3122322 w 3122322"/>
              <a:gd name="connsiteY6-44" fmla="*/ 24784 h 3335488"/>
              <a:gd name="connsiteX7-45" fmla="*/ 3078911 w 3122322"/>
              <a:gd name="connsiteY7-46" fmla="*/ 25917 h 3335488"/>
              <a:gd name="connsiteX8-47" fmla="*/ 2739181 w 3122322"/>
              <a:gd name="connsiteY8-48" fmla="*/ 64984 h 3335488"/>
              <a:gd name="connsiteX9-49" fmla="*/ 1756201 w 3122322"/>
              <a:gd name="connsiteY9-50" fmla="*/ 400264 h 3335488"/>
              <a:gd name="connsiteX10-51" fmla="*/ 1116121 w 3122322"/>
              <a:gd name="connsiteY10-52" fmla="*/ 826984 h 3335488"/>
              <a:gd name="connsiteX11-53" fmla="*/ 399841 w 3122322"/>
              <a:gd name="connsiteY11-54" fmla="*/ 1726144 h 3335488"/>
              <a:gd name="connsiteX12-55" fmla="*/ 95041 w 3122322"/>
              <a:gd name="connsiteY12-56" fmla="*/ 2625304 h 3335488"/>
              <a:gd name="connsiteX13-57" fmla="*/ 64561 w 3122322"/>
              <a:gd name="connsiteY13-58" fmla="*/ 3250144 h 3335488"/>
              <a:gd name="connsiteX0-59" fmla="*/ 46480 w 3122322"/>
              <a:gd name="connsiteY0-60" fmla="*/ 3335488 h 3335488"/>
              <a:gd name="connsiteX1-61" fmla="*/ 16144 w 3122322"/>
              <a:gd name="connsiteY1-62" fmla="*/ 3312803 h 3335488"/>
              <a:gd name="connsiteX2-63" fmla="*/ 2277 w 3122322"/>
              <a:gd name="connsiteY2-64" fmla="*/ 3300200 h 3335488"/>
              <a:gd name="connsiteX3-65" fmla="*/ 0 w 3122322"/>
              <a:gd name="connsiteY3-66" fmla="*/ 3210137 h 3335488"/>
              <a:gd name="connsiteX4-67" fmla="*/ 3047659 w 3122322"/>
              <a:gd name="connsiteY4-68" fmla="*/ 1318 h 3335488"/>
              <a:gd name="connsiteX5-69" fmla="*/ 3099797 w 3122322"/>
              <a:gd name="connsiteY5-70" fmla="*/ 0 h 3335488"/>
              <a:gd name="connsiteX6-71" fmla="*/ 3122322 w 3122322"/>
              <a:gd name="connsiteY6-72" fmla="*/ 24784 h 3335488"/>
              <a:gd name="connsiteX7-73" fmla="*/ 3078911 w 3122322"/>
              <a:gd name="connsiteY7-74" fmla="*/ 25917 h 3335488"/>
              <a:gd name="connsiteX8-75" fmla="*/ 2739181 w 3122322"/>
              <a:gd name="connsiteY8-76" fmla="*/ 64984 h 3335488"/>
              <a:gd name="connsiteX9-77" fmla="*/ 1756201 w 3122322"/>
              <a:gd name="connsiteY9-78" fmla="*/ 400264 h 3335488"/>
              <a:gd name="connsiteX10-79" fmla="*/ 1116121 w 3122322"/>
              <a:gd name="connsiteY10-80" fmla="*/ 826984 h 3335488"/>
              <a:gd name="connsiteX11-81" fmla="*/ 399841 w 3122322"/>
              <a:gd name="connsiteY11-82" fmla="*/ 1726144 h 3335488"/>
              <a:gd name="connsiteX12-83" fmla="*/ 95041 w 3122322"/>
              <a:gd name="connsiteY12-84" fmla="*/ 2625304 h 3335488"/>
              <a:gd name="connsiteX0-85" fmla="*/ 46480 w 3122322"/>
              <a:gd name="connsiteY0-86" fmla="*/ 3335488 h 3335488"/>
              <a:gd name="connsiteX1-87" fmla="*/ 16144 w 3122322"/>
              <a:gd name="connsiteY1-88" fmla="*/ 3312803 h 3335488"/>
              <a:gd name="connsiteX2-89" fmla="*/ 2277 w 3122322"/>
              <a:gd name="connsiteY2-90" fmla="*/ 3300200 h 3335488"/>
              <a:gd name="connsiteX3-91" fmla="*/ 0 w 3122322"/>
              <a:gd name="connsiteY3-92" fmla="*/ 3210137 h 3335488"/>
              <a:gd name="connsiteX4-93" fmla="*/ 3047659 w 3122322"/>
              <a:gd name="connsiteY4-94" fmla="*/ 1318 h 3335488"/>
              <a:gd name="connsiteX5-95" fmla="*/ 3099797 w 3122322"/>
              <a:gd name="connsiteY5-96" fmla="*/ 0 h 3335488"/>
              <a:gd name="connsiteX6-97" fmla="*/ 3122322 w 3122322"/>
              <a:gd name="connsiteY6-98" fmla="*/ 24784 h 3335488"/>
              <a:gd name="connsiteX7-99" fmla="*/ 3078911 w 3122322"/>
              <a:gd name="connsiteY7-100" fmla="*/ 25917 h 3335488"/>
              <a:gd name="connsiteX8-101" fmla="*/ 2739181 w 3122322"/>
              <a:gd name="connsiteY8-102" fmla="*/ 64984 h 3335488"/>
              <a:gd name="connsiteX9-103" fmla="*/ 1756201 w 3122322"/>
              <a:gd name="connsiteY9-104" fmla="*/ 400264 h 3335488"/>
              <a:gd name="connsiteX10-105" fmla="*/ 1116121 w 3122322"/>
              <a:gd name="connsiteY10-106" fmla="*/ 826984 h 3335488"/>
              <a:gd name="connsiteX11-107" fmla="*/ 399841 w 3122322"/>
              <a:gd name="connsiteY11-108" fmla="*/ 1726144 h 3335488"/>
              <a:gd name="connsiteX0-109" fmla="*/ 46480 w 3122322"/>
              <a:gd name="connsiteY0-110" fmla="*/ 3335488 h 3335488"/>
              <a:gd name="connsiteX1-111" fmla="*/ 16144 w 3122322"/>
              <a:gd name="connsiteY1-112" fmla="*/ 3312803 h 3335488"/>
              <a:gd name="connsiteX2-113" fmla="*/ 2277 w 3122322"/>
              <a:gd name="connsiteY2-114" fmla="*/ 3300200 h 3335488"/>
              <a:gd name="connsiteX3-115" fmla="*/ 0 w 3122322"/>
              <a:gd name="connsiteY3-116" fmla="*/ 3210137 h 3335488"/>
              <a:gd name="connsiteX4-117" fmla="*/ 3047659 w 3122322"/>
              <a:gd name="connsiteY4-118" fmla="*/ 1318 h 3335488"/>
              <a:gd name="connsiteX5-119" fmla="*/ 3099797 w 3122322"/>
              <a:gd name="connsiteY5-120" fmla="*/ 0 h 3335488"/>
              <a:gd name="connsiteX6-121" fmla="*/ 3122322 w 3122322"/>
              <a:gd name="connsiteY6-122" fmla="*/ 24784 h 3335488"/>
              <a:gd name="connsiteX7-123" fmla="*/ 3078911 w 3122322"/>
              <a:gd name="connsiteY7-124" fmla="*/ 25917 h 3335488"/>
              <a:gd name="connsiteX8-125" fmla="*/ 2739181 w 3122322"/>
              <a:gd name="connsiteY8-126" fmla="*/ 64984 h 3335488"/>
              <a:gd name="connsiteX9-127" fmla="*/ 1756201 w 3122322"/>
              <a:gd name="connsiteY9-128" fmla="*/ 400264 h 3335488"/>
              <a:gd name="connsiteX10-129" fmla="*/ 1116121 w 3122322"/>
              <a:gd name="connsiteY10-130" fmla="*/ 826984 h 3335488"/>
              <a:gd name="connsiteX0-131" fmla="*/ 46480 w 3122322"/>
              <a:gd name="connsiteY0-132" fmla="*/ 3335488 h 3335488"/>
              <a:gd name="connsiteX1-133" fmla="*/ 16144 w 3122322"/>
              <a:gd name="connsiteY1-134" fmla="*/ 3312803 h 3335488"/>
              <a:gd name="connsiteX2-135" fmla="*/ 2277 w 3122322"/>
              <a:gd name="connsiteY2-136" fmla="*/ 3300200 h 3335488"/>
              <a:gd name="connsiteX3-137" fmla="*/ 0 w 3122322"/>
              <a:gd name="connsiteY3-138" fmla="*/ 3210137 h 3335488"/>
              <a:gd name="connsiteX4-139" fmla="*/ 3047659 w 3122322"/>
              <a:gd name="connsiteY4-140" fmla="*/ 1318 h 3335488"/>
              <a:gd name="connsiteX5-141" fmla="*/ 3099797 w 3122322"/>
              <a:gd name="connsiteY5-142" fmla="*/ 0 h 3335488"/>
              <a:gd name="connsiteX6-143" fmla="*/ 3122322 w 3122322"/>
              <a:gd name="connsiteY6-144" fmla="*/ 24784 h 3335488"/>
              <a:gd name="connsiteX7-145" fmla="*/ 3078911 w 3122322"/>
              <a:gd name="connsiteY7-146" fmla="*/ 25917 h 3335488"/>
              <a:gd name="connsiteX8-147" fmla="*/ 2739181 w 3122322"/>
              <a:gd name="connsiteY8-148" fmla="*/ 64984 h 3335488"/>
              <a:gd name="connsiteX9-149" fmla="*/ 1756201 w 3122322"/>
              <a:gd name="connsiteY9-150" fmla="*/ 400264 h 3335488"/>
              <a:gd name="connsiteX0-151" fmla="*/ 46480 w 3122322"/>
              <a:gd name="connsiteY0-152" fmla="*/ 3335488 h 3335488"/>
              <a:gd name="connsiteX1-153" fmla="*/ 16144 w 3122322"/>
              <a:gd name="connsiteY1-154" fmla="*/ 3312803 h 3335488"/>
              <a:gd name="connsiteX2-155" fmla="*/ 2277 w 3122322"/>
              <a:gd name="connsiteY2-156" fmla="*/ 3300200 h 3335488"/>
              <a:gd name="connsiteX3-157" fmla="*/ 0 w 3122322"/>
              <a:gd name="connsiteY3-158" fmla="*/ 3210137 h 3335488"/>
              <a:gd name="connsiteX4-159" fmla="*/ 3047659 w 3122322"/>
              <a:gd name="connsiteY4-160" fmla="*/ 1318 h 3335488"/>
              <a:gd name="connsiteX5-161" fmla="*/ 3099797 w 3122322"/>
              <a:gd name="connsiteY5-162" fmla="*/ 0 h 3335488"/>
              <a:gd name="connsiteX6-163" fmla="*/ 3122322 w 3122322"/>
              <a:gd name="connsiteY6-164" fmla="*/ 24784 h 3335488"/>
              <a:gd name="connsiteX7-165" fmla="*/ 3078911 w 3122322"/>
              <a:gd name="connsiteY7-166" fmla="*/ 25917 h 3335488"/>
              <a:gd name="connsiteX8-167" fmla="*/ 2739181 w 3122322"/>
              <a:gd name="connsiteY8-168" fmla="*/ 64984 h 3335488"/>
              <a:gd name="connsiteX0-169" fmla="*/ 46480 w 3122322"/>
              <a:gd name="connsiteY0-170" fmla="*/ 3335488 h 3335488"/>
              <a:gd name="connsiteX1-171" fmla="*/ 16144 w 3122322"/>
              <a:gd name="connsiteY1-172" fmla="*/ 3312803 h 3335488"/>
              <a:gd name="connsiteX2-173" fmla="*/ 2277 w 3122322"/>
              <a:gd name="connsiteY2-174" fmla="*/ 3300200 h 3335488"/>
              <a:gd name="connsiteX3-175" fmla="*/ 0 w 3122322"/>
              <a:gd name="connsiteY3-176" fmla="*/ 3210137 h 3335488"/>
              <a:gd name="connsiteX4-177" fmla="*/ 3047659 w 3122322"/>
              <a:gd name="connsiteY4-178" fmla="*/ 1318 h 3335488"/>
              <a:gd name="connsiteX5-179" fmla="*/ 3099797 w 3122322"/>
              <a:gd name="connsiteY5-180" fmla="*/ 0 h 3335488"/>
              <a:gd name="connsiteX6-181" fmla="*/ 3122322 w 3122322"/>
              <a:gd name="connsiteY6-182" fmla="*/ 24784 h 3335488"/>
              <a:gd name="connsiteX7-183" fmla="*/ 3078911 w 3122322"/>
              <a:gd name="connsiteY7-184" fmla="*/ 25917 h 3335488"/>
              <a:gd name="connsiteX0-185" fmla="*/ 46480 w 3122322"/>
              <a:gd name="connsiteY0-186" fmla="*/ 3335488 h 3335488"/>
              <a:gd name="connsiteX1-187" fmla="*/ 16144 w 3122322"/>
              <a:gd name="connsiteY1-188" fmla="*/ 3312803 h 3335488"/>
              <a:gd name="connsiteX2-189" fmla="*/ 2277 w 3122322"/>
              <a:gd name="connsiteY2-190" fmla="*/ 3300200 h 3335488"/>
              <a:gd name="connsiteX3-191" fmla="*/ 0 w 3122322"/>
              <a:gd name="connsiteY3-192" fmla="*/ 3210137 h 3335488"/>
              <a:gd name="connsiteX4-193" fmla="*/ 3047659 w 3122322"/>
              <a:gd name="connsiteY4-194" fmla="*/ 1318 h 3335488"/>
              <a:gd name="connsiteX5-195" fmla="*/ 3099797 w 3122322"/>
              <a:gd name="connsiteY5-196" fmla="*/ 0 h 3335488"/>
              <a:gd name="connsiteX6-197" fmla="*/ 3122322 w 3122322"/>
              <a:gd name="connsiteY6-198" fmla="*/ 24784 h 3335488"/>
              <a:gd name="connsiteX0-199" fmla="*/ 46480 w 3099797"/>
              <a:gd name="connsiteY0-200" fmla="*/ 3335488 h 3335488"/>
              <a:gd name="connsiteX1-201" fmla="*/ 16144 w 3099797"/>
              <a:gd name="connsiteY1-202" fmla="*/ 3312803 h 3335488"/>
              <a:gd name="connsiteX2-203" fmla="*/ 2277 w 3099797"/>
              <a:gd name="connsiteY2-204" fmla="*/ 3300200 h 3335488"/>
              <a:gd name="connsiteX3-205" fmla="*/ 0 w 3099797"/>
              <a:gd name="connsiteY3-206" fmla="*/ 3210137 h 3335488"/>
              <a:gd name="connsiteX4-207" fmla="*/ 3047659 w 3099797"/>
              <a:gd name="connsiteY4-208" fmla="*/ 1318 h 3335488"/>
              <a:gd name="connsiteX5-209" fmla="*/ 3099797 w 3099797"/>
              <a:gd name="connsiteY5-210" fmla="*/ 0 h 3335488"/>
              <a:gd name="connsiteX0-211" fmla="*/ 16144 w 3099797"/>
              <a:gd name="connsiteY0-212" fmla="*/ 3312803 h 3312803"/>
              <a:gd name="connsiteX1-213" fmla="*/ 2277 w 3099797"/>
              <a:gd name="connsiteY1-214" fmla="*/ 3300200 h 3312803"/>
              <a:gd name="connsiteX2-215" fmla="*/ 0 w 3099797"/>
              <a:gd name="connsiteY2-216" fmla="*/ 3210137 h 3312803"/>
              <a:gd name="connsiteX3-217" fmla="*/ 3047659 w 3099797"/>
              <a:gd name="connsiteY3-218" fmla="*/ 1318 h 3312803"/>
              <a:gd name="connsiteX4-219" fmla="*/ 3099797 w 3099797"/>
              <a:gd name="connsiteY4-220" fmla="*/ 0 h 3312803"/>
              <a:gd name="connsiteX0-221" fmla="*/ 2277 w 3099797"/>
              <a:gd name="connsiteY0-222" fmla="*/ 3300200 h 3300200"/>
              <a:gd name="connsiteX1-223" fmla="*/ 0 w 3099797"/>
              <a:gd name="connsiteY1-224" fmla="*/ 3210137 h 3300200"/>
              <a:gd name="connsiteX2-225" fmla="*/ 3047659 w 3099797"/>
              <a:gd name="connsiteY2-226" fmla="*/ 1318 h 3300200"/>
              <a:gd name="connsiteX3-227" fmla="*/ 3099797 w 3099797"/>
              <a:gd name="connsiteY3-228" fmla="*/ 0 h 3300200"/>
            </a:gdLst>
            <a:ahLst/>
            <a:cxnLst>
              <a:cxn ang="0">
                <a:pos x="connsiteX0-1" y="connsiteY0-2"/>
              </a:cxn>
              <a:cxn ang="0">
                <a:pos x="connsiteX1-3" y="connsiteY1-4"/>
              </a:cxn>
              <a:cxn ang="0">
                <a:pos x="connsiteX2-5" y="connsiteY2-6"/>
              </a:cxn>
              <a:cxn ang="0">
                <a:pos x="connsiteX3-7" y="connsiteY3-8"/>
              </a:cxn>
            </a:cxnLst>
            <a:rect l="l" t="t" r="r" b="b"/>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5" name="任意多边形: 形状 24"/>
          <p:cNvSpPr>
            <a:spLocks noChangeAspect="1"/>
          </p:cNvSpPr>
          <p:nvPr>
            <p:custDataLst>
              <p:tags r:id="rId8"/>
            </p:custDataLst>
          </p:nvPr>
        </p:nvSpPr>
        <p:spPr>
          <a:xfrm rot="11361091">
            <a:off x="1230630" y="1555115"/>
            <a:ext cx="3083560" cy="3275330"/>
          </a:xfrm>
          <a:custGeom>
            <a:avLst/>
            <a:gdLst>
              <a:gd name="connsiteX0" fmla="*/ 3052816 w 3109594"/>
              <a:gd name="connsiteY0" fmla="*/ 0 h 3339306"/>
              <a:gd name="connsiteX1" fmla="*/ 3101828 w 3109594"/>
              <a:gd name="connsiteY1" fmla="*/ 53926 h 3339306"/>
              <a:gd name="connsiteX2" fmla="*/ 3109594 w 3109594"/>
              <a:gd name="connsiteY2" fmla="*/ 64311 h 3339306"/>
              <a:gd name="connsiteX3" fmla="*/ 3105926 w 3109594"/>
              <a:gd name="connsiteY3" fmla="*/ 64218 h 3339306"/>
              <a:gd name="connsiteX4" fmla="*/ 26126 w 3109594"/>
              <a:gd name="connsiteY4" fmla="*/ 3144018 h 3339306"/>
              <a:gd name="connsiteX5" fmla="*/ 30133 w 3109594"/>
              <a:gd name="connsiteY5" fmla="*/ 3302504 h 3339306"/>
              <a:gd name="connsiteX6" fmla="*/ 32931 w 3109594"/>
              <a:gd name="connsiteY6" fmla="*/ 3339306 h 3339306"/>
              <a:gd name="connsiteX7" fmla="*/ 0 w 3109594"/>
              <a:gd name="connsiteY7" fmla="*/ 3314681 h 3339306"/>
              <a:gd name="connsiteX8" fmla="*/ 491 w 3109594"/>
              <a:gd name="connsiteY8" fmla="*/ 3228004 h 3339306"/>
              <a:gd name="connsiteX9" fmla="*/ 41307 w 3109594"/>
              <a:gd name="connsiteY9" fmla="*/ 2460125 h 3339306"/>
              <a:gd name="connsiteX10" fmla="*/ 391827 w 3109594"/>
              <a:gd name="connsiteY10" fmla="*/ 1576205 h 3339306"/>
              <a:gd name="connsiteX11" fmla="*/ 932847 w 3109594"/>
              <a:gd name="connsiteY11" fmla="*/ 875165 h 3339306"/>
              <a:gd name="connsiteX12" fmla="*/ 1428147 w 3109594"/>
              <a:gd name="connsiteY12" fmla="*/ 486545 h 3339306"/>
              <a:gd name="connsiteX13" fmla="*/ 1999647 w 3109594"/>
              <a:gd name="connsiteY13" fmla="*/ 227465 h 3339306"/>
              <a:gd name="connsiteX14" fmla="*/ 2510187 w 3109594"/>
              <a:gd name="connsiteY14" fmla="*/ 67445 h 3339306"/>
              <a:gd name="connsiteX15" fmla="*/ 2944527 w 3109594"/>
              <a:gd name="connsiteY15" fmla="*/ 6485 h 3339306"/>
              <a:gd name="connsiteX16" fmla="*/ 3052816 w 3109594"/>
              <a:gd name="connsiteY16" fmla="*/ 0 h 3339306"/>
              <a:gd name="connsiteX0-1" fmla="*/ 2944527 w 3109594"/>
              <a:gd name="connsiteY0-2" fmla="*/ 0 h 3332821"/>
              <a:gd name="connsiteX1-3" fmla="*/ 3101828 w 3109594"/>
              <a:gd name="connsiteY1-4" fmla="*/ 47441 h 3332821"/>
              <a:gd name="connsiteX2-5" fmla="*/ 3109594 w 3109594"/>
              <a:gd name="connsiteY2-6" fmla="*/ 57826 h 3332821"/>
              <a:gd name="connsiteX3-7" fmla="*/ 3105926 w 3109594"/>
              <a:gd name="connsiteY3-8" fmla="*/ 57733 h 3332821"/>
              <a:gd name="connsiteX4-9" fmla="*/ 26126 w 3109594"/>
              <a:gd name="connsiteY4-10" fmla="*/ 3137533 h 3332821"/>
              <a:gd name="connsiteX5-11" fmla="*/ 30133 w 3109594"/>
              <a:gd name="connsiteY5-12" fmla="*/ 3296019 h 3332821"/>
              <a:gd name="connsiteX6-13" fmla="*/ 32931 w 3109594"/>
              <a:gd name="connsiteY6-14" fmla="*/ 3332821 h 3332821"/>
              <a:gd name="connsiteX7-15" fmla="*/ 0 w 3109594"/>
              <a:gd name="connsiteY7-16" fmla="*/ 3308196 h 3332821"/>
              <a:gd name="connsiteX8-17" fmla="*/ 491 w 3109594"/>
              <a:gd name="connsiteY8-18" fmla="*/ 3221519 h 3332821"/>
              <a:gd name="connsiteX9-19" fmla="*/ 41307 w 3109594"/>
              <a:gd name="connsiteY9-20" fmla="*/ 2453640 h 3332821"/>
              <a:gd name="connsiteX10-21" fmla="*/ 391827 w 3109594"/>
              <a:gd name="connsiteY10-22" fmla="*/ 1569720 h 3332821"/>
              <a:gd name="connsiteX11-23" fmla="*/ 932847 w 3109594"/>
              <a:gd name="connsiteY11-24" fmla="*/ 868680 h 3332821"/>
              <a:gd name="connsiteX12-25" fmla="*/ 1428147 w 3109594"/>
              <a:gd name="connsiteY12-26" fmla="*/ 480060 h 3332821"/>
              <a:gd name="connsiteX13-27" fmla="*/ 1999647 w 3109594"/>
              <a:gd name="connsiteY13-28" fmla="*/ 220980 h 3332821"/>
              <a:gd name="connsiteX14-29" fmla="*/ 2510187 w 3109594"/>
              <a:gd name="connsiteY14-30" fmla="*/ 60960 h 3332821"/>
              <a:gd name="connsiteX15-31" fmla="*/ 2944527 w 3109594"/>
              <a:gd name="connsiteY15-32" fmla="*/ 0 h 3332821"/>
              <a:gd name="connsiteX0-33" fmla="*/ 2944527 w 3109594"/>
              <a:gd name="connsiteY0-34" fmla="*/ 0 h 3332821"/>
              <a:gd name="connsiteX1-35" fmla="*/ 3101828 w 3109594"/>
              <a:gd name="connsiteY1-36" fmla="*/ 47441 h 3332821"/>
              <a:gd name="connsiteX2-37" fmla="*/ 3109594 w 3109594"/>
              <a:gd name="connsiteY2-38" fmla="*/ 57826 h 3332821"/>
              <a:gd name="connsiteX3-39" fmla="*/ 3105926 w 3109594"/>
              <a:gd name="connsiteY3-40" fmla="*/ 57733 h 3332821"/>
              <a:gd name="connsiteX4-41" fmla="*/ 26126 w 3109594"/>
              <a:gd name="connsiteY4-42" fmla="*/ 3137533 h 3332821"/>
              <a:gd name="connsiteX5-43" fmla="*/ 30133 w 3109594"/>
              <a:gd name="connsiteY5-44" fmla="*/ 3296019 h 3332821"/>
              <a:gd name="connsiteX6-45" fmla="*/ 32931 w 3109594"/>
              <a:gd name="connsiteY6-46" fmla="*/ 3332821 h 3332821"/>
              <a:gd name="connsiteX7-47" fmla="*/ 0 w 3109594"/>
              <a:gd name="connsiteY7-48" fmla="*/ 3308196 h 3332821"/>
              <a:gd name="connsiteX8-49" fmla="*/ 491 w 3109594"/>
              <a:gd name="connsiteY8-50" fmla="*/ 3221519 h 3332821"/>
              <a:gd name="connsiteX9-51" fmla="*/ 41307 w 3109594"/>
              <a:gd name="connsiteY9-52" fmla="*/ 2453640 h 3332821"/>
              <a:gd name="connsiteX10-53" fmla="*/ 391827 w 3109594"/>
              <a:gd name="connsiteY10-54" fmla="*/ 1569720 h 3332821"/>
              <a:gd name="connsiteX11-55" fmla="*/ 932847 w 3109594"/>
              <a:gd name="connsiteY11-56" fmla="*/ 868680 h 3332821"/>
              <a:gd name="connsiteX12-57" fmla="*/ 1428147 w 3109594"/>
              <a:gd name="connsiteY12-58" fmla="*/ 480060 h 3332821"/>
              <a:gd name="connsiteX13-59" fmla="*/ 1999647 w 3109594"/>
              <a:gd name="connsiteY13-60" fmla="*/ 220980 h 3332821"/>
              <a:gd name="connsiteX14-61" fmla="*/ 2510187 w 3109594"/>
              <a:gd name="connsiteY14-62" fmla="*/ 60960 h 3332821"/>
              <a:gd name="connsiteX15-63" fmla="*/ 3035967 w 3109594"/>
              <a:gd name="connsiteY15-64" fmla="*/ 91440 h 3332821"/>
              <a:gd name="connsiteX0-65" fmla="*/ 3101828 w 3109594"/>
              <a:gd name="connsiteY0-66" fmla="*/ 14879 h 3300259"/>
              <a:gd name="connsiteX1-67" fmla="*/ 3109594 w 3109594"/>
              <a:gd name="connsiteY1-68" fmla="*/ 25264 h 3300259"/>
              <a:gd name="connsiteX2-69" fmla="*/ 3105926 w 3109594"/>
              <a:gd name="connsiteY2-70" fmla="*/ 25171 h 3300259"/>
              <a:gd name="connsiteX3-71" fmla="*/ 26126 w 3109594"/>
              <a:gd name="connsiteY3-72" fmla="*/ 3104971 h 3300259"/>
              <a:gd name="connsiteX4-73" fmla="*/ 30133 w 3109594"/>
              <a:gd name="connsiteY4-74" fmla="*/ 3263457 h 3300259"/>
              <a:gd name="connsiteX5-75" fmla="*/ 32931 w 3109594"/>
              <a:gd name="connsiteY5-76" fmla="*/ 3300259 h 3300259"/>
              <a:gd name="connsiteX6-77" fmla="*/ 0 w 3109594"/>
              <a:gd name="connsiteY6-78" fmla="*/ 3275634 h 3300259"/>
              <a:gd name="connsiteX7-79" fmla="*/ 491 w 3109594"/>
              <a:gd name="connsiteY7-80" fmla="*/ 3188957 h 3300259"/>
              <a:gd name="connsiteX8-81" fmla="*/ 41307 w 3109594"/>
              <a:gd name="connsiteY8-82" fmla="*/ 2421078 h 3300259"/>
              <a:gd name="connsiteX9-83" fmla="*/ 391827 w 3109594"/>
              <a:gd name="connsiteY9-84" fmla="*/ 1537158 h 3300259"/>
              <a:gd name="connsiteX10-85" fmla="*/ 932847 w 3109594"/>
              <a:gd name="connsiteY10-86" fmla="*/ 836118 h 3300259"/>
              <a:gd name="connsiteX11-87" fmla="*/ 1428147 w 3109594"/>
              <a:gd name="connsiteY11-88" fmla="*/ 447498 h 3300259"/>
              <a:gd name="connsiteX12-89" fmla="*/ 1999647 w 3109594"/>
              <a:gd name="connsiteY12-90" fmla="*/ 188418 h 3300259"/>
              <a:gd name="connsiteX13-91" fmla="*/ 2510187 w 3109594"/>
              <a:gd name="connsiteY13-92" fmla="*/ 28398 h 3300259"/>
              <a:gd name="connsiteX14-93" fmla="*/ 3035967 w 3109594"/>
              <a:gd name="connsiteY14-94" fmla="*/ 58878 h 3300259"/>
              <a:gd name="connsiteX0-95" fmla="*/ 3109594 w 3109594"/>
              <a:gd name="connsiteY0-96" fmla="*/ 25264 h 3300259"/>
              <a:gd name="connsiteX1-97" fmla="*/ 3105926 w 3109594"/>
              <a:gd name="connsiteY1-98" fmla="*/ 25171 h 3300259"/>
              <a:gd name="connsiteX2-99" fmla="*/ 26126 w 3109594"/>
              <a:gd name="connsiteY2-100" fmla="*/ 3104971 h 3300259"/>
              <a:gd name="connsiteX3-101" fmla="*/ 30133 w 3109594"/>
              <a:gd name="connsiteY3-102" fmla="*/ 3263457 h 3300259"/>
              <a:gd name="connsiteX4-103" fmla="*/ 32931 w 3109594"/>
              <a:gd name="connsiteY4-104" fmla="*/ 3300259 h 3300259"/>
              <a:gd name="connsiteX5-105" fmla="*/ 0 w 3109594"/>
              <a:gd name="connsiteY5-106" fmla="*/ 3275634 h 3300259"/>
              <a:gd name="connsiteX6-107" fmla="*/ 491 w 3109594"/>
              <a:gd name="connsiteY6-108" fmla="*/ 3188957 h 3300259"/>
              <a:gd name="connsiteX7-109" fmla="*/ 41307 w 3109594"/>
              <a:gd name="connsiteY7-110" fmla="*/ 2421078 h 3300259"/>
              <a:gd name="connsiteX8-111" fmla="*/ 391827 w 3109594"/>
              <a:gd name="connsiteY8-112" fmla="*/ 1537158 h 3300259"/>
              <a:gd name="connsiteX9-113" fmla="*/ 932847 w 3109594"/>
              <a:gd name="connsiteY9-114" fmla="*/ 836118 h 3300259"/>
              <a:gd name="connsiteX10-115" fmla="*/ 1428147 w 3109594"/>
              <a:gd name="connsiteY10-116" fmla="*/ 447498 h 3300259"/>
              <a:gd name="connsiteX11-117" fmla="*/ 1999647 w 3109594"/>
              <a:gd name="connsiteY11-118" fmla="*/ 188418 h 3300259"/>
              <a:gd name="connsiteX12-119" fmla="*/ 2510187 w 3109594"/>
              <a:gd name="connsiteY12-120" fmla="*/ 28398 h 3300259"/>
              <a:gd name="connsiteX13-121" fmla="*/ 3035967 w 3109594"/>
              <a:gd name="connsiteY13-122" fmla="*/ 58878 h 3300259"/>
              <a:gd name="connsiteX0-123" fmla="*/ 3109594 w 3109594"/>
              <a:gd name="connsiteY0-124" fmla="*/ 93 h 3275088"/>
              <a:gd name="connsiteX1-125" fmla="*/ 3105926 w 3109594"/>
              <a:gd name="connsiteY1-126" fmla="*/ 0 h 3275088"/>
              <a:gd name="connsiteX2-127" fmla="*/ 26126 w 3109594"/>
              <a:gd name="connsiteY2-128" fmla="*/ 3079800 h 3275088"/>
              <a:gd name="connsiteX3-129" fmla="*/ 30133 w 3109594"/>
              <a:gd name="connsiteY3-130" fmla="*/ 3238286 h 3275088"/>
              <a:gd name="connsiteX4-131" fmla="*/ 32931 w 3109594"/>
              <a:gd name="connsiteY4-132" fmla="*/ 3275088 h 3275088"/>
              <a:gd name="connsiteX5-133" fmla="*/ 0 w 3109594"/>
              <a:gd name="connsiteY5-134" fmla="*/ 3250463 h 3275088"/>
              <a:gd name="connsiteX6-135" fmla="*/ 491 w 3109594"/>
              <a:gd name="connsiteY6-136" fmla="*/ 3163786 h 3275088"/>
              <a:gd name="connsiteX7-137" fmla="*/ 41307 w 3109594"/>
              <a:gd name="connsiteY7-138" fmla="*/ 2395907 h 3275088"/>
              <a:gd name="connsiteX8-139" fmla="*/ 391827 w 3109594"/>
              <a:gd name="connsiteY8-140" fmla="*/ 1511987 h 3275088"/>
              <a:gd name="connsiteX9-141" fmla="*/ 932847 w 3109594"/>
              <a:gd name="connsiteY9-142" fmla="*/ 810947 h 3275088"/>
              <a:gd name="connsiteX10-143" fmla="*/ 1428147 w 3109594"/>
              <a:gd name="connsiteY10-144" fmla="*/ 422327 h 3275088"/>
              <a:gd name="connsiteX11-145" fmla="*/ 1999647 w 3109594"/>
              <a:gd name="connsiteY11-146" fmla="*/ 163247 h 3275088"/>
              <a:gd name="connsiteX12-147" fmla="*/ 2510187 w 3109594"/>
              <a:gd name="connsiteY12-148" fmla="*/ 3227 h 3275088"/>
              <a:gd name="connsiteX0-149" fmla="*/ 3109594 w 3109594"/>
              <a:gd name="connsiteY0-150" fmla="*/ 93 h 3275088"/>
              <a:gd name="connsiteX1-151" fmla="*/ 3105926 w 3109594"/>
              <a:gd name="connsiteY1-152" fmla="*/ 0 h 3275088"/>
              <a:gd name="connsiteX2-153" fmla="*/ 26126 w 3109594"/>
              <a:gd name="connsiteY2-154" fmla="*/ 3079800 h 3275088"/>
              <a:gd name="connsiteX3-155" fmla="*/ 30133 w 3109594"/>
              <a:gd name="connsiteY3-156" fmla="*/ 3238286 h 3275088"/>
              <a:gd name="connsiteX4-157" fmla="*/ 32931 w 3109594"/>
              <a:gd name="connsiteY4-158" fmla="*/ 3275088 h 3275088"/>
              <a:gd name="connsiteX5-159" fmla="*/ 0 w 3109594"/>
              <a:gd name="connsiteY5-160" fmla="*/ 3250463 h 3275088"/>
              <a:gd name="connsiteX6-161" fmla="*/ 491 w 3109594"/>
              <a:gd name="connsiteY6-162" fmla="*/ 3163786 h 3275088"/>
              <a:gd name="connsiteX7-163" fmla="*/ 41307 w 3109594"/>
              <a:gd name="connsiteY7-164" fmla="*/ 2395907 h 3275088"/>
              <a:gd name="connsiteX8-165" fmla="*/ 391827 w 3109594"/>
              <a:gd name="connsiteY8-166" fmla="*/ 1511987 h 3275088"/>
              <a:gd name="connsiteX9-167" fmla="*/ 932847 w 3109594"/>
              <a:gd name="connsiteY9-168" fmla="*/ 810947 h 3275088"/>
              <a:gd name="connsiteX10-169" fmla="*/ 1428147 w 3109594"/>
              <a:gd name="connsiteY10-170" fmla="*/ 422327 h 3275088"/>
              <a:gd name="connsiteX11-171" fmla="*/ 1999647 w 3109594"/>
              <a:gd name="connsiteY11-172" fmla="*/ 163247 h 3275088"/>
              <a:gd name="connsiteX0-173" fmla="*/ 3109594 w 3109594"/>
              <a:gd name="connsiteY0-174" fmla="*/ 93 h 3275088"/>
              <a:gd name="connsiteX1-175" fmla="*/ 3105926 w 3109594"/>
              <a:gd name="connsiteY1-176" fmla="*/ 0 h 3275088"/>
              <a:gd name="connsiteX2-177" fmla="*/ 26126 w 3109594"/>
              <a:gd name="connsiteY2-178" fmla="*/ 3079800 h 3275088"/>
              <a:gd name="connsiteX3-179" fmla="*/ 30133 w 3109594"/>
              <a:gd name="connsiteY3-180" fmla="*/ 3238286 h 3275088"/>
              <a:gd name="connsiteX4-181" fmla="*/ 32931 w 3109594"/>
              <a:gd name="connsiteY4-182" fmla="*/ 3275088 h 3275088"/>
              <a:gd name="connsiteX5-183" fmla="*/ 0 w 3109594"/>
              <a:gd name="connsiteY5-184" fmla="*/ 3250463 h 3275088"/>
              <a:gd name="connsiteX6-185" fmla="*/ 491 w 3109594"/>
              <a:gd name="connsiteY6-186" fmla="*/ 3163786 h 3275088"/>
              <a:gd name="connsiteX7-187" fmla="*/ 41307 w 3109594"/>
              <a:gd name="connsiteY7-188" fmla="*/ 2395907 h 3275088"/>
              <a:gd name="connsiteX8-189" fmla="*/ 391827 w 3109594"/>
              <a:gd name="connsiteY8-190" fmla="*/ 1511987 h 3275088"/>
              <a:gd name="connsiteX9-191" fmla="*/ 932847 w 3109594"/>
              <a:gd name="connsiteY9-192" fmla="*/ 810947 h 3275088"/>
              <a:gd name="connsiteX10-193" fmla="*/ 1428147 w 3109594"/>
              <a:gd name="connsiteY10-194" fmla="*/ 422327 h 3275088"/>
              <a:gd name="connsiteX0-195" fmla="*/ 3109594 w 3109594"/>
              <a:gd name="connsiteY0-196" fmla="*/ 93 h 3275088"/>
              <a:gd name="connsiteX1-197" fmla="*/ 3105926 w 3109594"/>
              <a:gd name="connsiteY1-198" fmla="*/ 0 h 3275088"/>
              <a:gd name="connsiteX2-199" fmla="*/ 26126 w 3109594"/>
              <a:gd name="connsiteY2-200" fmla="*/ 3079800 h 3275088"/>
              <a:gd name="connsiteX3-201" fmla="*/ 30133 w 3109594"/>
              <a:gd name="connsiteY3-202" fmla="*/ 3238286 h 3275088"/>
              <a:gd name="connsiteX4-203" fmla="*/ 32931 w 3109594"/>
              <a:gd name="connsiteY4-204" fmla="*/ 3275088 h 3275088"/>
              <a:gd name="connsiteX5-205" fmla="*/ 0 w 3109594"/>
              <a:gd name="connsiteY5-206" fmla="*/ 3250463 h 3275088"/>
              <a:gd name="connsiteX6-207" fmla="*/ 491 w 3109594"/>
              <a:gd name="connsiteY6-208" fmla="*/ 3163786 h 3275088"/>
              <a:gd name="connsiteX7-209" fmla="*/ 41307 w 3109594"/>
              <a:gd name="connsiteY7-210" fmla="*/ 2395907 h 3275088"/>
              <a:gd name="connsiteX8-211" fmla="*/ 391827 w 3109594"/>
              <a:gd name="connsiteY8-212" fmla="*/ 1511987 h 3275088"/>
              <a:gd name="connsiteX9-213" fmla="*/ 932847 w 3109594"/>
              <a:gd name="connsiteY9-214" fmla="*/ 810947 h 3275088"/>
              <a:gd name="connsiteX0-215" fmla="*/ 3109594 w 3109594"/>
              <a:gd name="connsiteY0-216" fmla="*/ 93 h 3275088"/>
              <a:gd name="connsiteX1-217" fmla="*/ 3105926 w 3109594"/>
              <a:gd name="connsiteY1-218" fmla="*/ 0 h 3275088"/>
              <a:gd name="connsiteX2-219" fmla="*/ 26126 w 3109594"/>
              <a:gd name="connsiteY2-220" fmla="*/ 3079800 h 3275088"/>
              <a:gd name="connsiteX3-221" fmla="*/ 30133 w 3109594"/>
              <a:gd name="connsiteY3-222" fmla="*/ 3238286 h 3275088"/>
              <a:gd name="connsiteX4-223" fmla="*/ 32931 w 3109594"/>
              <a:gd name="connsiteY4-224" fmla="*/ 3275088 h 3275088"/>
              <a:gd name="connsiteX5-225" fmla="*/ 0 w 3109594"/>
              <a:gd name="connsiteY5-226" fmla="*/ 3250463 h 3275088"/>
              <a:gd name="connsiteX6-227" fmla="*/ 491 w 3109594"/>
              <a:gd name="connsiteY6-228" fmla="*/ 3163786 h 3275088"/>
              <a:gd name="connsiteX7-229" fmla="*/ 41307 w 3109594"/>
              <a:gd name="connsiteY7-230" fmla="*/ 2395907 h 3275088"/>
              <a:gd name="connsiteX8-231" fmla="*/ 391827 w 3109594"/>
              <a:gd name="connsiteY8-232" fmla="*/ 1511987 h 3275088"/>
              <a:gd name="connsiteX0-233" fmla="*/ 3109594 w 3109594"/>
              <a:gd name="connsiteY0-234" fmla="*/ 93 h 3275088"/>
              <a:gd name="connsiteX1-235" fmla="*/ 3105926 w 3109594"/>
              <a:gd name="connsiteY1-236" fmla="*/ 0 h 3275088"/>
              <a:gd name="connsiteX2-237" fmla="*/ 26126 w 3109594"/>
              <a:gd name="connsiteY2-238" fmla="*/ 3079800 h 3275088"/>
              <a:gd name="connsiteX3-239" fmla="*/ 30133 w 3109594"/>
              <a:gd name="connsiteY3-240" fmla="*/ 3238286 h 3275088"/>
              <a:gd name="connsiteX4-241" fmla="*/ 32931 w 3109594"/>
              <a:gd name="connsiteY4-242" fmla="*/ 3275088 h 3275088"/>
              <a:gd name="connsiteX5-243" fmla="*/ 0 w 3109594"/>
              <a:gd name="connsiteY5-244" fmla="*/ 3250463 h 3275088"/>
              <a:gd name="connsiteX6-245" fmla="*/ 491 w 3109594"/>
              <a:gd name="connsiteY6-246" fmla="*/ 3163786 h 3275088"/>
              <a:gd name="connsiteX7-247" fmla="*/ 41307 w 3109594"/>
              <a:gd name="connsiteY7-248" fmla="*/ 2395907 h 3275088"/>
              <a:gd name="connsiteX0-249" fmla="*/ 3109594 w 3109594"/>
              <a:gd name="connsiteY0-250" fmla="*/ 93 h 3275088"/>
              <a:gd name="connsiteX1-251" fmla="*/ 3105926 w 3109594"/>
              <a:gd name="connsiteY1-252" fmla="*/ 0 h 3275088"/>
              <a:gd name="connsiteX2-253" fmla="*/ 26126 w 3109594"/>
              <a:gd name="connsiteY2-254" fmla="*/ 3079800 h 3275088"/>
              <a:gd name="connsiteX3-255" fmla="*/ 30133 w 3109594"/>
              <a:gd name="connsiteY3-256" fmla="*/ 3238286 h 3275088"/>
              <a:gd name="connsiteX4-257" fmla="*/ 32931 w 3109594"/>
              <a:gd name="connsiteY4-258" fmla="*/ 3275088 h 3275088"/>
              <a:gd name="connsiteX5-259" fmla="*/ 0 w 3109594"/>
              <a:gd name="connsiteY5-260" fmla="*/ 3250463 h 3275088"/>
              <a:gd name="connsiteX6-261" fmla="*/ 491 w 3109594"/>
              <a:gd name="connsiteY6-262" fmla="*/ 3163786 h 3275088"/>
              <a:gd name="connsiteX0-263" fmla="*/ 3109594 w 3109594"/>
              <a:gd name="connsiteY0-264" fmla="*/ 93 h 3275088"/>
              <a:gd name="connsiteX1-265" fmla="*/ 3105926 w 3109594"/>
              <a:gd name="connsiteY1-266" fmla="*/ 0 h 3275088"/>
              <a:gd name="connsiteX2-267" fmla="*/ 26126 w 3109594"/>
              <a:gd name="connsiteY2-268" fmla="*/ 3079800 h 3275088"/>
              <a:gd name="connsiteX3-269" fmla="*/ 30133 w 3109594"/>
              <a:gd name="connsiteY3-270" fmla="*/ 3238286 h 3275088"/>
              <a:gd name="connsiteX4-271" fmla="*/ 32931 w 3109594"/>
              <a:gd name="connsiteY4-272" fmla="*/ 3275088 h 3275088"/>
              <a:gd name="connsiteX5-273" fmla="*/ 0 w 3109594"/>
              <a:gd name="connsiteY5-274" fmla="*/ 3250463 h 3275088"/>
              <a:gd name="connsiteX0-275" fmla="*/ 3083468 w 3083468"/>
              <a:gd name="connsiteY0-276" fmla="*/ 93 h 3275088"/>
              <a:gd name="connsiteX1-277" fmla="*/ 3079800 w 3083468"/>
              <a:gd name="connsiteY1-278" fmla="*/ 0 h 3275088"/>
              <a:gd name="connsiteX2-279" fmla="*/ 0 w 3083468"/>
              <a:gd name="connsiteY2-280" fmla="*/ 3079800 h 3275088"/>
              <a:gd name="connsiteX3-281" fmla="*/ 4007 w 3083468"/>
              <a:gd name="connsiteY3-282" fmla="*/ 3238286 h 3275088"/>
              <a:gd name="connsiteX4-283" fmla="*/ 6805 w 3083468"/>
              <a:gd name="connsiteY4-284" fmla="*/ 3275088 h 327508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26" name="任意多边形: 形状 25"/>
          <p:cNvSpPr/>
          <p:nvPr>
            <p:custDataLst>
              <p:tags r:id="rId9"/>
            </p:custDataLst>
          </p:nvPr>
        </p:nvSpPr>
        <p:spPr>
          <a:xfrm rot="11361091">
            <a:off x="2693035" y="3366770"/>
            <a:ext cx="2335530" cy="249174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7" name="任意多边形: 形状 26"/>
          <p:cNvSpPr/>
          <p:nvPr>
            <p:custDataLst>
              <p:tags r:id="rId10"/>
            </p:custDataLst>
          </p:nvPr>
        </p:nvSpPr>
        <p:spPr>
          <a:xfrm rot="11361091">
            <a:off x="3121660" y="3860800"/>
            <a:ext cx="1868805" cy="200088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8" name="任意多边形: 形状 27"/>
          <p:cNvSpPr/>
          <p:nvPr>
            <p:custDataLst>
              <p:tags r:id="rId11"/>
            </p:custDataLst>
          </p:nvPr>
        </p:nvSpPr>
        <p:spPr>
          <a:xfrm rot="11361091">
            <a:off x="2388870" y="3011170"/>
            <a:ext cx="2613025" cy="278130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29" name="任意多边形: 形状 28"/>
          <p:cNvSpPr/>
          <p:nvPr>
            <p:custDataLst>
              <p:tags r:id="rId12"/>
            </p:custDataLst>
          </p:nvPr>
        </p:nvSpPr>
        <p:spPr>
          <a:xfrm rot="11361091">
            <a:off x="2124710" y="2690495"/>
            <a:ext cx="2815590" cy="2996565"/>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0" name="任意多边形: 形状 29"/>
          <p:cNvSpPr/>
          <p:nvPr>
            <p:custDataLst>
              <p:tags r:id="rId13"/>
            </p:custDataLst>
          </p:nvPr>
        </p:nvSpPr>
        <p:spPr>
          <a:xfrm rot="11361091">
            <a:off x="1584325" y="2012315"/>
            <a:ext cx="3078480" cy="3280410"/>
          </a:xfrm>
          <a:custGeom>
            <a:avLst/>
            <a:gdLst>
              <a:gd name="connsiteX0" fmla="*/ 3078620 w 3093543"/>
              <a:gd name="connsiteY0" fmla="*/ 0 h 3312952"/>
              <a:gd name="connsiteX1" fmla="*/ 3093543 w 3093543"/>
              <a:gd name="connsiteY1" fmla="*/ 11159 h 3312952"/>
              <a:gd name="connsiteX2" fmla="*/ 3091423 w 3093543"/>
              <a:gd name="connsiteY2" fmla="*/ 11421 h 3312952"/>
              <a:gd name="connsiteX3" fmla="*/ 2530806 w 3093543"/>
              <a:gd name="connsiteY3" fmla="*/ 150631 h 3312952"/>
              <a:gd name="connsiteX4" fmla="*/ 1991056 w 3093543"/>
              <a:gd name="connsiteY4" fmla="*/ 366531 h 3312952"/>
              <a:gd name="connsiteX5" fmla="*/ 1337006 w 3093543"/>
              <a:gd name="connsiteY5" fmla="*/ 779281 h 3312952"/>
              <a:gd name="connsiteX6" fmla="*/ 638506 w 3093543"/>
              <a:gd name="connsiteY6" fmla="*/ 1547631 h 3312952"/>
              <a:gd name="connsiteX7" fmla="*/ 206706 w 3093543"/>
              <a:gd name="connsiteY7" fmla="*/ 2392181 h 3312952"/>
              <a:gd name="connsiteX8" fmla="*/ 47956 w 3093543"/>
              <a:gd name="connsiteY8" fmla="*/ 3217681 h 3312952"/>
              <a:gd name="connsiteX9" fmla="*/ 35616 w 3093543"/>
              <a:gd name="connsiteY9" fmla="*/ 3283413 h 3312952"/>
              <a:gd name="connsiteX10" fmla="*/ 29861 w 3093543"/>
              <a:gd name="connsiteY10" fmla="*/ 3312952 h 3312952"/>
              <a:gd name="connsiteX11" fmla="*/ 0 w 3093543"/>
              <a:gd name="connsiteY11" fmla="*/ 3280097 h 3312952"/>
              <a:gd name="connsiteX12" fmla="*/ 12149 w 3093543"/>
              <a:gd name="connsiteY12" fmla="*/ 3120339 h 3312952"/>
              <a:gd name="connsiteX13" fmla="*/ 2964939 w 3093543"/>
              <a:gd name="connsiteY13" fmla="*/ 14445 h 3312952"/>
              <a:gd name="connsiteX14" fmla="*/ 3078620 w 3093543"/>
              <a:gd name="connsiteY14" fmla="*/ 0 h 3312952"/>
              <a:gd name="connsiteX0-1" fmla="*/ 47956 w 3093543"/>
              <a:gd name="connsiteY0-2" fmla="*/ 3217681 h 3312952"/>
              <a:gd name="connsiteX1-3" fmla="*/ 35616 w 3093543"/>
              <a:gd name="connsiteY1-4" fmla="*/ 3283413 h 3312952"/>
              <a:gd name="connsiteX2-5" fmla="*/ 29861 w 3093543"/>
              <a:gd name="connsiteY2-6" fmla="*/ 3312952 h 3312952"/>
              <a:gd name="connsiteX3-7" fmla="*/ 0 w 3093543"/>
              <a:gd name="connsiteY3-8" fmla="*/ 3280097 h 3312952"/>
              <a:gd name="connsiteX4-9" fmla="*/ 12149 w 3093543"/>
              <a:gd name="connsiteY4-10" fmla="*/ 3120339 h 3312952"/>
              <a:gd name="connsiteX5-11" fmla="*/ 2964939 w 3093543"/>
              <a:gd name="connsiteY5-12" fmla="*/ 14445 h 3312952"/>
              <a:gd name="connsiteX6-13" fmla="*/ 3078620 w 3093543"/>
              <a:gd name="connsiteY6-14" fmla="*/ 0 h 3312952"/>
              <a:gd name="connsiteX7-15" fmla="*/ 3093543 w 3093543"/>
              <a:gd name="connsiteY7-16" fmla="*/ 11159 h 3312952"/>
              <a:gd name="connsiteX8-17" fmla="*/ 3091423 w 3093543"/>
              <a:gd name="connsiteY8-18" fmla="*/ 11421 h 3312952"/>
              <a:gd name="connsiteX9-19" fmla="*/ 2530806 w 3093543"/>
              <a:gd name="connsiteY9-20" fmla="*/ 150631 h 3312952"/>
              <a:gd name="connsiteX10-21" fmla="*/ 1991056 w 3093543"/>
              <a:gd name="connsiteY10-22" fmla="*/ 366531 h 3312952"/>
              <a:gd name="connsiteX11-23" fmla="*/ 1337006 w 3093543"/>
              <a:gd name="connsiteY11-24" fmla="*/ 779281 h 3312952"/>
              <a:gd name="connsiteX12-25" fmla="*/ 638506 w 3093543"/>
              <a:gd name="connsiteY12-26" fmla="*/ 1547631 h 3312952"/>
              <a:gd name="connsiteX13-27" fmla="*/ 206706 w 3093543"/>
              <a:gd name="connsiteY13-28" fmla="*/ 2392181 h 3312952"/>
              <a:gd name="connsiteX14-29" fmla="*/ 139396 w 3093543"/>
              <a:gd name="connsiteY14-30" fmla="*/ 3309121 h 3312952"/>
              <a:gd name="connsiteX0-31" fmla="*/ 47956 w 3093543"/>
              <a:gd name="connsiteY0-32" fmla="*/ 3217681 h 3312952"/>
              <a:gd name="connsiteX1-33" fmla="*/ 35616 w 3093543"/>
              <a:gd name="connsiteY1-34" fmla="*/ 3283413 h 3312952"/>
              <a:gd name="connsiteX2-35" fmla="*/ 29861 w 3093543"/>
              <a:gd name="connsiteY2-36" fmla="*/ 3312952 h 3312952"/>
              <a:gd name="connsiteX3-37" fmla="*/ 0 w 3093543"/>
              <a:gd name="connsiteY3-38" fmla="*/ 3280097 h 3312952"/>
              <a:gd name="connsiteX4-39" fmla="*/ 12149 w 3093543"/>
              <a:gd name="connsiteY4-40" fmla="*/ 3120339 h 3312952"/>
              <a:gd name="connsiteX5-41" fmla="*/ 2964939 w 3093543"/>
              <a:gd name="connsiteY5-42" fmla="*/ 14445 h 3312952"/>
              <a:gd name="connsiteX6-43" fmla="*/ 3078620 w 3093543"/>
              <a:gd name="connsiteY6-44" fmla="*/ 0 h 3312952"/>
              <a:gd name="connsiteX7-45" fmla="*/ 3093543 w 3093543"/>
              <a:gd name="connsiteY7-46" fmla="*/ 11159 h 3312952"/>
              <a:gd name="connsiteX8-47" fmla="*/ 3091423 w 3093543"/>
              <a:gd name="connsiteY8-48" fmla="*/ 11421 h 3312952"/>
              <a:gd name="connsiteX9-49" fmla="*/ 2530806 w 3093543"/>
              <a:gd name="connsiteY9-50" fmla="*/ 150631 h 3312952"/>
              <a:gd name="connsiteX10-51" fmla="*/ 1991056 w 3093543"/>
              <a:gd name="connsiteY10-52" fmla="*/ 366531 h 3312952"/>
              <a:gd name="connsiteX11-53" fmla="*/ 1337006 w 3093543"/>
              <a:gd name="connsiteY11-54" fmla="*/ 779281 h 3312952"/>
              <a:gd name="connsiteX12-55" fmla="*/ 638506 w 3093543"/>
              <a:gd name="connsiteY12-56" fmla="*/ 1547631 h 3312952"/>
              <a:gd name="connsiteX13-57" fmla="*/ 206706 w 3093543"/>
              <a:gd name="connsiteY13-58" fmla="*/ 2392181 h 3312952"/>
              <a:gd name="connsiteX0-59" fmla="*/ 47956 w 3093543"/>
              <a:gd name="connsiteY0-60" fmla="*/ 3217681 h 3312952"/>
              <a:gd name="connsiteX1-61" fmla="*/ 35616 w 3093543"/>
              <a:gd name="connsiteY1-62" fmla="*/ 3283413 h 3312952"/>
              <a:gd name="connsiteX2-63" fmla="*/ 29861 w 3093543"/>
              <a:gd name="connsiteY2-64" fmla="*/ 3312952 h 3312952"/>
              <a:gd name="connsiteX3-65" fmla="*/ 0 w 3093543"/>
              <a:gd name="connsiteY3-66" fmla="*/ 3280097 h 3312952"/>
              <a:gd name="connsiteX4-67" fmla="*/ 12149 w 3093543"/>
              <a:gd name="connsiteY4-68" fmla="*/ 3120339 h 3312952"/>
              <a:gd name="connsiteX5-69" fmla="*/ 2964939 w 3093543"/>
              <a:gd name="connsiteY5-70" fmla="*/ 14445 h 3312952"/>
              <a:gd name="connsiteX6-71" fmla="*/ 3078620 w 3093543"/>
              <a:gd name="connsiteY6-72" fmla="*/ 0 h 3312952"/>
              <a:gd name="connsiteX7-73" fmla="*/ 3093543 w 3093543"/>
              <a:gd name="connsiteY7-74" fmla="*/ 11159 h 3312952"/>
              <a:gd name="connsiteX8-75" fmla="*/ 3091423 w 3093543"/>
              <a:gd name="connsiteY8-76" fmla="*/ 11421 h 3312952"/>
              <a:gd name="connsiteX9-77" fmla="*/ 2530806 w 3093543"/>
              <a:gd name="connsiteY9-78" fmla="*/ 150631 h 3312952"/>
              <a:gd name="connsiteX10-79" fmla="*/ 1991056 w 3093543"/>
              <a:gd name="connsiteY10-80" fmla="*/ 366531 h 3312952"/>
              <a:gd name="connsiteX11-81" fmla="*/ 1337006 w 3093543"/>
              <a:gd name="connsiteY11-82" fmla="*/ 779281 h 3312952"/>
              <a:gd name="connsiteX12-83" fmla="*/ 638506 w 3093543"/>
              <a:gd name="connsiteY12-84" fmla="*/ 1547631 h 3312952"/>
              <a:gd name="connsiteX0-85" fmla="*/ 35616 w 3093543"/>
              <a:gd name="connsiteY0-86" fmla="*/ 3283413 h 3312952"/>
              <a:gd name="connsiteX1-87" fmla="*/ 29861 w 3093543"/>
              <a:gd name="connsiteY1-88" fmla="*/ 3312952 h 3312952"/>
              <a:gd name="connsiteX2-89" fmla="*/ 0 w 3093543"/>
              <a:gd name="connsiteY2-90" fmla="*/ 3280097 h 3312952"/>
              <a:gd name="connsiteX3-91" fmla="*/ 12149 w 3093543"/>
              <a:gd name="connsiteY3-92" fmla="*/ 3120339 h 3312952"/>
              <a:gd name="connsiteX4-93" fmla="*/ 2964939 w 3093543"/>
              <a:gd name="connsiteY4-94" fmla="*/ 14445 h 3312952"/>
              <a:gd name="connsiteX5-95" fmla="*/ 3078620 w 3093543"/>
              <a:gd name="connsiteY5-96" fmla="*/ 0 h 3312952"/>
              <a:gd name="connsiteX6-97" fmla="*/ 3093543 w 3093543"/>
              <a:gd name="connsiteY6-98" fmla="*/ 11159 h 3312952"/>
              <a:gd name="connsiteX7-99" fmla="*/ 3091423 w 3093543"/>
              <a:gd name="connsiteY7-100" fmla="*/ 11421 h 3312952"/>
              <a:gd name="connsiteX8-101" fmla="*/ 2530806 w 3093543"/>
              <a:gd name="connsiteY8-102" fmla="*/ 150631 h 3312952"/>
              <a:gd name="connsiteX9-103" fmla="*/ 1991056 w 3093543"/>
              <a:gd name="connsiteY9-104" fmla="*/ 366531 h 3312952"/>
              <a:gd name="connsiteX10-105" fmla="*/ 1337006 w 3093543"/>
              <a:gd name="connsiteY10-106" fmla="*/ 779281 h 3312952"/>
              <a:gd name="connsiteX11-107" fmla="*/ 638506 w 3093543"/>
              <a:gd name="connsiteY11-108" fmla="*/ 1547631 h 3312952"/>
              <a:gd name="connsiteX0-109" fmla="*/ 35616 w 3093543"/>
              <a:gd name="connsiteY0-110" fmla="*/ 3283413 h 3283413"/>
              <a:gd name="connsiteX1-111" fmla="*/ 0 w 3093543"/>
              <a:gd name="connsiteY1-112" fmla="*/ 3280097 h 3283413"/>
              <a:gd name="connsiteX2-113" fmla="*/ 12149 w 3093543"/>
              <a:gd name="connsiteY2-114" fmla="*/ 3120339 h 3283413"/>
              <a:gd name="connsiteX3-115" fmla="*/ 2964939 w 3093543"/>
              <a:gd name="connsiteY3-116" fmla="*/ 14445 h 3283413"/>
              <a:gd name="connsiteX4-117" fmla="*/ 3078620 w 3093543"/>
              <a:gd name="connsiteY4-118" fmla="*/ 0 h 3283413"/>
              <a:gd name="connsiteX5-119" fmla="*/ 3093543 w 3093543"/>
              <a:gd name="connsiteY5-120" fmla="*/ 11159 h 3283413"/>
              <a:gd name="connsiteX6-121" fmla="*/ 3091423 w 3093543"/>
              <a:gd name="connsiteY6-122" fmla="*/ 11421 h 3283413"/>
              <a:gd name="connsiteX7-123" fmla="*/ 2530806 w 3093543"/>
              <a:gd name="connsiteY7-124" fmla="*/ 150631 h 3283413"/>
              <a:gd name="connsiteX8-125" fmla="*/ 1991056 w 3093543"/>
              <a:gd name="connsiteY8-126" fmla="*/ 366531 h 3283413"/>
              <a:gd name="connsiteX9-127" fmla="*/ 1337006 w 3093543"/>
              <a:gd name="connsiteY9-128" fmla="*/ 779281 h 3283413"/>
              <a:gd name="connsiteX10-129" fmla="*/ 638506 w 3093543"/>
              <a:gd name="connsiteY10-130" fmla="*/ 1547631 h 3283413"/>
              <a:gd name="connsiteX0-131" fmla="*/ 0 w 3093543"/>
              <a:gd name="connsiteY0-132" fmla="*/ 3280097 h 3280097"/>
              <a:gd name="connsiteX1-133" fmla="*/ 12149 w 3093543"/>
              <a:gd name="connsiteY1-134" fmla="*/ 3120339 h 3280097"/>
              <a:gd name="connsiteX2-135" fmla="*/ 2964939 w 3093543"/>
              <a:gd name="connsiteY2-136" fmla="*/ 14445 h 3280097"/>
              <a:gd name="connsiteX3-137" fmla="*/ 3078620 w 3093543"/>
              <a:gd name="connsiteY3-138" fmla="*/ 0 h 3280097"/>
              <a:gd name="connsiteX4-139" fmla="*/ 3093543 w 3093543"/>
              <a:gd name="connsiteY4-140" fmla="*/ 11159 h 3280097"/>
              <a:gd name="connsiteX5-141" fmla="*/ 3091423 w 3093543"/>
              <a:gd name="connsiteY5-142" fmla="*/ 11421 h 3280097"/>
              <a:gd name="connsiteX6-143" fmla="*/ 2530806 w 3093543"/>
              <a:gd name="connsiteY6-144" fmla="*/ 150631 h 3280097"/>
              <a:gd name="connsiteX7-145" fmla="*/ 1991056 w 3093543"/>
              <a:gd name="connsiteY7-146" fmla="*/ 366531 h 3280097"/>
              <a:gd name="connsiteX8-147" fmla="*/ 1337006 w 3093543"/>
              <a:gd name="connsiteY8-148" fmla="*/ 779281 h 3280097"/>
              <a:gd name="connsiteX9-149" fmla="*/ 638506 w 3093543"/>
              <a:gd name="connsiteY9-150" fmla="*/ 1547631 h 3280097"/>
              <a:gd name="connsiteX0-151" fmla="*/ 0 w 3093543"/>
              <a:gd name="connsiteY0-152" fmla="*/ 3280097 h 3280097"/>
              <a:gd name="connsiteX1-153" fmla="*/ 12149 w 3093543"/>
              <a:gd name="connsiteY1-154" fmla="*/ 3120339 h 3280097"/>
              <a:gd name="connsiteX2-155" fmla="*/ 2964939 w 3093543"/>
              <a:gd name="connsiteY2-156" fmla="*/ 14445 h 3280097"/>
              <a:gd name="connsiteX3-157" fmla="*/ 3078620 w 3093543"/>
              <a:gd name="connsiteY3-158" fmla="*/ 0 h 3280097"/>
              <a:gd name="connsiteX4-159" fmla="*/ 3093543 w 3093543"/>
              <a:gd name="connsiteY4-160" fmla="*/ 11159 h 3280097"/>
              <a:gd name="connsiteX5-161" fmla="*/ 3091423 w 3093543"/>
              <a:gd name="connsiteY5-162" fmla="*/ 11421 h 3280097"/>
              <a:gd name="connsiteX6-163" fmla="*/ 2530806 w 3093543"/>
              <a:gd name="connsiteY6-164" fmla="*/ 150631 h 3280097"/>
              <a:gd name="connsiteX7-165" fmla="*/ 1991056 w 3093543"/>
              <a:gd name="connsiteY7-166" fmla="*/ 366531 h 3280097"/>
              <a:gd name="connsiteX8-167" fmla="*/ 1337006 w 3093543"/>
              <a:gd name="connsiteY8-168" fmla="*/ 779281 h 3280097"/>
              <a:gd name="connsiteX0-169" fmla="*/ 0 w 3093543"/>
              <a:gd name="connsiteY0-170" fmla="*/ 3280097 h 3280097"/>
              <a:gd name="connsiteX1-171" fmla="*/ 12149 w 3093543"/>
              <a:gd name="connsiteY1-172" fmla="*/ 3120339 h 3280097"/>
              <a:gd name="connsiteX2-173" fmla="*/ 2964939 w 3093543"/>
              <a:gd name="connsiteY2-174" fmla="*/ 14445 h 3280097"/>
              <a:gd name="connsiteX3-175" fmla="*/ 3078620 w 3093543"/>
              <a:gd name="connsiteY3-176" fmla="*/ 0 h 3280097"/>
              <a:gd name="connsiteX4-177" fmla="*/ 3093543 w 3093543"/>
              <a:gd name="connsiteY4-178" fmla="*/ 11159 h 3280097"/>
              <a:gd name="connsiteX5-179" fmla="*/ 3091423 w 3093543"/>
              <a:gd name="connsiteY5-180" fmla="*/ 11421 h 3280097"/>
              <a:gd name="connsiteX6-181" fmla="*/ 2530806 w 3093543"/>
              <a:gd name="connsiteY6-182" fmla="*/ 150631 h 3280097"/>
              <a:gd name="connsiteX7-183" fmla="*/ 1991056 w 3093543"/>
              <a:gd name="connsiteY7-184" fmla="*/ 366531 h 3280097"/>
              <a:gd name="connsiteX0-185" fmla="*/ 0 w 3093543"/>
              <a:gd name="connsiteY0-186" fmla="*/ 3280097 h 3280097"/>
              <a:gd name="connsiteX1-187" fmla="*/ 12149 w 3093543"/>
              <a:gd name="connsiteY1-188" fmla="*/ 3120339 h 3280097"/>
              <a:gd name="connsiteX2-189" fmla="*/ 2964939 w 3093543"/>
              <a:gd name="connsiteY2-190" fmla="*/ 14445 h 3280097"/>
              <a:gd name="connsiteX3-191" fmla="*/ 3078620 w 3093543"/>
              <a:gd name="connsiteY3-192" fmla="*/ 0 h 3280097"/>
              <a:gd name="connsiteX4-193" fmla="*/ 3093543 w 3093543"/>
              <a:gd name="connsiteY4-194" fmla="*/ 11159 h 3280097"/>
              <a:gd name="connsiteX5-195" fmla="*/ 3091423 w 3093543"/>
              <a:gd name="connsiteY5-196" fmla="*/ 11421 h 3280097"/>
              <a:gd name="connsiteX6-197" fmla="*/ 2530806 w 3093543"/>
              <a:gd name="connsiteY6-198" fmla="*/ 150631 h 3280097"/>
              <a:gd name="connsiteX0-199" fmla="*/ 0 w 3093543"/>
              <a:gd name="connsiteY0-200" fmla="*/ 3280097 h 3280097"/>
              <a:gd name="connsiteX1-201" fmla="*/ 12149 w 3093543"/>
              <a:gd name="connsiteY1-202" fmla="*/ 3120339 h 3280097"/>
              <a:gd name="connsiteX2-203" fmla="*/ 2964939 w 3093543"/>
              <a:gd name="connsiteY2-204" fmla="*/ 14445 h 3280097"/>
              <a:gd name="connsiteX3-205" fmla="*/ 3078620 w 3093543"/>
              <a:gd name="connsiteY3-206" fmla="*/ 0 h 3280097"/>
              <a:gd name="connsiteX4-207" fmla="*/ 3093543 w 3093543"/>
              <a:gd name="connsiteY4-208" fmla="*/ 11159 h 3280097"/>
              <a:gd name="connsiteX5-209" fmla="*/ 3091423 w 3093543"/>
              <a:gd name="connsiteY5-210" fmla="*/ 11421 h 3280097"/>
              <a:gd name="connsiteX0-211" fmla="*/ 0 w 3093543"/>
              <a:gd name="connsiteY0-212" fmla="*/ 3280097 h 3280097"/>
              <a:gd name="connsiteX1-213" fmla="*/ 12149 w 3093543"/>
              <a:gd name="connsiteY1-214" fmla="*/ 3120339 h 3280097"/>
              <a:gd name="connsiteX2-215" fmla="*/ 2964939 w 3093543"/>
              <a:gd name="connsiteY2-216" fmla="*/ 14445 h 3280097"/>
              <a:gd name="connsiteX3-217" fmla="*/ 3078620 w 3093543"/>
              <a:gd name="connsiteY3-218" fmla="*/ 0 h 3280097"/>
              <a:gd name="connsiteX4-219" fmla="*/ 3093543 w 3093543"/>
              <a:gd name="connsiteY4-220" fmla="*/ 11159 h 3280097"/>
              <a:gd name="connsiteX0-221" fmla="*/ 0 w 3078620"/>
              <a:gd name="connsiteY0-222" fmla="*/ 3280097 h 3280097"/>
              <a:gd name="connsiteX1-223" fmla="*/ 12149 w 3078620"/>
              <a:gd name="connsiteY1-224" fmla="*/ 3120339 h 3280097"/>
              <a:gd name="connsiteX2-225" fmla="*/ 2964939 w 3078620"/>
              <a:gd name="connsiteY2-226" fmla="*/ 14445 h 3280097"/>
              <a:gd name="connsiteX3-227" fmla="*/ 3078620 w 3078620"/>
              <a:gd name="connsiteY3-228" fmla="*/ 0 h 3280097"/>
            </a:gdLst>
            <a:ahLst/>
            <a:cxnLst>
              <a:cxn ang="0">
                <a:pos x="connsiteX0-1" y="connsiteY0-2"/>
              </a:cxn>
              <a:cxn ang="0">
                <a:pos x="connsiteX1-3" y="connsiteY1-4"/>
              </a:cxn>
              <a:cxn ang="0">
                <a:pos x="connsiteX2-5" y="connsiteY2-6"/>
              </a:cxn>
              <a:cxn ang="0">
                <a:pos x="connsiteX3-7" y="connsiteY3-8"/>
              </a:cxn>
            </a:cxnLst>
            <a:rect l="l" t="t" r="r" b="b"/>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1" name="任意多边形: 形状 30"/>
          <p:cNvSpPr/>
          <p:nvPr>
            <p:custDataLst>
              <p:tags r:id="rId14"/>
            </p:custDataLst>
          </p:nvPr>
        </p:nvSpPr>
        <p:spPr>
          <a:xfrm rot="11361091">
            <a:off x="1452880" y="1843405"/>
            <a:ext cx="3100070" cy="3303905"/>
          </a:xfrm>
          <a:custGeom>
            <a:avLst/>
            <a:gdLst>
              <a:gd name="connsiteX0" fmla="*/ 2963699 w 3156821"/>
              <a:gd name="connsiteY0" fmla="*/ 39 h 3367870"/>
              <a:gd name="connsiteX1" fmla="*/ 3078446 w 3156821"/>
              <a:gd name="connsiteY1" fmla="*/ 6886 h 3367870"/>
              <a:gd name="connsiteX2" fmla="*/ 3092741 w 3156821"/>
              <a:gd name="connsiteY2" fmla="*/ 8858 h 3367870"/>
              <a:gd name="connsiteX3" fmla="*/ 3109679 w 3156821"/>
              <a:gd name="connsiteY3" fmla="*/ 21524 h 3367870"/>
              <a:gd name="connsiteX4" fmla="*/ 3156821 w 3156821"/>
              <a:gd name="connsiteY4" fmla="*/ 64369 h 3367870"/>
              <a:gd name="connsiteX5" fmla="*/ 3077063 w 3156821"/>
              <a:gd name="connsiteY5" fmla="*/ 70434 h 3367870"/>
              <a:gd name="connsiteX6" fmla="*/ 59597 w 3156821"/>
              <a:gd name="connsiteY6" fmla="*/ 3245842 h 3367870"/>
              <a:gd name="connsiteX7" fmla="*/ 56511 w 3156821"/>
              <a:gd name="connsiteY7" fmla="*/ 3367870 h 3367870"/>
              <a:gd name="connsiteX8" fmla="*/ 0 w 3156821"/>
              <a:gd name="connsiteY8" fmla="*/ 3305693 h 3367870"/>
              <a:gd name="connsiteX9" fmla="*/ 284 w 3156821"/>
              <a:gd name="connsiteY9" fmla="*/ 3289042 h 3367870"/>
              <a:gd name="connsiteX10" fmla="*/ 27668 w 3156821"/>
              <a:gd name="connsiteY10" fmla="*/ 2935823 h 3367870"/>
              <a:gd name="connsiteX11" fmla="*/ 230868 w 3156821"/>
              <a:gd name="connsiteY11" fmla="*/ 2173823 h 3367870"/>
              <a:gd name="connsiteX12" fmla="*/ 529318 w 3156821"/>
              <a:gd name="connsiteY12" fmla="*/ 1595973 h 3367870"/>
              <a:gd name="connsiteX13" fmla="*/ 948418 w 3156821"/>
              <a:gd name="connsiteY13" fmla="*/ 1062573 h 3367870"/>
              <a:gd name="connsiteX14" fmla="*/ 1418318 w 3156821"/>
              <a:gd name="connsiteY14" fmla="*/ 649823 h 3367870"/>
              <a:gd name="connsiteX15" fmla="*/ 2066018 w 3156821"/>
              <a:gd name="connsiteY15" fmla="*/ 268823 h 3367870"/>
              <a:gd name="connsiteX16" fmla="*/ 2828018 w 3156821"/>
              <a:gd name="connsiteY16" fmla="*/ 14823 h 3367870"/>
              <a:gd name="connsiteX17" fmla="*/ 2963699 w 3156821"/>
              <a:gd name="connsiteY17" fmla="*/ 39 h 3367870"/>
              <a:gd name="connsiteX0-1" fmla="*/ 3092741 w 3184181"/>
              <a:gd name="connsiteY0-2" fmla="*/ 8858 h 3367870"/>
              <a:gd name="connsiteX1-3" fmla="*/ 3109679 w 3184181"/>
              <a:gd name="connsiteY1-4" fmla="*/ 21524 h 3367870"/>
              <a:gd name="connsiteX2-5" fmla="*/ 3156821 w 3184181"/>
              <a:gd name="connsiteY2-6" fmla="*/ 64369 h 3367870"/>
              <a:gd name="connsiteX3-7" fmla="*/ 3077063 w 3184181"/>
              <a:gd name="connsiteY3-8" fmla="*/ 70434 h 3367870"/>
              <a:gd name="connsiteX4-9" fmla="*/ 59597 w 3184181"/>
              <a:gd name="connsiteY4-10" fmla="*/ 3245842 h 3367870"/>
              <a:gd name="connsiteX5-11" fmla="*/ 56511 w 3184181"/>
              <a:gd name="connsiteY5-12" fmla="*/ 3367870 h 3367870"/>
              <a:gd name="connsiteX6-13" fmla="*/ 0 w 3184181"/>
              <a:gd name="connsiteY6-14" fmla="*/ 3305693 h 3367870"/>
              <a:gd name="connsiteX7-15" fmla="*/ 284 w 3184181"/>
              <a:gd name="connsiteY7-16" fmla="*/ 3289042 h 3367870"/>
              <a:gd name="connsiteX8-17" fmla="*/ 27668 w 3184181"/>
              <a:gd name="connsiteY8-18" fmla="*/ 2935823 h 3367870"/>
              <a:gd name="connsiteX9-19" fmla="*/ 230868 w 3184181"/>
              <a:gd name="connsiteY9-20" fmla="*/ 2173823 h 3367870"/>
              <a:gd name="connsiteX10-21" fmla="*/ 529318 w 3184181"/>
              <a:gd name="connsiteY10-22" fmla="*/ 1595973 h 3367870"/>
              <a:gd name="connsiteX11-23" fmla="*/ 948418 w 3184181"/>
              <a:gd name="connsiteY11-24" fmla="*/ 1062573 h 3367870"/>
              <a:gd name="connsiteX12-25" fmla="*/ 1418318 w 3184181"/>
              <a:gd name="connsiteY12-26" fmla="*/ 649823 h 3367870"/>
              <a:gd name="connsiteX13-27" fmla="*/ 2066018 w 3184181"/>
              <a:gd name="connsiteY13-28" fmla="*/ 268823 h 3367870"/>
              <a:gd name="connsiteX14-29" fmla="*/ 2828018 w 3184181"/>
              <a:gd name="connsiteY14-30" fmla="*/ 14823 h 3367870"/>
              <a:gd name="connsiteX15-31" fmla="*/ 2963699 w 3184181"/>
              <a:gd name="connsiteY15-32" fmla="*/ 39 h 3367870"/>
              <a:gd name="connsiteX16-33" fmla="*/ 3078446 w 3184181"/>
              <a:gd name="connsiteY16-34" fmla="*/ 6886 h 3367870"/>
              <a:gd name="connsiteX17-35" fmla="*/ 3184181 w 3184181"/>
              <a:gd name="connsiteY17-36" fmla="*/ 100298 h 3367870"/>
              <a:gd name="connsiteX0-37" fmla="*/ 3092741 w 3184181"/>
              <a:gd name="connsiteY0-38" fmla="*/ 8858 h 3367870"/>
              <a:gd name="connsiteX1-39" fmla="*/ 3156821 w 3184181"/>
              <a:gd name="connsiteY1-40" fmla="*/ 64369 h 3367870"/>
              <a:gd name="connsiteX2-41" fmla="*/ 3077063 w 3184181"/>
              <a:gd name="connsiteY2-42" fmla="*/ 70434 h 3367870"/>
              <a:gd name="connsiteX3-43" fmla="*/ 59597 w 3184181"/>
              <a:gd name="connsiteY3-44" fmla="*/ 3245842 h 3367870"/>
              <a:gd name="connsiteX4-45" fmla="*/ 56511 w 3184181"/>
              <a:gd name="connsiteY4-46" fmla="*/ 3367870 h 3367870"/>
              <a:gd name="connsiteX5-47" fmla="*/ 0 w 3184181"/>
              <a:gd name="connsiteY5-48" fmla="*/ 3305693 h 3367870"/>
              <a:gd name="connsiteX6-49" fmla="*/ 284 w 3184181"/>
              <a:gd name="connsiteY6-50" fmla="*/ 3289042 h 3367870"/>
              <a:gd name="connsiteX7-51" fmla="*/ 27668 w 3184181"/>
              <a:gd name="connsiteY7-52" fmla="*/ 2935823 h 3367870"/>
              <a:gd name="connsiteX8-53" fmla="*/ 230868 w 3184181"/>
              <a:gd name="connsiteY8-54" fmla="*/ 2173823 h 3367870"/>
              <a:gd name="connsiteX9-55" fmla="*/ 529318 w 3184181"/>
              <a:gd name="connsiteY9-56" fmla="*/ 1595973 h 3367870"/>
              <a:gd name="connsiteX10-57" fmla="*/ 948418 w 3184181"/>
              <a:gd name="connsiteY10-58" fmla="*/ 1062573 h 3367870"/>
              <a:gd name="connsiteX11-59" fmla="*/ 1418318 w 3184181"/>
              <a:gd name="connsiteY11-60" fmla="*/ 649823 h 3367870"/>
              <a:gd name="connsiteX12-61" fmla="*/ 2066018 w 3184181"/>
              <a:gd name="connsiteY12-62" fmla="*/ 268823 h 3367870"/>
              <a:gd name="connsiteX13-63" fmla="*/ 2828018 w 3184181"/>
              <a:gd name="connsiteY13-64" fmla="*/ 14823 h 3367870"/>
              <a:gd name="connsiteX14-65" fmla="*/ 2963699 w 3184181"/>
              <a:gd name="connsiteY14-66" fmla="*/ 39 h 3367870"/>
              <a:gd name="connsiteX15-67" fmla="*/ 3078446 w 3184181"/>
              <a:gd name="connsiteY15-68" fmla="*/ 6886 h 3367870"/>
              <a:gd name="connsiteX16-69" fmla="*/ 3184181 w 3184181"/>
              <a:gd name="connsiteY16-70" fmla="*/ 100298 h 3367870"/>
              <a:gd name="connsiteX0-71" fmla="*/ 3092741 w 3156821"/>
              <a:gd name="connsiteY0-72" fmla="*/ 8858 h 3367870"/>
              <a:gd name="connsiteX1-73" fmla="*/ 3156821 w 3156821"/>
              <a:gd name="connsiteY1-74" fmla="*/ 64369 h 3367870"/>
              <a:gd name="connsiteX2-75" fmla="*/ 3077063 w 3156821"/>
              <a:gd name="connsiteY2-76" fmla="*/ 70434 h 3367870"/>
              <a:gd name="connsiteX3-77" fmla="*/ 59597 w 3156821"/>
              <a:gd name="connsiteY3-78" fmla="*/ 3245842 h 3367870"/>
              <a:gd name="connsiteX4-79" fmla="*/ 56511 w 3156821"/>
              <a:gd name="connsiteY4-80" fmla="*/ 3367870 h 3367870"/>
              <a:gd name="connsiteX5-81" fmla="*/ 0 w 3156821"/>
              <a:gd name="connsiteY5-82" fmla="*/ 3305693 h 3367870"/>
              <a:gd name="connsiteX6-83" fmla="*/ 284 w 3156821"/>
              <a:gd name="connsiteY6-84" fmla="*/ 3289042 h 3367870"/>
              <a:gd name="connsiteX7-85" fmla="*/ 27668 w 3156821"/>
              <a:gd name="connsiteY7-86" fmla="*/ 2935823 h 3367870"/>
              <a:gd name="connsiteX8-87" fmla="*/ 230868 w 3156821"/>
              <a:gd name="connsiteY8-88" fmla="*/ 2173823 h 3367870"/>
              <a:gd name="connsiteX9-89" fmla="*/ 529318 w 3156821"/>
              <a:gd name="connsiteY9-90" fmla="*/ 1595973 h 3367870"/>
              <a:gd name="connsiteX10-91" fmla="*/ 948418 w 3156821"/>
              <a:gd name="connsiteY10-92" fmla="*/ 1062573 h 3367870"/>
              <a:gd name="connsiteX11-93" fmla="*/ 1418318 w 3156821"/>
              <a:gd name="connsiteY11-94" fmla="*/ 649823 h 3367870"/>
              <a:gd name="connsiteX12-95" fmla="*/ 2066018 w 3156821"/>
              <a:gd name="connsiteY12-96" fmla="*/ 268823 h 3367870"/>
              <a:gd name="connsiteX13-97" fmla="*/ 2828018 w 3156821"/>
              <a:gd name="connsiteY13-98" fmla="*/ 14823 h 3367870"/>
              <a:gd name="connsiteX14-99" fmla="*/ 2963699 w 3156821"/>
              <a:gd name="connsiteY14-100" fmla="*/ 39 h 3367870"/>
              <a:gd name="connsiteX15-101" fmla="*/ 3078446 w 3156821"/>
              <a:gd name="connsiteY15-102" fmla="*/ 6886 h 3367870"/>
              <a:gd name="connsiteX0-103" fmla="*/ 3156821 w 3156821"/>
              <a:gd name="connsiteY0-104" fmla="*/ 64369 h 3367870"/>
              <a:gd name="connsiteX1-105" fmla="*/ 3077063 w 3156821"/>
              <a:gd name="connsiteY1-106" fmla="*/ 70434 h 3367870"/>
              <a:gd name="connsiteX2-107" fmla="*/ 59597 w 3156821"/>
              <a:gd name="connsiteY2-108" fmla="*/ 3245842 h 3367870"/>
              <a:gd name="connsiteX3-109" fmla="*/ 56511 w 3156821"/>
              <a:gd name="connsiteY3-110" fmla="*/ 3367870 h 3367870"/>
              <a:gd name="connsiteX4-111" fmla="*/ 0 w 3156821"/>
              <a:gd name="connsiteY4-112" fmla="*/ 3305693 h 3367870"/>
              <a:gd name="connsiteX5-113" fmla="*/ 284 w 3156821"/>
              <a:gd name="connsiteY5-114" fmla="*/ 3289042 h 3367870"/>
              <a:gd name="connsiteX6-115" fmla="*/ 27668 w 3156821"/>
              <a:gd name="connsiteY6-116" fmla="*/ 2935823 h 3367870"/>
              <a:gd name="connsiteX7-117" fmla="*/ 230868 w 3156821"/>
              <a:gd name="connsiteY7-118" fmla="*/ 2173823 h 3367870"/>
              <a:gd name="connsiteX8-119" fmla="*/ 529318 w 3156821"/>
              <a:gd name="connsiteY8-120" fmla="*/ 1595973 h 3367870"/>
              <a:gd name="connsiteX9-121" fmla="*/ 948418 w 3156821"/>
              <a:gd name="connsiteY9-122" fmla="*/ 1062573 h 3367870"/>
              <a:gd name="connsiteX10-123" fmla="*/ 1418318 w 3156821"/>
              <a:gd name="connsiteY10-124" fmla="*/ 649823 h 3367870"/>
              <a:gd name="connsiteX11-125" fmla="*/ 2066018 w 3156821"/>
              <a:gd name="connsiteY11-126" fmla="*/ 268823 h 3367870"/>
              <a:gd name="connsiteX12-127" fmla="*/ 2828018 w 3156821"/>
              <a:gd name="connsiteY12-128" fmla="*/ 14823 h 3367870"/>
              <a:gd name="connsiteX13-129" fmla="*/ 2963699 w 3156821"/>
              <a:gd name="connsiteY13-130" fmla="*/ 39 h 3367870"/>
              <a:gd name="connsiteX14-131" fmla="*/ 3078446 w 3156821"/>
              <a:gd name="connsiteY14-132" fmla="*/ 6886 h 3367870"/>
              <a:gd name="connsiteX0-133" fmla="*/ 3156821 w 3156821"/>
              <a:gd name="connsiteY0-134" fmla="*/ 64330 h 3367831"/>
              <a:gd name="connsiteX1-135" fmla="*/ 3077063 w 3156821"/>
              <a:gd name="connsiteY1-136" fmla="*/ 70395 h 3367831"/>
              <a:gd name="connsiteX2-137" fmla="*/ 59597 w 3156821"/>
              <a:gd name="connsiteY2-138" fmla="*/ 3245803 h 3367831"/>
              <a:gd name="connsiteX3-139" fmla="*/ 56511 w 3156821"/>
              <a:gd name="connsiteY3-140" fmla="*/ 3367831 h 3367831"/>
              <a:gd name="connsiteX4-141" fmla="*/ 0 w 3156821"/>
              <a:gd name="connsiteY4-142" fmla="*/ 3305654 h 3367831"/>
              <a:gd name="connsiteX5-143" fmla="*/ 284 w 3156821"/>
              <a:gd name="connsiteY5-144" fmla="*/ 3289003 h 3367831"/>
              <a:gd name="connsiteX6-145" fmla="*/ 27668 w 3156821"/>
              <a:gd name="connsiteY6-146" fmla="*/ 2935784 h 3367831"/>
              <a:gd name="connsiteX7-147" fmla="*/ 230868 w 3156821"/>
              <a:gd name="connsiteY7-148" fmla="*/ 2173784 h 3367831"/>
              <a:gd name="connsiteX8-149" fmla="*/ 529318 w 3156821"/>
              <a:gd name="connsiteY8-150" fmla="*/ 1595934 h 3367831"/>
              <a:gd name="connsiteX9-151" fmla="*/ 948418 w 3156821"/>
              <a:gd name="connsiteY9-152" fmla="*/ 1062534 h 3367831"/>
              <a:gd name="connsiteX10-153" fmla="*/ 1418318 w 3156821"/>
              <a:gd name="connsiteY10-154" fmla="*/ 649784 h 3367831"/>
              <a:gd name="connsiteX11-155" fmla="*/ 2066018 w 3156821"/>
              <a:gd name="connsiteY11-156" fmla="*/ 268784 h 3367831"/>
              <a:gd name="connsiteX12-157" fmla="*/ 2828018 w 3156821"/>
              <a:gd name="connsiteY12-158" fmla="*/ 14784 h 3367831"/>
              <a:gd name="connsiteX13-159" fmla="*/ 2963699 w 3156821"/>
              <a:gd name="connsiteY13-160" fmla="*/ 0 h 3367831"/>
              <a:gd name="connsiteX0-161" fmla="*/ 3156821 w 3156821"/>
              <a:gd name="connsiteY0-162" fmla="*/ 49546 h 3353047"/>
              <a:gd name="connsiteX1-163" fmla="*/ 3077063 w 3156821"/>
              <a:gd name="connsiteY1-164" fmla="*/ 55611 h 3353047"/>
              <a:gd name="connsiteX2-165" fmla="*/ 59597 w 3156821"/>
              <a:gd name="connsiteY2-166" fmla="*/ 3231019 h 3353047"/>
              <a:gd name="connsiteX3-167" fmla="*/ 56511 w 3156821"/>
              <a:gd name="connsiteY3-168" fmla="*/ 3353047 h 3353047"/>
              <a:gd name="connsiteX4-169" fmla="*/ 0 w 3156821"/>
              <a:gd name="connsiteY4-170" fmla="*/ 3290870 h 3353047"/>
              <a:gd name="connsiteX5-171" fmla="*/ 284 w 3156821"/>
              <a:gd name="connsiteY5-172" fmla="*/ 3274219 h 3353047"/>
              <a:gd name="connsiteX6-173" fmla="*/ 27668 w 3156821"/>
              <a:gd name="connsiteY6-174" fmla="*/ 2921000 h 3353047"/>
              <a:gd name="connsiteX7-175" fmla="*/ 230868 w 3156821"/>
              <a:gd name="connsiteY7-176" fmla="*/ 2159000 h 3353047"/>
              <a:gd name="connsiteX8-177" fmla="*/ 529318 w 3156821"/>
              <a:gd name="connsiteY8-178" fmla="*/ 1581150 h 3353047"/>
              <a:gd name="connsiteX9-179" fmla="*/ 948418 w 3156821"/>
              <a:gd name="connsiteY9-180" fmla="*/ 1047750 h 3353047"/>
              <a:gd name="connsiteX10-181" fmla="*/ 1418318 w 3156821"/>
              <a:gd name="connsiteY10-182" fmla="*/ 635000 h 3353047"/>
              <a:gd name="connsiteX11-183" fmla="*/ 2066018 w 3156821"/>
              <a:gd name="connsiteY11-184" fmla="*/ 254000 h 3353047"/>
              <a:gd name="connsiteX12-185" fmla="*/ 2828018 w 3156821"/>
              <a:gd name="connsiteY12-186" fmla="*/ 0 h 3353047"/>
              <a:gd name="connsiteX0-187" fmla="*/ 3156821 w 3156821"/>
              <a:gd name="connsiteY0-188" fmla="*/ 0 h 3303501"/>
              <a:gd name="connsiteX1-189" fmla="*/ 3077063 w 3156821"/>
              <a:gd name="connsiteY1-190" fmla="*/ 6065 h 3303501"/>
              <a:gd name="connsiteX2-191" fmla="*/ 59597 w 3156821"/>
              <a:gd name="connsiteY2-192" fmla="*/ 3181473 h 3303501"/>
              <a:gd name="connsiteX3-193" fmla="*/ 56511 w 3156821"/>
              <a:gd name="connsiteY3-194" fmla="*/ 3303501 h 3303501"/>
              <a:gd name="connsiteX4-195" fmla="*/ 0 w 3156821"/>
              <a:gd name="connsiteY4-196" fmla="*/ 3241324 h 3303501"/>
              <a:gd name="connsiteX5-197" fmla="*/ 284 w 3156821"/>
              <a:gd name="connsiteY5-198" fmla="*/ 3224673 h 3303501"/>
              <a:gd name="connsiteX6-199" fmla="*/ 27668 w 3156821"/>
              <a:gd name="connsiteY6-200" fmla="*/ 2871454 h 3303501"/>
              <a:gd name="connsiteX7-201" fmla="*/ 230868 w 3156821"/>
              <a:gd name="connsiteY7-202" fmla="*/ 2109454 h 3303501"/>
              <a:gd name="connsiteX8-203" fmla="*/ 529318 w 3156821"/>
              <a:gd name="connsiteY8-204" fmla="*/ 1531604 h 3303501"/>
              <a:gd name="connsiteX9-205" fmla="*/ 948418 w 3156821"/>
              <a:gd name="connsiteY9-206" fmla="*/ 998204 h 3303501"/>
              <a:gd name="connsiteX10-207" fmla="*/ 1418318 w 3156821"/>
              <a:gd name="connsiteY10-208" fmla="*/ 585454 h 3303501"/>
              <a:gd name="connsiteX11-209" fmla="*/ 2066018 w 3156821"/>
              <a:gd name="connsiteY11-210" fmla="*/ 204454 h 3303501"/>
              <a:gd name="connsiteX0-211" fmla="*/ 3156821 w 3156821"/>
              <a:gd name="connsiteY0-212" fmla="*/ 0 h 3303501"/>
              <a:gd name="connsiteX1-213" fmla="*/ 3077063 w 3156821"/>
              <a:gd name="connsiteY1-214" fmla="*/ 6065 h 3303501"/>
              <a:gd name="connsiteX2-215" fmla="*/ 59597 w 3156821"/>
              <a:gd name="connsiteY2-216" fmla="*/ 3181473 h 3303501"/>
              <a:gd name="connsiteX3-217" fmla="*/ 56511 w 3156821"/>
              <a:gd name="connsiteY3-218" fmla="*/ 3303501 h 3303501"/>
              <a:gd name="connsiteX4-219" fmla="*/ 0 w 3156821"/>
              <a:gd name="connsiteY4-220" fmla="*/ 3241324 h 3303501"/>
              <a:gd name="connsiteX5-221" fmla="*/ 284 w 3156821"/>
              <a:gd name="connsiteY5-222" fmla="*/ 3224673 h 3303501"/>
              <a:gd name="connsiteX6-223" fmla="*/ 27668 w 3156821"/>
              <a:gd name="connsiteY6-224" fmla="*/ 2871454 h 3303501"/>
              <a:gd name="connsiteX7-225" fmla="*/ 230868 w 3156821"/>
              <a:gd name="connsiteY7-226" fmla="*/ 2109454 h 3303501"/>
              <a:gd name="connsiteX8-227" fmla="*/ 529318 w 3156821"/>
              <a:gd name="connsiteY8-228" fmla="*/ 1531604 h 3303501"/>
              <a:gd name="connsiteX9-229" fmla="*/ 948418 w 3156821"/>
              <a:gd name="connsiteY9-230" fmla="*/ 998204 h 3303501"/>
              <a:gd name="connsiteX10-231" fmla="*/ 1418318 w 3156821"/>
              <a:gd name="connsiteY10-232" fmla="*/ 585454 h 3303501"/>
              <a:gd name="connsiteX0-233" fmla="*/ 3156821 w 3156821"/>
              <a:gd name="connsiteY0-234" fmla="*/ 0 h 3303501"/>
              <a:gd name="connsiteX1-235" fmla="*/ 3077063 w 3156821"/>
              <a:gd name="connsiteY1-236" fmla="*/ 6065 h 3303501"/>
              <a:gd name="connsiteX2-237" fmla="*/ 59597 w 3156821"/>
              <a:gd name="connsiteY2-238" fmla="*/ 3181473 h 3303501"/>
              <a:gd name="connsiteX3-239" fmla="*/ 56511 w 3156821"/>
              <a:gd name="connsiteY3-240" fmla="*/ 3303501 h 3303501"/>
              <a:gd name="connsiteX4-241" fmla="*/ 0 w 3156821"/>
              <a:gd name="connsiteY4-242" fmla="*/ 3241324 h 3303501"/>
              <a:gd name="connsiteX5-243" fmla="*/ 284 w 3156821"/>
              <a:gd name="connsiteY5-244" fmla="*/ 3224673 h 3303501"/>
              <a:gd name="connsiteX6-245" fmla="*/ 27668 w 3156821"/>
              <a:gd name="connsiteY6-246" fmla="*/ 2871454 h 3303501"/>
              <a:gd name="connsiteX7-247" fmla="*/ 230868 w 3156821"/>
              <a:gd name="connsiteY7-248" fmla="*/ 2109454 h 3303501"/>
              <a:gd name="connsiteX8-249" fmla="*/ 529318 w 3156821"/>
              <a:gd name="connsiteY8-250" fmla="*/ 1531604 h 3303501"/>
              <a:gd name="connsiteX9-251" fmla="*/ 948418 w 3156821"/>
              <a:gd name="connsiteY9-252" fmla="*/ 998204 h 3303501"/>
              <a:gd name="connsiteX0-253" fmla="*/ 3156821 w 3156821"/>
              <a:gd name="connsiteY0-254" fmla="*/ 0 h 3303501"/>
              <a:gd name="connsiteX1-255" fmla="*/ 3077063 w 3156821"/>
              <a:gd name="connsiteY1-256" fmla="*/ 6065 h 3303501"/>
              <a:gd name="connsiteX2-257" fmla="*/ 59597 w 3156821"/>
              <a:gd name="connsiteY2-258" fmla="*/ 3181473 h 3303501"/>
              <a:gd name="connsiteX3-259" fmla="*/ 56511 w 3156821"/>
              <a:gd name="connsiteY3-260" fmla="*/ 3303501 h 3303501"/>
              <a:gd name="connsiteX4-261" fmla="*/ 0 w 3156821"/>
              <a:gd name="connsiteY4-262" fmla="*/ 3241324 h 3303501"/>
              <a:gd name="connsiteX5-263" fmla="*/ 284 w 3156821"/>
              <a:gd name="connsiteY5-264" fmla="*/ 3224673 h 3303501"/>
              <a:gd name="connsiteX6-265" fmla="*/ 27668 w 3156821"/>
              <a:gd name="connsiteY6-266" fmla="*/ 2871454 h 3303501"/>
              <a:gd name="connsiteX7-267" fmla="*/ 230868 w 3156821"/>
              <a:gd name="connsiteY7-268" fmla="*/ 2109454 h 3303501"/>
              <a:gd name="connsiteX8-269" fmla="*/ 529318 w 3156821"/>
              <a:gd name="connsiteY8-270" fmla="*/ 1531604 h 3303501"/>
              <a:gd name="connsiteX0-271" fmla="*/ 3156821 w 3156821"/>
              <a:gd name="connsiteY0-272" fmla="*/ 0 h 3303501"/>
              <a:gd name="connsiteX1-273" fmla="*/ 3077063 w 3156821"/>
              <a:gd name="connsiteY1-274" fmla="*/ 6065 h 3303501"/>
              <a:gd name="connsiteX2-275" fmla="*/ 59597 w 3156821"/>
              <a:gd name="connsiteY2-276" fmla="*/ 3181473 h 3303501"/>
              <a:gd name="connsiteX3-277" fmla="*/ 56511 w 3156821"/>
              <a:gd name="connsiteY3-278" fmla="*/ 3303501 h 3303501"/>
              <a:gd name="connsiteX4-279" fmla="*/ 0 w 3156821"/>
              <a:gd name="connsiteY4-280" fmla="*/ 3241324 h 3303501"/>
              <a:gd name="connsiteX5-281" fmla="*/ 284 w 3156821"/>
              <a:gd name="connsiteY5-282" fmla="*/ 3224673 h 3303501"/>
              <a:gd name="connsiteX6-283" fmla="*/ 27668 w 3156821"/>
              <a:gd name="connsiteY6-284" fmla="*/ 2871454 h 3303501"/>
              <a:gd name="connsiteX7-285" fmla="*/ 230868 w 3156821"/>
              <a:gd name="connsiteY7-286" fmla="*/ 2109454 h 3303501"/>
              <a:gd name="connsiteX0-287" fmla="*/ 3156821 w 3156821"/>
              <a:gd name="connsiteY0-288" fmla="*/ 0 h 3303501"/>
              <a:gd name="connsiteX1-289" fmla="*/ 3077063 w 3156821"/>
              <a:gd name="connsiteY1-290" fmla="*/ 6065 h 3303501"/>
              <a:gd name="connsiteX2-291" fmla="*/ 59597 w 3156821"/>
              <a:gd name="connsiteY2-292" fmla="*/ 3181473 h 3303501"/>
              <a:gd name="connsiteX3-293" fmla="*/ 56511 w 3156821"/>
              <a:gd name="connsiteY3-294" fmla="*/ 3303501 h 3303501"/>
              <a:gd name="connsiteX4-295" fmla="*/ 0 w 3156821"/>
              <a:gd name="connsiteY4-296" fmla="*/ 3241324 h 3303501"/>
              <a:gd name="connsiteX5-297" fmla="*/ 284 w 3156821"/>
              <a:gd name="connsiteY5-298" fmla="*/ 3224673 h 3303501"/>
              <a:gd name="connsiteX6-299" fmla="*/ 27668 w 3156821"/>
              <a:gd name="connsiteY6-300" fmla="*/ 2871454 h 3303501"/>
              <a:gd name="connsiteX0-301" fmla="*/ 3156821 w 3156821"/>
              <a:gd name="connsiteY0-302" fmla="*/ 0 h 3303501"/>
              <a:gd name="connsiteX1-303" fmla="*/ 3077063 w 3156821"/>
              <a:gd name="connsiteY1-304" fmla="*/ 6065 h 3303501"/>
              <a:gd name="connsiteX2-305" fmla="*/ 59597 w 3156821"/>
              <a:gd name="connsiteY2-306" fmla="*/ 3181473 h 3303501"/>
              <a:gd name="connsiteX3-307" fmla="*/ 56511 w 3156821"/>
              <a:gd name="connsiteY3-308" fmla="*/ 3303501 h 3303501"/>
              <a:gd name="connsiteX4-309" fmla="*/ 0 w 3156821"/>
              <a:gd name="connsiteY4-310" fmla="*/ 3241324 h 3303501"/>
              <a:gd name="connsiteX5-311" fmla="*/ 284 w 3156821"/>
              <a:gd name="connsiteY5-312" fmla="*/ 3224673 h 3303501"/>
              <a:gd name="connsiteX0-313" fmla="*/ 3156821 w 3156821"/>
              <a:gd name="connsiteY0-314" fmla="*/ 0 h 3303501"/>
              <a:gd name="connsiteX1-315" fmla="*/ 3077063 w 3156821"/>
              <a:gd name="connsiteY1-316" fmla="*/ 6065 h 3303501"/>
              <a:gd name="connsiteX2-317" fmla="*/ 59597 w 3156821"/>
              <a:gd name="connsiteY2-318" fmla="*/ 3181473 h 3303501"/>
              <a:gd name="connsiteX3-319" fmla="*/ 56511 w 3156821"/>
              <a:gd name="connsiteY3-320" fmla="*/ 3303501 h 3303501"/>
              <a:gd name="connsiteX4-321" fmla="*/ 0 w 3156821"/>
              <a:gd name="connsiteY4-322" fmla="*/ 3241324 h 3303501"/>
              <a:gd name="connsiteX0-323" fmla="*/ 3100310 w 3100310"/>
              <a:gd name="connsiteY0-324" fmla="*/ 0 h 3303501"/>
              <a:gd name="connsiteX1-325" fmla="*/ 3020552 w 3100310"/>
              <a:gd name="connsiteY1-326" fmla="*/ 6065 h 3303501"/>
              <a:gd name="connsiteX2-327" fmla="*/ 3086 w 3100310"/>
              <a:gd name="connsiteY2-328" fmla="*/ 3181473 h 3303501"/>
              <a:gd name="connsiteX3-329" fmla="*/ 0 w 3100310"/>
              <a:gd name="connsiteY3-330" fmla="*/ 3303501 h 3303501"/>
            </a:gdLst>
            <a:ahLst/>
            <a:cxnLst>
              <a:cxn ang="0">
                <a:pos x="connsiteX0-1" y="connsiteY0-2"/>
              </a:cxn>
              <a:cxn ang="0">
                <a:pos x="connsiteX1-3" y="connsiteY1-4"/>
              </a:cxn>
              <a:cxn ang="0">
                <a:pos x="connsiteX2-5" y="connsiteY2-6"/>
              </a:cxn>
              <a:cxn ang="0">
                <a:pos x="connsiteX3-7" y="connsiteY3-8"/>
              </a:cxn>
            </a:cxnLst>
            <a:rect l="l" t="t" r="r" b="b"/>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2" name="任意多边形: 形状 31"/>
          <p:cNvSpPr/>
          <p:nvPr>
            <p:custDataLst>
              <p:tags r:id="rId15"/>
            </p:custDataLst>
          </p:nvPr>
        </p:nvSpPr>
        <p:spPr>
          <a:xfrm rot="11361091">
            <a:off x="1145540" y="1441450"/>
            <a:ext cx="3050540" cy="3232785"/>
          </a:xfrm>
          <a:custGeom>
            <a:avLst/>
            <a:gdLst>
              <a:gd name="connsiteX0" fmla="*/ 2941200 w 3076263"/>
              <a:gd name="connsiteY0" fmla="*/ 0 h 3242409"/>
              <a:gd name="connsiteX1" fmla="*/ 3050508 w 3076263"/>
              <a:gd name="connsiteY1" fmla="*/ 2764 h 3242409"/>
              <a:gd name="connsiteX2" fmla="*/ 3067664 w 3076263"/>
              <a:gd name="connsiteY2" fmla="*/ 25707 h 3242409"/>
              <a:gd name="connsiteX3" fmla="*/ 3076263 w 3076263"/>
              <a:gd name="connsiteY3" fmla="*/ 39861 h 3242409"/>
              <a:gd name="connsiteX4" fmla="*/ 3022689 w 3076263"/>
              <a:gd name="connsiteY4" fmla="*/ 37228 h 3242409"/>
              <a:gd name="connsiteX5" fmla="*/ 2849651 w 3076263"/>
              <a:gd name="connsiteY5" fmla="*/ 44967 h 3242409"/>
              <a:gd name="connsiteX6" fmla="*/ 1884451 w 3076263"/>
              <a:gd name="connsiteY6" fmla="*/ 248167 h 3242409"/>
              <a:gd name="connsiteX7" fmla="*/ 1147851 w 3076263"/>
              <a:gd name="connsiteY7" fmla="*/ 667267 h 3242409"/>
              <a:gd name="connsiteX8" fmla="*/ 519201 w 3076263"/>
              <a:gd name="connsiteY8" fmla="*/ 1372117 h 3242409"/>
              <a:gd name="connsiteX9" fmla="*/ 208051 w 3076263"/>
              <a:gd name="connsiteY9" fmla="*/ 1937267 h 3242409"/>
              <a:gd name="connsiteX10" fmla="*/ 55651 w 3076263"/>
              <a:gd name="connsiteY10" fmla="*/ 2654817 h 3242409"/>
              <a:gd name="connsiteX11" fmla="*/ 30443 w 3076263"/>
              <a:gd name="connsiteY11" fmla="*/ 3184428 h 3242409"/>
              <a:gd name="connsiteX12" fmla="*/ 30841 w 3076263"/>
              <a:gd name="connsiteY12" fmla="*/ 3242409 h 3242409"/>
              <a:gd name="connsiteX13" fmla="*/ 14465 w 3076263"/>
              <a:gd name="connsiteY13" fmla="*/ 3232460 h 3242409"/>
              <a:gd name="connsiteX14" fmla="*/ 3827 w 3076263"/>
              <a:gd name="connsiteY14" fmla="*/ 3092554 h 3242409"/>
              <a:gd name="connsiteX15" fmla="*/ 0 w 3076263"/>
              <a:gd name="connsiteY15" fmla="*/ 2941200 h 3242409"/>
              <a:gd name="connsiteX16" fmla="*/ 2941200 w 3076263"/>
              <a:gd name="connsiteY16" fmla="*/ 0 h 3242409"/>
              <a:gd name="connsiteX0-1" fmla="*/ 2941200 w 3076263"/>
              <a:gd name="connsiteY0-2" fmla="*/ 0 h 3242409"/>
              <a:gd name="connsiteX1-3" fmla="*/ 3050508 w 3076263"/>
              <a:gd name="connsiteY1-4" fmla="*/ 2764 h 3242409"/>
              <a:gd name="connsiteX2-5" fmla="*/ 3067664 w 3076263"/>
              <a:gd name="connsiteY2-6" fmla="*/ 25707 h 3242409"/>
              <a:gd name="connsiteX3-7" fmla="*/ 3076263 w 3076263"/>
              <a:gd name="connsiteY3-8" fmla="*/ 39861 h 3242409"/>
              <a:gd name="connsiteX4-9" fmla="*/ 3022689 w 3076263"/>
              <a:gd name="connsiteY4-10" fmla="*/ 37228 h 3242409"/>
              <a:gd name="connsiteX5-11" fmla="*/ 1884451 w 3076263"/>
              <a:gd name="connsiteY5-12" fmla="*/ 248167 h 3242409"/>
              <a:gd name="connsiteX6-13" fmla="*/ 1147851 w 3076263"/>
              <a:gd name="connsiteY6-14" fmla="*/ 667267 h 3242409"/>
              <a:gd name="connsiteX7-15" fmla="*/ 519201 w 3076263"/>
              <a:gd name="connsiteY7-16" fmla="*/ 1372117 h 3242409"/>
              <a:gd name="connsiteX8-17" fmla="*/ 208051 w 3076263"/>
              <a:gd name="connsiteY8-18" fmla="*/ 1937267 h 3242409"/>
              <a:gd name="connsiteX9-19" fmla="*/ 55651 w 3076263"/>
              <a:gd name="connsiteY9-20" fmla="*/ 2654817 h 3242409"/>
              <a:gd name="connsiteX10-21" fmla="*/ 30443 w 3076263"/>
              <a:gd name="connsiteY10-22" fmla="*/ 3184428 h 3242409"/>
              <a:gd name="connsiteX11-23" fmla="*/ 30841 w 3076263"/>
              <a:gd name="connsiteY11-24" fmla="*/ 3242409 h 3242409"/>
              <a:gd name="connsiteX12-25" fmla="*/ 14465 w 3076263"/>
              <a:gd name="connsiteY12-26" fmla="*/ 3232460 h 3242409"/>
              <a:gd name="connsiteX13-27" fmla="*/ 3827 w 3076263"/>
              <a:gd name="connsiteY13-28" fmla="*/ 3092554 h 3242409"/>
              <a:gd name="connsiteX14-29" fmla="*/ 0 w 3076263"/>
              <a:gd name="connsiteY14-30" fmla="*/ 2941200 h 3242409"/>
              <a:gd name="connsiteX15-31" fmla="*/ 2941200 w 3076263"/>
              <a:gd name="connsiteY15-32" fmla="*/ 0 h 3242409"/>
              <a:gd name="connsiteX0-33" fmla="*/ 1884451 w 3076263"/>
              <a:gd name="connsiteY0-34" fmla="*/ 248167 h 3242409"/>
              <a:gd name="connsiteX1-35" fmla="*/ 1147851 w 3076263"/>
              <a:gd name="connsiteY1-36" fmla="*/ 667267 h 3242409"/>
              <a:gd name="connsiteX2-37" fmla="*/ 519201 w 3076263"/>
              <a:gd name="connsiteY2-38" fmla="*/ 1372117 h 3242409"/>
              <a:gd name="connsiteX3-39" fmla="*/ 208051 w 3076263"/>
              <a:gd name="connsiteY3-40" fmla="*/ 1937267 h 3242409"/>
              <a:gd name="connsiteX4-41" fmla="*/ 55651 w 3076263"/>
              <a:gd name="connsiteY4-42" fmla="*/ 2654817 h 3242409"/>
              <a:gd name="connsiteX5-43" fmla="*/ 30443 w 3076263"/>
              <a:gd name="connsiteY5-44" fmla="*/ 3184428 h 3242409"/>
              <a:gd name="connsiteX6-45" fmla="*/ 30841 w 3076263"/>
              <a:gd name="connsiteY6-46" fmla="*/ 3242409 h 3242409"/>
              <a:gd name="connsiteX7-47" fmla="*/ 14465 w 3076263"/>
              <a:gd name="connsiteY7-48" fmla="*/ 3232460 h 3242409"/>
              <a:gd name="connsiteX8-49" fmla="*/ 3827 w 3076263"/>
              <a:gd name="connsiteY8-50" fmla="*/ 3092554 h 3242409"/>
              <a:gd name="connsiteX9-51" fmla="*/ 0 w 3076263"/>
              <a:gd name="connsiteY9-52" fmla="*/ 2941200 h 3242409"/>
              <a:gd name="connsiteX10-53" fmla="*/ 2941200 w 3076263"/>
              <a:gd name="connsiteY10-54" fmla="*/ 0 h 3242409"/>
              <a:gd name="connsiteX11-55" fmla="*/ 3050508 w 3076263"/>
              <a:gd name="connsiteY11-56" fmla="*/ 2764 h 3242409"/>
              <a:gd name="connsiteX12-57" fmla="*/ 3067664 w 3076263"/>
              <a:gd name="connsiteY12-58" fmla="*/ 25707 h 3242409"/>
              <a:gd name="connsiteX13-59" fmla="*/ 3076263 w 3076263"/>
              <a:gd name="connsiteY13-60" fmla="*/ 39861 h 3242409"/>
              <a:gd name="connsiteX14-61" fmla="*/ 3022689 w 3076263"/>
              <a:gd name="connsiteY14-62" fmla="*/ 37228 h 3242409"/>
              <a:gd name="connsiteX15-63" fmla="*/ 1975891 w 3076263"/>
              <a:gd name="connsiteY15-64" fmla="*/ 339607 h 3242409"/>
              <a:gd name="connsiteX0-65" fmla="*/ 1884451 w 3076263"/>
              <a:gd name="connsiteY0-66" fmla="*/ 248167 h 3242409"/>
              <a:gd name="connsiteX1-67" fmla="*/ 1147851 w 3076263"/>
              <a:gd name="connsiteY1-68" fmla="*/ 667267 h 3242409"/>
              <a:gd name="connsiteX2-69" fmla="*/ 519201 w 3076263"/>
              <a:gd name="connsiteY2-70" fmla="*/ 1372117 h 3242409"/>
              <a:gd name="connsiteX3-71" fmla="*/ 208051 w 3076263"/>
              <a:gd name="connsiteY3-72" fmla="*/ 1937267 h 3242409"/>
              <a:gd name="connsiteX4-73" fmla="*/ 55651 w 3076263"/>
              <a:gd name="connsiteY4-74" fmla="*/ 2654817 h 3242409"/>
              <a:gd name="connsiteX5-75" fmla="*/ 30443 w 3076263"/>
              <a:gd name="connsiteY5-76" fmla="*/ 3184428 h 3242409"/>
              <a:gd name="connsiteX6-77" fmla="*/ 30841 w 3076263"/>
              <a:gd name="connsiteY6-78" fmla="*/ 3242409 h 3242409"/>
              <a:gd name="connsiteX7-79" fmla="*/ 14465 w 3076263"/>
              <a:gd name="connsiteY7-80" fmla="*/ 3232460 h 3242409"/>
              <a:gd name="connsiteX8-81" fmla="*/ 3827 w 3076263"/>
              <a:gd name="connsiteY8-82" fmla="*/ 3092554 h 3242409"/>
              <a:gd name="connsiteX9-83" fmla="*/ 0 w 3076263"/>
              <a:gd name="connsiteY9-84" fmla="*/ 2941200 h 3242409"/>
              <a:gd name="connsiteX10-85" fmla="*/ 2941200 w 3076263"/>
              <a:gd name="connsiteY10-86" fmla="*/ 0 h 3242409"/>
              <a:gd name="connsiteX11-87" fmla="*/ 3050508 w 3076263"/>
              <a:gd name="connsiteY11-88" fmla="*/ 2764 h 3242409"/>
              <a:gd name="connsiteX12-89" fmla="*/ 3067664 w 3076263"/>
              <a:gd name="connsiteY12-90" fmla="*/ 25707 h 3242409"/>
              <a:gd name="connsiteX13-91" fmla="*/ 3076263 w 3076263"/>
              <a:gd name="connsiteY13-92" fmla="*/ 39861 h 3242409"/>
              <a:gd name="connsiteX14-93" fmla="*/ 3022689 w 3076263"/>
              <a:gd name="connsiteY14-94" fmla="*/ 37228 h 3242409"/>
              <a:gd name="connsiteX0-95" fmla="*/ 1884451 w 3076263"/>
              <a:gd name="connsiteY0-96" fmla="*/ 248167 h 3242409"/>
              <a:gd name="connsiteX1-97" fmla="*/ 1147851 w 3076263"/>
              <a:gd name="connsiteY1-98" fmla="*/ 667267 h 3242409"/>
              <a:gd name="connsiteX2-99" fmla="*/ 519201 w 3076263"/>
              <a:gd name="connsiteY2-100" fmla="*/ 1372117 h 3242409"/>
              <a:gd name="connsiteX3-101" fmla="*/ 208051 w 3076263"/>
              <a:gd name="connsiteY3-102" fmla="*/ 1937267 h 3242409"/>
              <a:gd name="connsiteX4-103" fmla="*/ 55651 w 3076263"/>
              <a:gd name="connsiteY4-104" fmla="*/ 2654817 h 3242409"/>
              <a:gd name="connsiteX5-105" fmla="*/ 30443 w 3076263"/>
              <a:gd name="connsiteY5-106" fmla="*/ 3184428 h 3242409"/>
              <a:gd name="connsiteX6-107" fmla="*/ 30841 w 3076263"/>
              <a:gd name="connsiteY6-108" fmla="*/ 3242409 h 3242409"/>
              <a:gd name="connsiteX7-109" fmla="*/ 14465 w 3076263"/>
              <a:gd name="connsiteY7-110" fmla="*/ 3232460 h 3242409"/>
              <a:gd name="connsiteX8-111" fmla="*/ 3827 w 3076263"/>
              <a:gd name="connsiteY8-112" fmla="*/ 3092554 h 3242409"/>
              <a:gd name="connsiteX9-113" fmla="*/ 0 w 3076263"/>
              <a:gd name="connsiteY9-114" fmla="*/ 2941200 h 3242409"/>
              <a:gd name="connsiteX10-115" fmla="*/ 2941200 w 3076263"/>
              <a:gd name="connsiteY10-116" fmla="*/ 0 h 3242409"/>
              <a:gd name="connsiteX11-117" fmla="*/ 3050508 w 3076263"/>
              <a:gd name="connsiteY11-118" fmla="*/ 2764 h 3242409"/>
              <a:gd name="connsiteX12-119" fmla="*/ 3067664 w 3076263"/>
              <a:gd name="connsiteY12-120" fmla="*/ 25707 h 3242409"/>
              <a:gd name="connsiteX13-121" fmla="*/ 3076263 w 3076263"/>
              <a:gd name="connsiteY13-122" fmla="*/ 39861 h 3242409"/>
              <a:gd name="connsiteX0-123" fmla="*/ 1884451 w 3067664"/>
              <a:gd name="connsiteY0-124" fmla="*/ 248167 h 3242409"/>
              <a:gd name="connsiteX1-125" fmla="*/ 1147851 w 3067664"/>
              <a:gd name="connsiteY1-126" fmla="*/ 667267 h 3242409"/>
              <a:gd name="connsiteX2-127" fmla="*/ 519201 w 3067664"/>
              <a:gd name="connsiteY2-128" fmla="*/ 1372117 h 3242409"/>
              <a:gd name="connsiteX3-129" fmla="*/ 208051 w 3067664"/>
              <a:gd name="connsiteY3-130" fmla="*/ 1937267 h 3242409"/>
              <a:gd name="connsiteX4-131" fmla="*/ 55651 w 3067664"/>
              <a:gd name="connsiteY4-132" fmla="*/ 2654817 h 3242409"/>
              <a:gd name="connsiteX5-133" fmla="*/ 30443 w 3067664"/>
              <a:gd name="connsiteY5-134" fmla="*/ 3184428 h 3242409"/>
              <a:gd name="connsiteX6-135" fmla="*/ 30841 w 3067664"/>
              <a:gd name="connsiteY6-136" fmla="*/ 3242409 h 3242409"/>
              <a:gd name="connsiteX7-137" fmla="*/ 14465 w 3067664"/>
              <a:gd name="connsiteY7-138" fmla="*/ 3232460 h 3242409"/>
              <a:gd name="connsiteX8-139" fmla="*/ 3827 w 3067664"/>
              <a:gd name="connsiteY8-140" fmla="*/ 3092554 h 3242409"/>
              <a:gd name="connsiteX9-141" fmla="*/ 0 w 3067664"/>
              <a:gd name="connsiteY9-142" fmla="*/ 2941200 h 3242409"/>
              <a:gd name="connsiteX10-143" fmla="*/ 2941200 w 3067664"/>
              <a:gd name="connsiteY10-144" fmla="*/ 0 h 3242409"/>
              <a:gd name="connsiteX11-145" fmla="*/ 3050508 w 3067664"/>
              <a:gd name="connsiteY11-146" fmla="*/ 2764 h 3242409"/>
              <a:gd name="connsiteX12-147" fmla="*/ 3067664 w 3067664"/>
              <a:gd name="connsiteY12-148" fmla="*/ 25707 h 3242409"/>
              <a:gd name="connsiteX0-149" fmla="*/ 1884451 w 3050508"/>
              <a:gd name="connsiteY0-150" fmla="*/ 248167 h 3242409"/>
              <a:gd name="connsiteX1-151" fmla="*/ 1147851 w 3050508"/>
              <a:gd name="connsiteY1-152" fmla="*/ 667267 h 3242409"/>
              <a:gd name="connsiteX2-153" fmla="*/ 519201 w 3050508"/>
              <a:gd name="connsiteY2-154" fmla="*/ 1372117 h 3242409"/>
              <a:gd name="connsiteX3-155" fmla="*/ 208051 w 3050508"/>
              <a:gd name="connsiteY3-156" fmla="*/ 1937267 h 3242409"/>
              <a:gd name="connsiteX4-157" fmla="*/ 55651 w 3050508"/>
              <a:gd name="connsiteY4-158" fmla="*/ 2654817 h 3242409"/>
              <a:gd name="connsiteX5-159" fmla="*/ 30443 w 3050508"/>
              <a:gd name="connsiteY5-160" fmla="*/ 3184428 h 3242409"/>
              <a:gd name="connsiteX6-161" fmla="*/ 30841 w 3050508"/>
              <a:gd name="connsiteY6-162" fmla="*/ 3242409 h 3242409"/>
              <a:gd name="connsiteX7-163" fmla="*/ 14465 w 3050508"/>
              <a:gd name="connsiteY7-164" fmla="*/ 3232460 h 3242409"/>
              <a:gd name="connsiteX8-165" fmla="*/ 3827 w 3050508"/>
              <a:gd name="connsiteY8-166" fmla="*/ 3092554 h 3242409"/>
              <a:gd name="connsiteX9-167" fmla="*/ 0 w 3050508"/>
              <a:gd name="connsiteY9-168" fmla="*/ 2941200 h 3242409"/>
              <a:gd name="connsiteX10-169" fmla="*/ 2941200 w 3050508"/>
              <a:gd name="connsiteY10-170" fmla="*/ 0 h 3242409"/>
              <a:gd name="connsiteX11-171" fmla="*/ 3050508 w 3050508"/>
              <a:gd name="connsiteY11-172" fmla="*/ 2764 h 3242409"/>
              <a:gd name="connsiteX0-173" fmla="*/ 1147851 w 3050508"/>
              <a:gd name="connsiteY0-174" fmla="*/ 667267 h 3242409"/>
              <a:gd name="connsiteX1-175" fmla="*/ 519201 w 3050508"/>
              <a:gd name="connsiteY1-176" fmla="*/ 1372117 h 3242409"/>
              <a:gd name="connsiteX2-177" fmla="*/ 208051 w 3050508"/>
              <a:gd name="connsiteY2-178" fmla="*/ 1937267 h 3242409"/>
              <a:gd name="connsiteX3-179" fmla="*/ 55651 w 3050508"/>
              <a:gd name="connsiteY3-180" fmla="*/ 2654817 h 3242409"/>
              <a:gd name="connsiteX4-181" fmla="*/ 30443 w 3050508"/>
              <a:gd name="connsiteY4-182" fmla="*/ 3184428 h 3242409"/>
              <a:gd name="connsiteX5-183" fmla="*/ 30841 w 3050508"/>
              <a:gd name="connsiteY5-184" fmla="*/ 3242409 h 3242409"/>
              <a:gd name="connsiteX6-185" fmla="*/ 14465 w 3050508"/>
              <a:gd name="connsiteY6-186" fmla="*/ 3232460 h 3242409"/>
              <a:gd name="connsiteX7-187" fmla="*/ 3827 w 3050508"/>
              <a:gd name="connsiteY7-188" fmla="*/ 3092554 h 3242409"/>
              <a:gd name="connsiteX8-189" fmla="*/ 0 w 3050508"/>
              <a:gd name="connsiteY8-190" fmla="*/ 2941200 h 3242409"/>
              <a:gd name="connsiteX9-191" fmla="*/ 2941200 w 3050508"/>
              <a:gd name="connsiteY9-192" fmla="*/ 0 h 3242409"/>
              <a:gd name="connsiteX10-193" fmla="*/ 3050508 w 3050508"/>
              <a:gd name="connsiteY10-194" fmla="*/ 2764 h 3242409"/>
              <a:gd name="connsiteX0-195" fmla="*/ 519201 w 3050508"/>
              <a:gd name="connsiteY0-196" fmla="*/ 1372117 h 3242409"/>
              <a:gd name="connsiteX1-197" fmla="*/ 208051 w 3050508"/>
              <a:gd name="connsiteY1-198" fmla="*/ 1937267 h 3242409"/>
              <a:gd name="connsiteX2-199" fmla="*/ 55651 w 3050508"/>
              <a:gd name="connsiteY2-200" fmla="*/ 2654817 h 3242409"/>
              <a:gd name="connsiteX3-201" fmla="*/ 30443 w 3050508"/>
              <a:gd name="connsiteY3-202" fmla="*/ 3184428 h 3242409"/>
              <a:gd name="connsiteX4-203" fmla="*/ 30841 w 3050508"/>
              <a:gd name="connsiteY4-204" fmla="*/ 3242409 h 3242409"/>
              <a:gd name="connsiteX5-205" fmla="*/ 14465 w 3050508"/>
              <a:gd name="connsiteY5-206" fmla="*/ 3232460 h 3242409"/>
              <a:gd name="connsiteX6-207" fmla="*/ 3827 w 3050508"/>
              <a:gd name="connsiteY6-208" fmla="*/ 3092554 h 3242409"/>
              <a:gd name="connsiteX7-209" fmla="*/ 0 w 3050508"/>
              <a:gd name="connsiteY7-210" fmla="*/ 2941200 h 3242409"/>
              <a:gd name="connsiteX8-211" fmla="*/ 2941200 w 3050508"/>
              <a:gd name="connsiteY8-212" fmla="*/ 0 h 3242409"/>
              <a:gd name="connsiteX9-213" fmla="*/ 3050508 w 3050508"/>
              <a:gd name="connsiteY9-214" fmla="*/ 2764 h 3242409"/>
              <a:gd name="connsiteX0-215" fmla="*/ 208051 w 3050508"/>
              <a:gd name="connsiteY0-216" fmla="*/ 1937267 h 3242409"/>
              <a:gd name="connsiteX1-217" fmla="*/ 55651 w 3050508"/>
              <a:gd name="connsiteY1-218" fmla="*/ 2654817 h 3242409"/>
              <a:gd name="connsiteX2-219" fmla="*/ 30443 w 3050508"/>
              <a:gd name="connsiteY2-220" fmla="*/ 3184428 h 3242409"/>
              <a:gd name="connsiteX3-221" fmla="*/ 30841 w 3050508"/>
              <a:gd name="connsiteY3-222" fmla="*/ 3242409 h 3242409"/>
              <a:gd name="connsiteX4-223" fmla="*/ 14465 w 3050508"/>
              <a:gd name="connsiteY4-224" fmla="*/ 3232460 h 3242409"/>
              <a:gd name="connsiteX5-225" fmla="*/ 3827 w 3050508"/>
              <a:gd name="connsiteY5-226" fmla="*/ 3092554 h 3242409"/>
              <a:gd name="connsiteX6-227" fmla="*/ 0 w 3050508"/>
              <a:gd name="connsiteY6-228" fmla="*/ 2941200 h 3242409"/>
              <a:gd name="connsiteX7-229" fmla="*/ 2941200 w 3050508"/>
              <a:gd name="connsiteY7-230" fmla="*/ 0 h 3242409"/>
              <a:gd name="connsiteX8-231" fmla="*/ 3050508 w 3050508"/>
              <a:gd name="connsiteY8-232" fmla="*/ 2764 h 3242409"/>
              <a:gd name="connsiteX0-233" fmla="*/ 55651 w 3050508"/>
              <a:gd name="connsiteY0-234" fmla="*/ 2654817 h 3242409"/>
              <a:gd name="connsiteX1-235" fmla="*/ 30443 w 3050508"/>
              <a:gd name="connsiteY1-236" fmla="*/ 3184428 h 3242409"/>
              <a:gd name="connsiteX2-237" fmla="*/ 30841 w 3050508"/>
              <a:gd name="connsiteY2-238" fmla="*/ 3242409 h 3242409"/>
              <a:gd name="connsiteX3-239" fmla="*/ 14465 w 3050508"/>
              <a:gd name="connsiteY3-240" fmla="*/ 3232460 h 3242409"/>
              <a:gd name="connsiteX4-241" fmla="*/ 3827 w 3050508"/>
              <a:gd name="connsiteY4-242" fmla="*/ 3092554 h 3242409"/>
              <a:gd name="connsiteX5-243" fmla="*/ 0 w 3050508"/>
              <a:gd name="connsiteY5-244" fmla="*/ 2941200 h 3242409"/>
              <a:gd name="connsiteX6-245" fmla="*/ 2941200 w 3050508"/>
              <a:gd name="connsiteY6-246" fmla="*/ 0 h 3242409"/>
              <a:gd name="connsiteX7-247" fmla="*/ 3050508 w 3050508"/>
              <a:gd name="connsiteY7-248" fmla="*/ 2764 h 3242409"/>
              <a:gd name="connsiteX0-249" fmla="*/ 30443 w 3050508"/>
              <a:gd name="connsiteY0-250" fmla="*/ 3184428 h 3242409"/>
              <a:gd name="connsiteX1-251" fmla="*/ 30841 w 3050508"/>
              <a:gd name="connsiteY1-252" fmla="*/ 3242409 h 3242409"/>
              <a:gd name="connsiteX2-253" fmla="*/ 14465 w 3050508"/>
              <a:gd name="connsiteY2-254" fmla="*/ 3232460 h 3242409"/>
              <a:gd name="connsiteX3-255" fmla="*/ 3827 w 3050508"/>
              <a:gd name="connsiteY3-256" fmla="*/ 3092554 h 3242409"/>
              <a:gd name="connsiteX4-257" fmla="*/ 0 w 3050508"/>
              <a:gd name="connsiteY4-258" fmla="*/ 2941200 h 3242409"/>
              <a:gd name="connsiteX5-259" fmla="*/ 2941200 w 3050508"/>
              <a:gd name="connsiteY5-260" fmla="*/ 0 h 3242409"/>
              <a:gd name="connsiteX6-261" fmla="*/ 3050508 w 3050508"/>
              <a:gd name="connsiteY6-262" fmla="*/ 2764 h 3242409"/>
              <a:gd name="connsiteX0-263" fmla="*/ 30841 w 3050508"/>
              <a:gd name="connsiteY0-264" fmla="*/ 3242409 h 3242409"/>
              <a:gd name="connsiteX1-265" fmla="*/ 14465 w 3050508"/>
              <a:gd name="connsiteY1-266" fmla="*/ 3232460 h 3242409"/>
              <a:gd name="connsiteX2-267" fmla="*/ 3827 w 3050508"/>
              <a:gd name="connsiteY2-268" fmla="*/ 3092554 h 3242409"/>
              <a:gd name="connsiteX3-269" fmla="*/ 0 w 3050508"/>
              <a:gd name="connsiteY3-270" fmla="*/ 2941200 h 3242409"/>
              <a:gd name="connsiteX4-271" fmla="*/ 2941200 w 3050508"/>
              <a:gd name="connsiteY4-272" fmla="*/ 0 h 3242409"/>
              <a:gd name="connsiteX5-273" fmla="*/ 3050508 w 3050508"/>
              <a:gd name="connsiteY5-274" fmla="*/ 2764 h 3242409"/>
              <a:gd name="connsiteX0-275" fmla="*/ 14465 w 3050508"/>
              <a:gd name="connsiteY0-276" fmla="*/ 3232460 h 3232460"/>
              <a:gd name="connsiteX1-277" fmla="*/ 3827 w 3050508"/>
              <a:gd name="connsiteY1-278" fmla="*/ 3092554 h 3232460"/>
              <a:gd name="connsiteX2-279" fmla="*/ 0 w 3050508"/>
              <a:gd name="connsiteY2-280" fmla="*/ 2941200 h 3232460"/>
              <a:gd name="connsiteX3-281" fmla="*/ 2941200 w 3050508"/>
              <a:gd name="connsiteY3-282" fmla="*/ 0 h 3232460"/>
              <a:gd name="connsiteX4-283" fmla="*/ 3050508 w 3050508"/>
              <a:gd name="connsiteY4-284" fmla="*/ 2764 h 323246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3" name="任意多边形: 形状 32"/>
          <p:cNvSpPr/>
          <p:nvPr>
            <p:custDataLst>
              <p:tags r:id="rId16"/>
            </p:custDataLst>
          </p:nvPr>
        </p:nvSpPr>
        <p:spPr>
          <a:xfrm rot="11361091">
            <a:off x="1073150" y="1338580"/>
            <a:ext cx="3003550" cy="3178810"/>
          </a:xfrm>
          <a:custGeom>
            <a:avLst/>
            <a:gdLst>
              <a:gd name="connsiteX0" fmla="*/ 2926606 w 3074685"/>
              <a:gd name="connsiteY0" fmla="*/ 216 h 3236255"/>
              <a:gd name="connsiteX1" fmla="*/ 3020554 w 3074685"/>
              <a:gd name="connsiteY1" fmla="*/ 12171 h 3236255"/>
              <a:gd name="connsiteX2" fmla="*/ 3045053 w 3074685"/>
              <a:gd name="connsiteY2" fmla="*/ 19229 h 3236255"/>
              <a:gd name="connsiteX3" fmla="*/ 3074685 w 3074685"/>
              <a:gd name="connsiteY3" fmla="*/ 68005 h 3236255"/>
              <a:gd name="connsiteX4" fmla="*/ 2873079 w 3074685"/>
              <a:gd name="connsiteY4" fmla="*/ 57825 h 3236255"/>
              <a:gd name="connsiteX5" fmla="*/ 71092 w 3074685"/>
              <a:gd name="connsiteY5" fmla="*/ 2859812 h 3236255"/>
              <a:gd name="connsiteX6" fmla="*/ 85558 w 3074685"/>
              <a:gd name="connsiteY6" fmla="*/ 3146299 h 3236255"/>
              <a:gd name="connsiteX7" fmla="*/ 99287 w 3074685"/>
              <a:gd name="connsiteY7" fmla="*/ 3236255 h 3236255"/>
              <a:gd name="connsiteX8" fmla="*/ 37818 w 3074685"/>
              <a:gd name="connsiteY8" fmla="*/ 3206644 h 3236255"/>
              <a:gd name="connsiteX9" fmla="*/ 27551 w 3074685"/>
              <a:gd name="connsiteY9" fmla="*/ 3200407 h 3236255"/>
              <a:gd name="connsiteX10" fmla="*/ 20074 w 3074685"/>
              <a:gd name="connsiteY10" fmla="*/ 3148898 h 3236255"/>
              <a:gd name="connsiteX11" fmla="*/ 6580 w 3074685"/>
              <a:gd name="connsiteY11" fmla="*/ 2757579 h 3236255"/>
              <a:gd name="connsiteX12" fmla="*/ 228830 w 3074685"/>
              <a:gd name="connsiteY12" fmla="*/ 1741579 h 3236255"/>
              <a:gd name="connsiteX13" fmla="*/ 552680 w 3074685"/>
              <a:gd name="connsiteY13" fmla="*/ 1189129 h 3236255"/>
              <a:gd name="connsiteX14" fmla="*/ 851130 w 3074685"/>
              <a:gd name="connsiteY14" fmla="*/ 858929 h 3236255"/>
              <a:gd name="connsiteX15" fmla="*/ 1384530 w 3074685"/>
              <a:gd name="connsiteY15" fmla="*/ 420779 h 3236255"/>
              <a:gd name="connsiteX16" fmla="*/ 2063980 w 3074685"/>
              <a:gd name="connsiteY16" fmla="*/ 128679 h 3236255"/>
              <a:gd name="connsiteX17" fmla="*/ 2864080 w 3074685"/>
              <a:gd name="connsiteY17" fmla="*/ 1679 h 3236255"/>
              <a:gd name="connsiteX18" fmla="*/ 2926606 w 3074685"/>
              <a:gd name="connsiteY18" fmla="*/ 216 h 3236255"/>
              <a:gd name="connsiteX0-1" fmla="*/ 2926606 w 3074685"/>
              <a:gd name="connsiteY0-2" fmla="*/ 0 h 3236039"/>
              <a:gd name="connsiteX1-3" fmla="*/ 3020554 w 3074685"/>
              <a:gd name="connsiteY1-4" fmla="*/ 11955 h 3236039"/>
              <a:gd name="connsiteX2-5" fmla="*/ 3045053 w 3074685"/>
              <a:gd name="connsiteY2-6" fmla="*/ 19013 h 3236039"/>
              <a:gd name="connsiteX3-7" fmla="*/ 3074685 w 3074685"/>
              <a:gd name="connsiteY3-8" fmla="*/ 67789 h 3236039"/>
              <a:gd name="connsiteX4-9" fmla="*/ 2873079 w 3074685"/>
              <a:gd name="connsiteY4-10" fmla="*/ 57609 h 3236039"/>
              <a:gd name="connsiteX5-11" fmla="*/ 71092 w 3074685"/>
              <a:gd name="connsiteY5-12" fmla="*/ 2859596 h 3236039"/>
              <a:gd name="connsiteX6-13" fmla="*/ 85558 w 3074685"/>
              <a:gd name="connsiteY6-14" fmla="*/ 3146083 h 3236039"/>
              <a:gd name="connsiteX7-15" fmla="*/ 99287 w 3074685"/>
              <a:gd name="connsiteY7-16" fmla="*/ 3236039 h 3236039"/>
              <a:gd name="connsiteX8-17" fmla="*/ 37818 w 3074685"/>
              <a:gd name="connsiteY8-18" fmla="*/ 3206428 h 3236039"/>
              <a:gd name="connsiteX9-19" fmla="*/ 27551 w 3074685"/>
              <a:gd name="connsiteY9-20" fmla="*/ 3200191 h 3236039"/>
              <a:gd name="connsiteX10-21" fmla="*/ 20074 w 3074685"/>
              <a:gd name="connsiteY10-22" fmla="*/ 3148682 h 3236039"/>
              <a:gd name="connsiteX11-23" fmla="*/ 6580 w 3074685"/>
              <a:gd name="connsiteY11-24" fmla="*/ 2757363 h 3236039"/>
              <a:gd name="connsiteX12-25" fmla="*/ 228830 w 3074685"/>
              <a:gd name="connsiteY12-26" fmla="*/ 1741363 h 3236039"/>
              <a:gd name="connsiteX13-27" fmla="*/ 552680 w 3074685"/>
              <a:gd name="connsiteY13-28" fmla="*/ 1188913 h 3236039"/>
              <a:gd name="connsiteX14-29" fmla="*/ 851130 w 3074685"/>
              <a:gd name="connsiteY14-30" fmla="*/ 858713 h 3236039"/>
              <a:gd name="connsiteX15-31" fmla="*/ 1384530 w 3074685"/>
              <a:gd name="connsiteY15-32" fmla="*/ 420563 h 3236039"/>
              <a:gd name="connsiteX16-33" fmla="*/ 2063980 w 3074685"/>
              <a:gd name="connsiteY16-34" fmla="*/ 128463 h 3236039"/>
              <a:gd name="connsiteX17-35" fmla="*/ 2864080 w 3074685"/>
              <a:gd name="connsiteY17-36" fmla="*/ 1463 h 3236039"/>
              <a:gd name="connsiteX18-37" fmla="*/ 3018046 w 3074685"/>
              <a:gd name="connsiteY18-38" fmla="*/ 91440 h 3236039"/>
              <a:gd name="connsiteX0-39" fmla="*/ 2926606 w 3074685"/>
              <a:gd name="connsiteY0-40" fmla="*/ 0 h 3236039"/>
              <a:gd name="connsiteX1-41" fmla="*/ 3020554 w 3074685"/>
              <a:gd name="connsiteY1-42" fmla="*/ 11955 h 3236039"/>
              <a:gd name="connsiteX2-43" fmla="*/ 3045053 w 3074685"/>
              <a:gd name="connsiteY2-44" fmla="*/ 19013 h 3236039"/>
              <a:gd name="connsiteX3-45" fmla="*/ 3074685 w 3074685"/>
              <a:gd name="connsiteY3-46" fmla="*/ 67789 h 3236039"/>
              <a:gd name="connsiteX4-47" fmla="*/ 2873079 w 3074685"/>
              <a:gd name="connsiteY4-48" fmla="*/ 57609 h 3236039"/>
              <a:gd name="connsiteX5-49" fmla="*/ 71092 w 3074685"/>
              <a:gd name="connsiteY5-50" fmla="*/ 2859596 h 3236039"/>
              <a:gd name="connsiteX6-51" fmla="*/ 85558 w 3074685"/>
              <a:gd name="connsiteY6-52" fmla="*/ 3146083 h 3236039"/>
              <a:gd name="connsiteX7-53" fmla="*/ 99287 w 3074685"/>
              <a:gd name="connsiteY7-54" fmla="*/ 3236039 h 3236039"/>
              <a:gd name="connsiteX8-55" fmla="*/ 37818 w 3074685"/>
              <a:gd name="connsiteY8-56" fmla="*/ 3206428 h 3236039"/>
              <a:gd name="connsiteX9-57" fmla="*/ 27551 w 3074685"/>
              <a:gd name="connsiteY9-58" fmla="*/ 3200191 h 3236039"/>
              <a:gd name="connsiteX10-59" fmla="*/ 20074 w 3074685"/>
              <a:gd name="connsiteY10-60" fmla="*/ 3148682 h 3236039"/>
              <a:gd name="connsiteX11-61" fmla="*/ 6580 w 3074685"/>
              <a:gd name="connsiteY11-62" fmla="*/ 2757363 h 3236039"/>
              <a:gd name="connsiteX12-63" fmla="*/ 228830 w 3074685"/>
              <a:gd name="connsiteY12-64" fmla="*/ 1741363 h 3236039"/>
              <a:gd name="connsiteX13-65" fmla="*/ 552680 w 3074685"/>
              <a:gd name="connsiteY13-66" fmla="*/ 1188913 h 3236039"/>
              <a:gd name="connsiteX14-67" fmla="*/ 851130 w 3074685"/>
              <a:gd name="connsiteY14-68" fmla="*/ 858713 h 3236039"/>
              <a:gd name="connsiteX15-69" fmla="*/ 1384530 w 3074685"/>
              <a:gd name="connsiteY15-70" fmla="*/ 420563 h 3236039"/>
              <a:gd name="connsiteX16-71" fmla="*/ 2063980 w 3074685"/>
              <a:gd name="connsiteY16-72" fmla="*/ 128463 h 3236039"/>
              <a:gd name="connsiteX17-73" fmla="*/ 2864080 w 3074685"/>
              <a:gd name="connsiteY17-74" fmla="*/ 1463 h 3236039"/>
              <a:gd name="connsiteX0-75" fmla="*/ 3020554 w 3074685"/>
              <a:gd name="connsiteY0-76" fmla="*/ 10492 h 3234576"/>
              <a:gd name="connsiteX1-77" fmla="*/ 3045053 w 3074685"/>
              <a:gd name="connsiteY1-78" fmla="*/ 17550 h 3234576"/>
              <a:gd name="connsiteX2-79" fmla="*/ 3074685 w 3074685"/>
              <a:gd name="connsiteY2-80" fmla="*/ 66326 h 3234576"/>
              <a:gd name="connsiteX3-81" fmla="*/ 2873079 w 3074685"/>
              <a:gd name="connsiteY3-82" fmla="*/ 56146 h 3234576"/>
              <a:gd name="connsiteX4-83" fmla="*/ 71092 w 3074685"/>
              <a:gd name="connsiteY4-84" fmla="*/ 2858133 h 3234576"/>
              <a:gd name="connsiteX5-85" fmla="*/ 85558 w 3074685"/>
              <a:gd name="connsiteY5-86" fmla="*/ 3144620 h 3234576"/>
              <a:gd name="connsiteX6-87" fmla="*/ 99287 w 3074685"/>
              <a:gd name="connsiteY6-88" fmla="*/ 3234576 h 3234576"/>
              <a:gd name="connsiteX7-89" fmla="*/ 37818 w 3074685"/>
              <a:gd name="connsiteY7-90" fmla="*/ 3204965 h 3234576"/>
              <a:gd name="connsiteX8-91" fmla="*/ 27551 w 3074685"/>
              <a:gd name="connsiteY8-92" fmla="*/ 3198728 h 3234576"/>
              <a:gd name="connsiteX9-93" fmla="*/ 20074 w 3074685"/>
              <a:gd name="connsiteY9-94" fmla="*/ 3147219 h 3234576"/>
              <a:gd name="connsiteX10-95" fmla="*/ 6580 w 3074685"/>
              <a:gd name="connsiteY10-96" fmla="*/ 2755900 h 3234576"/>
              <a:gd name="connsiteX11-97" fmla="*/ 228830 w 3074685"/>
              <a:gd name="connsiteY11-98" fmla="*/ 1739900 h 3234576"/>
              <a:gd name="connsiteX12-99" fmla="*/ 552680 w 3074685"/>
              <a:gd name="connsiteY12-100" fmla="*/ 1187450 h 3234576"/>
              <a:gd name="connsiteX13-101" fmla="*/ 851130 w 3074685"/>
              <a:gd name="connsiteY13-102" fmla="*/ 857250 h 3234576"/>
              <a:gd name="connsiteX14-103" fmla="*/ 1384530 w 3074685"/>
              <a:gd name="connsiteY14-104" fmla="*/ 419100 h 3234576"/>
              <a:gd name="connsiteX15-105" fmla="*/ 2063980 w 3074685"/>
              <a:gd name="connsiteY15-106" fmla="*/ 127000 h 3234576"/>
              <a:gd name="connsiteX16-107" fmla="*/ 2864080 w 3074685"/>
              <a:gd name="connsiteY16-108" fmla="*/ 0 h 3234576"/>
              <a:gd name="connsiteX0-109" fmla="*/ 3045053 w 3074685"/>
              <a:gd name="connsiteY0-110" fmla="*/ 17550 h 3234576"/>
              <a:gd name="connsiteX1-111" fmla="*/ 3074685 w 3074685"/>
              <a:gd name="connsiteY1-112" fmla="*/ 66326 h 3234576"/>
              <a:gd name="connsiteX2-113" fmla="*/ 2873079 w 3074685"/>
              <a:gd name="connsiteY2-114" fmla="*/ 56146 h 3234576"/>
              <a:gd name="connsiteX3-115" fmla="*/ 71092 w 3074685"/>
              <a:gd name="connsiteY3-116" fmla="*/ 2858133 h 3234576"/>
              <a:gd name="connsiteX4-117" fmla="*/ 85558 w 3074685"/>
              <a:gd name="connsiteY4-118" fmla="*/ 3144620 h 3234576"/>
              <a:gd name="connsiteX5-119" fmla="*/ 99287 w 3074685"/>
              <a:gd name="connsiteY5-120" fmla="*/ 3234576 h 3234576"/>
              <a:gd name="connsiteX6-121" fmla="*/ 37818 w 3074685"/>
              <a:gd name="connsiteY6-122" fmla="*/ 3204965 h 3234576"/>
              <a:gd name="connsiteX7-123" fmla="*/ 27551 w 3074685"/>
              <a:gd name="connsiteY7-124" fmla="*/ 3198728 h 3234576"/>
              <a:gd name="connsiteX8-125" fmla="*/ 20074 w 3074685"/>
              <a:gd name="connsiteY8-126" fmla="*/ 3147219 h 3234576"/>
              <a:gd name="connsiteX9-127" fmla="*/ 6580 w 3074685"/>
              <a:gd name="connsiteY9-128" fmla="*/ 2755900 h 3234576"/>
              <a:gd name="connsiteX10-129" fmla="*/ 228830 w 3074685"/>
              <a:gd name="connsiteY10-130" fmla="*/ 1739900 h 3234576"/>
              <a:gd name="connsiteX11-131" fmla="*/ 552680 w 3074685"/>
              <a:gd name="connsiteY11-132" fmla="*/ 1187450 h 3234576"/>
              <a:gd name="connsiteX12-133" fmla="*/ 851130 w 3074685"/>
              <a:gd name="connsiteY12-134" fmla="*/ 857250 h 3234576"/>
              <a:gd name="connsiteX13-135" fmla="*/ 1384530 w 3074685"/>
              <a:gd name="connsiteY13-136" fmla="*/ 419100 h 3234576"/>
              <a:gd name="connsiteX14-137" fmla="*/ 2063980 w 3074685"/>
              <a:gd name="connsiteY14-138" fmla="*/ 127000 h 3234576"/>
              <a:gd name="connsiteX15-139" fmla="*/ 2864080 w 3074685"/>
              <a:gd name="connsiteY15-140" fmla="*/ 0 h 3234576"/>
              <a:gd name="connsiteX0-141" fmla="*/ 3074685 w 3074685"/>
              <a:gd name="connsiteY0-142" fmla="*/ 66326 h 3234576"/>
              <a:gd name="connsiteX1-143" fmla="*/ 2873079 w 3074685"/>
              <a:gd name="connsiteY1-144" fmla="*/ 56146 h 3234576"/>
              <a:gd name="connsiteX2-145" fmla="*/ 71092 w 3074685"/>
              <a:gd name="connsiteY2-146" fmla="*/ 2858133 h 3234576"/>
              <a:gd name="connsiteX3-147" fmla="*/ 85558 w 3074685"/>
              <a:gd name="connsiteY3-148" fmla="*/ 3144620 h 3234576"/>
              <a:gd name="connsiteX4-149" fmla="*/ 99287 w 3074685"/>
              <a:gd name="connsiteY4-150" fmla="*/ 3234576 h 3234576"/>
              <a:gd name="connsiteX5-151" fmla="*/ 37818 w 3074685"/>
              <a:gd name="connsiteY5-152" fmla="*/ 3204965 h 3234576"/>
              <a:gd name="connsiteX6-153" fmla="*/ 27551 w 3074685"/>
              <a:gd name="connsiteY6-154" fmla="*/ 3198728 h 3234576"/>
              <a:gd name="connsiteX7-155" fmla="*/ 20074 w 3074685"/>
              <a:gd name="connsiteY7-156" fmla="*/ 3147219 h 3234576"/>
              <a:gd name="connsiteX8-157" fmla="*/ 6580 w 3074685"/>
              <a:gd name="connsiteY8-158" fmla="*/ 2755900 h 3234576"/>
              <a:gd name="connsiteX9-159" fmla="*/ 228830 w 3074685"/>
              <a:gd name="connsiteY9-160" fmla="*/ 1739900 h 3234576"/>
              <a:gd name="connsiteX10-161" fmla="*/ 552680 w 3074685"/>
              <a:gd name="connsiteY10-162" fmla="*/ 1187450 h 3234576"/>
              <a:gd name="connsiteX11-163" fmla="*/ 851130 w 3074685"/>
              <a:gd name="connsiteY11-164" fmla="*/ 857250 h 3234576"/>
              <a:gd name="connsiteX12-165" fmla="*/ 1384530 w 3074685"/>
              <a:gd name="connsiteY12-166" fmla="*/ 419100 h 3234576"/>
              <a:gd name="connsiteX13-167" fmla="*/ 2063980 w 3074685"/>
              <a:gd name="connsiteY13-168" fmla="*/ 127000 h 3234576"/>
              <a:gd name="connsiteX14-169" fmla="*/ 2864080 w 3074685"/>
              <a:gd name="connsiteY14-170" fmla="*/ 0 h 3234576"/>
              <a:gd name="connsiteX0-171" fmla="*/ 3074685 w 3074685"/>
              <a:gd name="connsiteY0-172" fmla="*/ 10180 h 3178430"/>
              <a:gd name="connsiteX1-173" fmla="*/ 2873079 w 3074685"/>
              <a:gd name="connsiteY1-174" fmla="*/ 0 h 3178430"/>
              <a:gd name="connsiteX2-175" fmla="*/ 71092 w 3074685"/>
              <a:gd name="connsiteY2-176" fmla="*/ 2801987 h 3178430"/>
              <a:gd name="connsiteX3-177" fmla="*/ 85558 w 3074685"/>
              <a:gd name="connsiteY3-178" fmla="*/ 3088474 h 3178430"/>
              <a:gd name="connsiteX4-179" fmla="*/ 99287 w 3074685"/>
              <a:gd name="connsiteY4-180" fmla="*/ 3178430 h 3178430"/>
              <a:gd name="connsiteX5-181" fmla="*/ 37818 w 3074685"/>
              <a:gd name="connsiteY5-182" fmla="*/ 3148819 h 3178430"/>
              <a:gd name="connsiteX6-183" fmla="*/ 27551 w 3074685"/>
              <a:gd name="connsiteY6-184" fmla="*/ 3142582 h 3178430"/>
              <a:gd name="connsiteX7-185" fmla="*/ 20074 w 3074685"/>
              <a:gd name="connsiteY7-186" fmla="*/ 3091073 h 3178430"/>
              <a:gd name="connsiteX8-187" fmla="*/ 6580 w 3074685"/>
              <a:gd name="connsiteY8-188" fmla="*/ 2699754 h 3178430"/>
              <a:gd name="connsiteX9-189" fmla="*/ 228830 w 3074685"/>
              <a:gd name="connsiteY9-190" fmla="*/ 1683754 h 3178430"/>
              <a:gd name="connsiteX10-191" fmla="*/ 552680 w 3074685"/>
              <a:gd name="connsiteY10-192" fmla="*/ 1131304 h 3178430"/>
              <a:gd name="connsiteX11-193" fmla="*/ 851130 w 3074685"/>
              <a:gd name="connsiteY11-194" fmla="*/ 801104 h 3178430"/>
              <a:gd name="connsiteX12-195" fmla="*/ 1384530 w 3074685"/>
              <a:gd name="connsiteY12-196" fmla="*/ 362954 h 3178430"/>
              <a:gd name="connsiteX13-197" fmla="*/ 2063980 w 3074685"/>
              <a:gd name="connsiteY13-198" fmla="*/ 70854 h 3178430"/>
              <a:gd name="connsiteX0-199" fmla="*/ 3074685 w 3074685"/>
              <a:gd name="connsiteY0-200" fmla="*/ 10180 h 3178430"/>
              <a:gd name="connsiteX1-201" fmla="*/ 2873079 w 3074685"/>
              <a:gd name="connsiteY1-202" fmla="*/ 0 h 3178430"/>
              <a:gd name="connsiteX2-203" fmla="*/ 71092 w 3074685"/>
              <a:gd name="connsiteY2-204" fmla="*/ 2801987 h 3178430"/>
              <a:gd name="connsiteX3-205" fmla="*/ 85558 w 3074685"/>
              <a:gd name="connsiteY3-206" fmla="*/ 3088474 h 3178430"/>
              <a:gd name="connsiteX4-207" fmla="*/ 99287 w 3074685"/>
              <a:gd name="connsiteY4-208" fmla="*/ 3178430 h 3178430"/>
              <a:gd name="connsiteX5-209" fmla="*/ 37818 w 3074685"/>
              <a:gd name="connsiteY5-210" fmla="*/ 3148819 h 3178430"/>
              <a:gd name="connsiteX6-211" fmla="*/ 27551 w 3074685"/>
              <a:gd name="connsiteY6-212" fmla="*/ 3142582 h 3178430"/>
              <a:gd name="connsiteX7-213" fmla="*/ 20074 w 3074685"/>
              <a:gd name="connsiteY7-214" fmla="*/ 3091073 h 3178430"/>
              <a:gd name="connsiteX8-215" fmla="*/ 6580 w 3074685"/>
              <a:gd name="connsiteY8-216" fmla="*/ 2699754 h 3178430"/>
              <a:gd name="connsiteX9-217" fmla="*/ 228830 w 3074685"/>
              <a:gd name="connsiteY9-218" fmla="*/ 1683754 h 3178430"/>
              <a:gd name="connsiteX10-219" fmla="*/ 552680 w 3074685"/>
              <a:gd name="connsiteY10-220" fmla="*/ 1131304 h 3178430"/>
              <a:gd name="connsiteX11-221" fmla="*/ 851130 w 3074685"/>
              <a:gd name="connsiteY11-222" fmla="*/ 801104 h 3178430"/>
              <a:gd name="connsiteX12-223" fmla="*/ 1384530 w 3074685"/>
              <a:gd name="connsiteY12-224" fmla="*/ 362954 h 3178430"/>
              <a:gd name="connsiteX0-225" fmla="*/ 3074685 w 3074685"/>
              <a:gd name="connsiteY0-226" fmla="*/ 10180 h 3178430"/>
              <a:gd name="connsiteX1-227" fmla="*/ 2873079 w 3074685"/>
              <a:gd name="connsiteY1-228" fmla="*/ 0 h 3178430"/>
              <a:gd name="connsiteX2-229" fmla="*/ 71092 w 3074685"/>
              <a:gd name="connsiteY2-230" fmla="*/ 2801987 h 3178430"/>
              <a:gd name="connsiteX3-231" fmla="*/ 85558 w 3074685"/>
              <a:gd name="connsiteY3-232" fmla="*/ 3088474 h 3178430"/>
              <a:gd name="connsiteX4-233" fmla="*/ 99287 w 3074685"/>
              <a:gd name="connsiteY4-234" fmla="*/ 3178430 h 3178430"/>
              <a:gd name="connsiteX5-235" fmla="*/ 37818 w 3074685"/>
              <a:gd name="connsiteY5-236" fmla="*/ 3148819 h 3178430"/>
              <a:gd name="connsiteX6-237" fmla="*/ 27551 w 3074685"/>
              <a:gd name="connsiteY6-238" fmla="*/ 3142582 h 3178430"/>
              <a:gd name="connsiteX7-239" fmla="*/ 20074 w 3074685"/>
              <a:gd name="connsiteY7-240" fmla="*/ 3091073 h 3178430"/>
              <a:gd name="connsiteX8-241" fmla="*/ 6580 w 3074685"/>
              <a:gd name="connsiteY8-242" fmla="*/ 2699754 h 3178430"/>
              <a:gd name="connsiteX9-243" fmla="*/ 228830 w 3074685"/>
              <a:gd name="connsiteY9-244" fmla="*/ 1683754 h 3178430"/>
              <a:gd name="connsiteX10-245" fmla="*/ 552680 w 3074685"/>
              <a:gd name="connsiteY10-246" fmla="*/ 1131304 h 3178430"/>
              <a:gd name="connsiteX11-247" fmla="*/ 851130 w 3074685"/>
              <a:gd name="connsiteY11-248" fmla="*/ 801104 h 3178430"/>
              <a:gd name="connsiteX0-249" fmla="*/ 3074685 w 3074685"/>
              <a:gd name="connsiteY0-250" fmla="*/ 10180 h 3178430"/>
              <a:gd name="connsiteX1-251" fmla="*/ 2873079 w 3074685"/>
              <a:gd name="connsiteY1-252" fmla="*/ 0 h 3178430"/>
              <a:gd name="connsiteX2-253" fmla="*/ 71092 w 3074685"/>
              <a:gd name="connsiteY2-254" fmla="*/ 2801987 h 3178430"/>
              <a:gd name="connsiteX3-255" fmla="*/ 85558 w 3074685"/>
              <a:gd name="connsiteY3-256" fmla="*/ 3088474 h 3178430"/>
              <a:gd name="connsiteX4-257" fmla="*/ 99287 w 3074685"/>
              <a:gd name="connsiteY4-258" fmla="*/ 3178430 h 3178430"/>
              <a:gd name="connsiteX5-259" fmla="*/ 37818 w 3074685"/>
              <a:gd name="connsiteY5-260" fmla="*/ 3148819 h 3178430"/>
              <a:gd name="connsiteX6-261" fmla="*/ 27551 w 3074685"/>
              <a:gd name="connsiteY6-262" fmla="*/ 3142582 h 3178430"/>
              <a:gd name="connsiteX7-263" fmla="*/ 20074 w 3074685"/>
              <a:gd name="connsiteY7-264" fmla="*/ 3091073 h 3178430"/>
              <a:gd name="connsiteX8-265" fmla="*/ 6580 w 3074685"/>
              <a:gd name="connsiteY8-266" fmla="*/ 2699754 h 3178430"/>
              <a:gd name="connsiteX9-267" fmla="*/ 228830 w 3074685"/>
              <a:gd name="connsiteY9-268" fmla="*/ 1683754 h 3178430"/>
              <a:gd name="connsiteX10-269" fmla="*/ 552680 w 3074685"/>
              <a:gd name="connsiteY10-270" fmla="*/ 1131304 h 3178430"/>
              <a:gd name="connsiteX0-271" fmla="*/ 3074685 w 3074685"/>
              <a:gd name="connsiteY0-272" fmla="*/ 10180 h 3178430"/>
              <a:gd name="connsiteX1-273" fmla="*/ 2873079 w 3074685"/>
              <a:gd name="connsiteY1-274" fmla="*/ 0 h 3178430"/>
              <a:gd name="connsiteX2-275" fmla="*/ 71092 w 3074685"/>
              <a:gd name="connsiteY2-276" fmla="*/ 2801987 h 3178430"/>
              <a:gd name="connsiteX3-277" fmla="*/ 85558 w 3074685"/>
              <a:gd name="connsiteY3-278" fmla="*/ 3088474 h 3178430"/>
              <a:gd name="connsiteX4-279" fmla="*/ 99287 w 3074685"/>
              <a:gd name="connsiteY4-280" fmla="*/ 3178430 h 3178430"/>
              <a:gd name="connsiteX5-281" fmla="*/ 37818 w 3074685"/>
              <a:gd name="connsiteY5-282" fmla="*/ 3148819 h 3178430"/>
              <a:gd name="connsiteX6-283" fmla="*/ 27551 w 3074685"/>
              <a:gd name="connsiteY6-284" fmla="*/ 3142582 h 3178430"/>
              <a:gd name="connsiteX7-285" fmla="*/ 20074 w 3074685"/>
              <a:gd name="connsiteY7-286" fmla="*/ 3091073 h 3178430"/>
              <a:gd name="connsiteX8-287" fmla="*/ 6580 w 3074685"/>
              <a:gd name="connsiteY8-288" fmla="*/ 2699754 h 3178430"/>
              <a:gd name="connsiteX9-289" fmla="*/ 228830 w 3074685"/>
              <a:gd name="connsiteY9-290" fmla="*/ 1683754 h 3178430"/>
              <a:gd name="connsiteX0-291" fmla="*/ 3074685 w 3074685"/>
              <a:gd name="connsiteY0-292" fmla="*/ 10180 h 3178430"/>
              <a:gd name="connsiteX1-293" fmla="*/ 2873079 w 3074685"/>
              <a:gd name="connsiteY1-294" fmla="*/ 0 h 3178430"/>
              <a:gd name="connsiteX2-295" fmla="*/ 71092 w 3074685"/>
              <a:gd name="connsiteY2-296" fmla="*/ 2801987 h 3178430"/>
              <a:gd name="connsiteX3-297" fmla="*/ 85558 w 3074685"/>
              <a:gd name="connsiteY3-298" fmla="*/ 3088474 h 3178430"/>
              <a:gd name="connsiteX4-299" fmla="*/ 99287 w 3074685"/>
              <a:gd name="connsiteY4-300" fmla="*/ 3178430 h 3178430"/>
              <a:gd name="connsiteX5-301" fmla="*/ 37818 w 3074685"/>
              <a:gd name="connsiteY5-302" fmla="*/ 3148819 h 3178430"/>
              <a:gd name="connsiteX6-303" fmla="*/ 27551 w 3074685"/>
              <a:gd name="connsiteY6-304" fmla="*/ 3142582 h 3178430"/>
              <a:gd name="connsiteX7-305" fmla="*/ 20074 w 3074685"/>
              <a:gd name="connsiteY7-306" fmla="*/ 3091073 h 3178430"/>
              <a:gd name="connsiteX8-307" fmla="*/ 6580 w 3074685"/>
              <a:gd name="connsiteY8-308" fmla="*/ 2699754 h 3178430"/>
              <a:gd name="connsiteX0-309" fmla="*/ 3054611 w 3054611"/>
              <a:gd name="connsiteY0-310" fmla="*/ 10180 h 3178430"/>
              <a:gd name="connsiteX1-311" fmla="*/ 2853005 w 3054611"/>
              <a:gd name="connsiteY1-312" fmla="*/ 0 h 3178430"/>
              <a:gd name="connsiteX2-313" fmla="*/ 51018 w 3054611"/>
              <a:gd name="connsiteY2-314" fmla="*/ 2801987 h 3178430"/>
              <a:gd name="connsiteX3-315" fmla="*/ 65484 w 3054611"/>
              <a:gd name="connsiteY3-316" fmla="*/ 3088474 h 3178430"/>
              <a:gd name="connsiteX4-317" fmla="*/ 79213 w 3054611"/>
              <a:gd name="connsiteY4-318" fmla="*/ 3178430 h 3178430"/>
              <a:gd name="connsiteX5-319" fmla="*/ 17744 w 3054611"/>
              <a:gd name="connsiteY5-320" fmla="*/ 3148819 h 3178430"/>
              <a:gd name="connsiteX6-321" fmla="*/ 7477 w 3054611"/>
              <a:gd name="connsiteY6-322" fmla="*/ 3142582 h 3178430"/>
              <a:gd name="connsiteX7-323" fmla="*/ 0 w 3054611"/>
              <a:gd name="connsiteY7-324" fmla="*/ 3091073 h 3178430"/>
              <a:gd name="connsiteX0-325" fmla="*/ 3047134 w 3047134"/>
              <a:gd name="connsiteY0-326" fmla="*/ 10180 h 3178430"/>
              <a:gd name="connsiteX1-327" fmla="*/ 2845528 w 3047134"/>
              <a:gd name="connsiteY1-328" fmla="*/ 0 h 3178430"/>
              <a:gd name="connsiteX2-329" fmla="*/ 43541 w 3047134"/>
              <a:gd name="connsiteY2-330" fmla="*/ 2801987 h 3178430"/>
              <a:gd name="connsiteX3-331" fmla="*/ 58007 w 3047134"/>
              <a:gd name="connsiteY3-332" fmla="*/ 3088474 h 3178430"/>
              <a:gd name="connsiteX4-333" fmla="*/ 71736 w 3047134"/>
              <a:gd name="connsiteY4-334" fmla="*/ 3178430 h 3178430"/>
              <a:gd name="connsiteX5-335" fmla="*/ 10267 w 3047134"/>
              <a:gd name="connsiteY5-336" fmla="*/ 3148819 h 3178430"/>
              <a:gd name="connsiteX6-337" fmla="*/ 0 w 3047134"/>
              <a:gd name="connsiteY6-338" fmla="*/ 3142582 h 3178430"/>
              <a:gd name="connsiteX0-339" fmla="*/ 3036867 w 3036867"/>
              <a:gd name="connsiteY0-340" fmla="*/ 10180 h 3178430"/>
              <a:gd name="connsiteX1-341" fmla="*/ 2835261 w 3036867"/>
              <a:gd name="connsiteY1-342" fmla="*/ 0 h 3178430"/>
              <a:gd name="connsiteX2-343" fmla="*/ 33274 w 3036867"/>
              <a:gd name="connsiteY2-344" fmla="*/ 2801987 h 3178430"/>
              <a:gd name="connsiteX3-345" fmla="*/ 47740 w 3036867"/>
              <a:gd name="connsiteY3-346" fmla="*/ 3088474 h 3178430"/>
              <a:gd name="connsiteX4-347" fmla="*/ 61469 w 3036867"/>
              <a:gd name="connsiteY4-348" fmla="*/ 3178430 h 3178430"/>
              <a:gd name="connsiteX5-349" fmla="*/ 0 w 3036867"/>
              <a:gd name="connsiteY5-350" fmla="*/ 3148819 h 3178430"/>
              <a:gd name="connsiteX0-351" fmla="*/ 3003593 w 3003593"/>
              <a:gd name="connsiteY0-352" fmla="*/ 10180 h 3178430"/>
              <a:gd name="connsiteX1-353" fmla="*/ 2801987 w 3003593"/>
              <a:gd name="connsiteY1-354" fmla="*/ 0 h 3178430"/>
              <a:gd name="connsiteX2-355" fmla="*/ 0 w 3003593"/>
              <a:gd name="connsiteY2-356" fmla="*/ 2801987 h 3178430"/>
              <a:gd name="connsiteX3-357" fmla="*/ 14466 w 3003593"/>
              <a:gd name="connsiteY3-358" fmla="*/ 3088474 h 3178430"/>
              <a:gd name="connsiteX4-359" fmla="*/ 28195 w 3003593"/>
              <a:gd name="connsiteY4-360" fmla="*/ 3178430 h 317843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4" name="任意多边形: 形状 33"/>
          <p:cNvSpPr/>
          <p:nvPr>
            <p:custDataLst>
              <p:tags r:id="rId17"/>
            </p:custDataLst>
          </p:nvPr>
        </p:nvSpPr>
        <p:spPr>
          <a:xfrm rot="11361091">
            <a:off x="1014730" y="1251585"/>
            <a:ext cx="2941955" cy="3111500"/>
          </a:xfrm>
          <a:custGeom>
            <a:avLst/>
            <a:gdLst>
              <a:gd name="connsiteX0" fmla="*/ 2664000 w 2958929"/>
              <a:gd name="connsiteY0" fmla="*/ 0 h 3133638"/>
              <a:gd name="connsiteX1" fmla="*/ 2936379 w 2958929"/>
              <a:gd name="connsiteY1" fmla="*/ 13754 h 3133638"/>
              <a:gd name="connsiteX2" fmla="*/ 2942190 w 2958929"/>
              <a:gd name="connsiteY2" fmla="*/ 14641 h 3133638"/>
              <a:gd name="connsiteX3" fmla="*/ 2958929 w 2958929"/>
              <a:gd name="connsiteY3" fmla="*/ 49389 h 3133638"/>
              <a:gd name="connsiteX4" fmla="*/ 2909591 w 2958929"/>
              <a:gd name="connsiteY4" fmla="*/ 45831 h 3133638"/>
              <a:gd name="connsiteX5" fmla="*/ 2440689 w 2958929"/>
              <a:gd name="connsiteY5" fmla="*/ 50342 h 3133638"/>
              <a:gd name="connsiteX6" fmla="*/ 1602489 w 2958929"/>
              <a:gd name="connsiteY6" fmla="*/ 255130 h 3133638"/>
              <a:gd name="connsiteX7" fmla="*/ 902401 w 2958929"/>
              <a:gd name="connsiteY7" fmla="*/ 717092 h 3133638"/>
              <a:gd name="connsiteX8" fmla="*/ 492826 w 2958929"/>
              <a:gd name="connsiteY8" fmla="*/ 1212392 h 3133638"/>
              <a:gd name="connsiteX9" fmla="*/ 154689 w 2958929"/>
              <a:gd name="connsiteY9" fmla="*/ 1893430 h 3133638"/>
              <a:gd name="connsiteX10" fmla="*/ 54676 w 2958929"/>
              <a:gd name="connsiteY10" fmla="*/ 2507792 h 3133638"/>
              <a:gd name="connsiteX11" fmla="*/ 102301 w 2958929"/>
              <a:gd name="connsiteY11" fmla="*/ 3050717 h 3133638"/>
              <a:gd name="connsiteX12" fmla="*/ 102599 w 2958929"/>
              <a:gd name="connsiteY12" fmla="*/ 3124163 h 3133638"/>
              <a:gd name="connsiteX13" fmla="*/ 101588 w 2958929"/>
              <a:gd name="connsiteY13" fmla="*/ 3133638 h 3133638"/>
              <a:gd name="connsiteX14" fmla="*/ 40443 w 2958929"/>
              <a:gd name="connsiteY14" fmla="*/ 3111259 h 3133638"/>
              <a:gd name="connsiteX15" fmla="*/ 13754 w 2958929"/>
              <a:gd name="connsiteY15" fmla="*/ 2936379 h 3133638"/>
              <a:gd name="connsiteX16" fmla="*/ 0 w 2958929"/>
              <a:gd name="connsiteY16" fmla="*/ 2664000 h 3133638"/>
              <a:gd name="connsiteX17" fmla="*/ 2664000 w 2958929"/>
              <a:gd name="connsiteY17" fmla="*/ 0 h 3133638"/>
              <a:gd name="connsiteX0-1" fmla="*/ 101588 w 2958929"/>
              <a:gd name="connsiteY0-2" fmla="*/ 3133638 h 3225078"/>
              <a:gd name="connsiteX1-3" fmla="*/ 40443 w 2958929"/>
              <a:gd name="connsiteY1-4" fmla="*/ 3111259 h 3225078"/>
              <a:gd name="connsiteX2-5" fmla="*/ 13754 w 2958929"/>
              <a:gd name="connsiteY2-6" fmla="*/ 2936379 h 3225078"/>
              <a:gd name="connsiteX3-7" fmla="*/ 0 w 2958929"/>
              <a:gd name="connsiteY3-8" fmla="*/ 2664000 h 3225078"/>
              <a:gd name="connsiteX4-9" fmla="*/ 2664000 w 2958929"/>
              <a:gd name="connsiteY4-10" fmla="*/ 0 h 3225078"/>
              <a:gd name="connsiteX5-11" fmla="*/ 2936379 w 2958929"/>
              <a:gd name="connsiteY5-12" fmla="*/ 13754 h 3225078"/>
              <a:gd name="connsiteX6-13" fmla="*/ 2942190 w 2958929"/>
              <a:gd name="connsiteY6-14" fmla="*/ 14641 h 3225078"/>
              <a:gd name="connsiteX7-15" fmla="*/ 2958929 w 2958929"/>
              <a:gd name="connsiteY7-16" fmla="*/ 49389 h 3225078"/>
              <a:gd name="connsiteX8-17" fmla="*/ 2909591 w 2958929"/>
              <a:gd name="connsiteY8-18" fmla="*/ 45831 h 3225078"/>
              <a:gd name="connsiteX9-19" fmla="*/ 2440689 w 2958929"/>
              <a:gd name="connsiteY9-20" fmla="*/ 50342 h 3225078"/>
              <a:gd name="connsiteX10-21" fmla="*/ 1602489 w 2958929"/>
              <a:gd name="connsiteY10-22" fmla="*/ 255130 h 3225078"/>
              <a:gd name="connsiteX11-23" fmla="*/ 902401 w 2958929"/>
              <a:gd name="connsiteY11-24" fmla="*/ 717092 h 3225078"/>
              <a:gd name="connsiteX12-25" fmla="*/ 492826 w 2958929"/>
              <a:gd name="connsiteY12-26" fmla="*/ 1212392 h 3225078"/>
              <a:gd name="connsiteX13-27" fmla="*/ 154689 w 2958929"/>
              <a:gd name="connsiteY13-28" fmla="*/ 1893430 h 3225078"/>
              <a:gd name="connsiteX14-29" fmla="*/ 54676 w 2958929"/>
              <a:gd name="connsiteY14-30" fmla="*/ 2507792 h 3225078"/>
              <a:gd name="connsiteX15-31" fmla="*/ 102301 w 2958929"/>
              <a:gd name="connsiteY15-32" fmla="*/ 3050717 h 3225078"/>
              <a:gd name="connsiteX16-33" fmla="*/ 102599 w 2958929"/>
              <a:gd name="connsiteY16-34" fmla="*/ 3124163 h 3225078"/>
              <a:gd name="connsiteX17-35" fmla="*/ 193028 w 2958929"/>
              <a:gd name="connsiteY17-36" fmla="*/ 3225078 h 3225078"/>
              <a:gd name="connsiteX0-37" fmla="*/ 101588 w 2958929"/>
              <a:gd name="connsiteY0-38" fmla="*/ 3133638 h 3133638"/>
              <a:gd name="connsiteX1-39" fmla="*/ 40443 w 2958929"/>
              <a:gd name="connsiteY1-40" fmla="*/ 3111259 h 3133638"/>
              <a:gd name="connsiteX2-41" fmla="*/ 13754 w 2958929"/>
              <a:gd name="connsiteY2-42" fmla="*/ 2936379 h 3133638"/>
              <a:gd name="connsiteX3-43" fmla="*/ 0 w 2958929"/>
              <a:gd name="connsiteY3-44" fmla="*/ 2664000 h 3133638"/>
              <a:gd name="connsiteX4-45" fmla="*/ 2664000 w 2958929"/>
              <a:gd name="connsiteY4-46" fmla="*/ 0 h 3133638"/>
              <a:gd name="connsiteX5-47" fmla="*/ 2936379 w 2958929"/>
              <a:gd name="connsiteY5-48" fmla="*/ 13754 h 3133638"/>
              <a:gd name="connsiteX6-49" fmla="*/ 2942190 w 2958929"/>
              <a:gd name="connsiteY6-50" fmla="*/ 14641 h 3133638"/>
              <a:gd name="connsiteX7-51" fmla="*/ 2958929 w 2958929"/>
              <a:gd name="connsiteY7-52" fmla="*/ 49389 h 3133638"/>
              <a:gd name="connsiteX8-53" fmla="*/ 2909591 w 2958929"/>
              <a:gd name="connsiteY8-54" fmla="*/ 45831 h 3133638"/>
              <a:gd name="connsiteX9-55" fmla="*/ 2440689 w 2958929"/>
              <a:gd name="connsiteY9-56" fmla="*/ 50342 h 3133638"/>
              <a:gd name="connsiteX10-57" fmla="*/ 1602489 w 2958929"/>
              <a:gd name="connsiteY10-58" fmla="*/ 255130 h 3133638"/>
              <a:gd name="connsiteX11-59" fmla="*/ 902401 w 2958929"/>
              <a:gd name="connsiteY11-60" fmla="*/ 717092 h 3133638"/>
              <a:gd name="connsiteX12-61" fmla="*/ 492826 w 2958929"/>
              <a:gd name="connsiteY12-62" fmla="*/ 1212392 h 3133638"/>
              <a:gd name="connsiteX13-63" fmla="*/ 154689 w 2958929"/>
              <a:gd name="connsiteY13-64" fmla="*/ 1893430 h 3133638"/>
              <a:gd name="connsiteX14-65" fmla="*/ 54676 w 2958929"/>
              <a:gd name="connsiteY14-66" fmla="*/ 2507792 h 3133638"/>
              <a:gd name="connsiteX15-67" fmla="*/ 102301 w 2958929"/>
              <a:gd name="connsiteY15-68" fmla="*/ 3050717 h 3133638"/>
              <a:gd name="connsiteX16-69" fmla="*/ 102599 w 2958929"/>
              <a:gd name="connsiteY16-70" fmla="*/ 3124163 h 3133638"/>
              <a:gd name="connsiteX0-71" fmla="*/ 101588 w 2958929"/>
              <a:gd name="connsiteY0-72" fmla="*/ 3133638 h 3133638"/>
              <a:gd name="connsiteX1-73" fmla="*/ 40443 w 2958929"/>
              <a:gd name="connsiteY1-74" fmla="*/ 3111259 h 3133638"/>
              <a:gd name="connsiteX2-75" fmla="*/ 13754 w 2958929"/>
              <a:gd name="connsiteY2-76" fmla="*/ 2936379 h 3133638"/>
              <a:gd name="connsiteX3-77" fmla="*/ 0 w 2958929"/>
              <a:gd name="connsiteY3-78" fmla="*/ 2664000 h 3133638"/>
              <a:gd name="connsiteX4-79" fmla="*/ 2664000 w 2958929"/>
              <a:gd name="connsiteY4-80" fmla="*/ 0 h 3133638"/>
              <a:gd name="connsiteX5-81" fmla="*/ 2936379 w 2958929"/>
              <a:gd name="connsiteY5-82" fmla="*/ 13754 h 3133638"/>
              <a:gd name="connsiteX6-83" fmla="*/ 2942190 w 2958929"/>
              <a:gd name="connsiteY6-84" fmla="*/ 14641 h 3133638"/>
              <a:gd name="connsiteX7-85" fmla="*/ 2958929 w 2958929"/>
              <a:gd name="connsiteY7-86" fmla="*/ 49389 h 3133638"/>
              <a:gd name="connsiteX8-87" fmla="*/ 2909591 w 2958929"/>
              <a:gd name="connsiteY8-88" fmla="*/ 45831 h 3133638"/>
              <a:gd name="connsiteX9-89" fmla="*/ 2440689 w 2958929"/>
              <a:gd name="connsiteY9-90" fmla="*/ 50342 h 3133638"/>
              <a:gd name="connsiteX10-91" fmla="*/ 1602489 w 2958929"/>
              <a:gd name="connsiteY10-92" fmla="*/ 255130 h 3133638"/>
              <a:gd name="connsiteX11-93" fmla="*/ 902401 w 2958929"/>
              <a:gd name="connsiteY11-94" fmla="*/ 717092 h 3133638"/>
              <a:gd name="connsiteX12-95" fmla="*/ 492826 w 2958929"/>
              <a:gd name="connsiteY12-96" fmla="*/ 1212392 h 3133638"/>
              <a:gd name="connsiteX13-97" fmla="*/ 154689 w 2958929"/>
              <a:gd name="connsiteY13-98" fmla="*/ 1893430 h 3133638"/>
              <a:gd name="connsiteX14-99" fmla="*/ 54676 w 2958929"/>
              <a:gd name="connsiteY14-100" fmla="*/ 2507792 h 3133638"/>
              <a:gd name="connsiteX15-101" fmla="*/ 102301 w 2958929"/>
              <a:gd name="connsiteY15-102" fmla="*/ 3050717 h 3133638"/>
              <a:gd name="connsiteX0-103" fmla="*/ 40443 w 2958929"/>
              <a:gd name="connsiteY0-104" fmla="*/ 3111259 h 3111259"/>
              <a:gd name="connsiteX1-105" fmla="*/ 13754 w 2958929"/>
              <a:gd name="connsiteY1-106" fmla="*/ 2936379 h 3111259"/>
              <a:gd name="connsiteX2-107" fmla="*/ 0 w 2958929"/>
              <a:gd name="connsiteY2-108" fmla="*/ 2664000 h 3111259"/>
              <a:gd name="connsiteX3-109" fmla="*/ 2664000 w 2958929"/>
              <a:gd name="connsiteY3-110" fmla="*/ 0 h 3111259"/>
              <a:gd name="connsiteX4-111" fmla="*/ 2936379 w 2958929"/>
              <a:gd name="connsiteY4-112" fmla="*/ 13754 h 3111259"/>
              <a:gd name="connsiteX5-113" fmla="*/ 2942190 w 2958929"/>
              <a:gd name="connsiteY5-114" fmla="*/ 14641 h 3111259"/>
              <a:gd name="connsiteX6-115" fmla="*/ 2958929 w 2958929"/>
              <a:gd name="connsiteY6-116" fmla="*/ 49389 h 3111259"/>
              <a:gd name="connsiteX7-117" fmla="*/ 2909591 w 2958929"/>
              <a:gd name="connsiteY7-118" fmla="*/ 45831 h 3111259"/>
              <a:gd name="connsiteX8-119" fmla="*/ 2440689 w 2958929"/>
              <a:gd name="connsiteY8-120" fmla="*/ 50342 h 3111259"/>
              <a:gd name="connsiteX9-121" fmla="*/ 1602489 w 2958929"/>
              <a:gd name="connsiteY9-122" fmla="*/ 255130 h 3111259"/>
              <a:gd name="connsiteX10-123" fmla="*/ 902401 w 2958929"/>
              <a:gd name="connsiteY10-124" fmla="*/ 717092 h 3111259"/>
              <a:gd name="connsiteX11-125" fmla="*/ 492826 w 2958929"/>
              <a:gd name="connsiteY11-126" fmla="*/ 1212392 h 3111259"/>
              <a:gd name="connsiteX12-127" fmla="*/ 154689 w 2958929"/>
              <a:gd name="connsiteY12-128" fmla="*/ 1893430 h 3111259"/>
              <a:gd name="connsiteX13-129" fmla="*/ 54676 w 2958929"/>
              <a:gd name="connsiteY13-130" fmla="*/ 2507792 h 3111259"/>
              <a:gd name="connsiteX14-131" fmla="*/ 102301 w 2958929"/>
              <a:gd name="connsiteY14-132" fmla="*/ 3050717 h 3111259"/>
              <a:gd name="connsiteX0-133" fmla="*/ 40443 w 2958929"/>
              <a:gd name="connsiteY0-134" fmla="*/ 3111259 h 3111259"/>
              <a:gd name="connsiteX1-135" fmla="*/ 13754 w 2958929"/>
              <a:gd name="connsiteY1-136" fmla="*/ 2936379 h 3111259"/>
              <a:gd name="connsiteX2-137" fmla="*/ 0 w 2958929"/>
              <a:gd name="connsiteY2-138" fmla="*/ 2664000 h 3111259"/>
              <a:gd name="connsiteX3-139" fmla="*/ 2664000 w 2958929"/>
              <a:gd name="connsiteY3-140" fmla="*/ 0 h 3111259"/>
              <a:gd name="connsiteX4-141" fmla="*/ 2936379 w 2958929"/>
              <a:gd name="connsiteY4-142" fmla="*/ 13754 h 3111259"/>
              <a:gd name="connsiteX5-143" fmla="*/ 2942190 w 2958929"/>
              <a:gd name="connsiteY5-144" fmla="*/ 14641 h 3111259"/>
              <a:gd name="connsiteX6-145" fmla="*/ 2958929 w 2958929"/>
              <a:gd name="connsiteY6-146" fmla="*/ 49389 h 3111259"/>
              <a:gd name="connsiteX7-147" fmla="*/ 2909591 w 2958929"/>
              <a:gd name="connsiteY7-148" fmla="*/ 45831 h 3111259"/>
              <a:gd name="connsiteX8-149" fmla="*/ 2440689 w 2958929"/>
              <a:gd name="connsiteY8-150" fmla="*/ 50342 h 3111259"/>
              <a:gd name="connsiteX9-151" fmla="*/ 1602489 w 2958929"/>
              <a:gd name="connsiteY9-152" fmla="*/ 255130 h 3111259"/>
              <a:gd name="connsiteX10-153" fmla="*/ 902401 w 2958929"/>
              <a:gd name="connsiteY10-154" fmla="*/ 717092 h 3111259"/>
              <a:gd name="connsiteX11-155" fmla="*/ 492826 w 2958929"/>
              <a:gd name="connsiteY11-156" fmla="*/ 1212392 h 3111259"/>
              <a:gd name="connsiteX12-157" fmla="*/ 154689 w 2958929"/>
              <a:gd name="connsiteY12-158" fmla="*/ 1893430 h 3111259"/>
              <a:gd name="connsiteX13-159" fmla="*/ 54676 w 2958929"/>
              <a:gd name="connsiteY13-160" fmla="*/ 2507792 h 3111259"/>
              <a:gd name="connsiteX0-161" fmla="*/ 40443 w 2958929"/>
              <a:gd name="connsiteY0-162" fmla="*/ 3111259 h 3111259"/>
              <a:gd name="connsiteX1-163" fmla="*/ 13754 w 2958929"/>
              <a:gd name="connsiteY1-164" fmla="*/ 2936379 h 3111259"/>
              <a:gd name="connsiteX2-165" fmla="*/ 0 w 2958929"/>
              <a:gd name="connsiteY2-166" fmla="*/ 2664000 h 3111259"/>
              <a:gd name="connsiteX3-167" fmla="*/ 2664000 w 2958929"/>
              <a:gd name="connsiteY3-168" fmla="*/ 0 h 3111259"/>
              <a:gd name="connsiteX4-169" fmla="*/ 2936379 w 2958929"/>
              <a:gd name="connsiteY4-170" fmla="*/ 13754 h 3111259"/>
              <a:gd name="connsiteX5-171" fmla="*/ 2942190 w 2958929"/>
              <a:gd name="connsiteY5-172" fmla="*/ 14641 h 3111259"/>
              <a:gd name="connsiteX6-173" fmla="*/ 2958929 w 2958929"/>
              <a:gd name="connsiteY6-174" fmla="*/ 49389 h 3111259"/>
              <a:gd name="connsiteX7-175" fmla="*/ 2909591 w 2958929"/>
              <a:gd name="connsiteY7-176" fmla="*/ 45831 h 3111259"/>
              <a:gd name="connsiteX8-177" fmla="*/ 2440689 w 2958929"/>
              <a:gd name="connsiteY8-178" fmla="*/ 50342 h 3111259"/>
              <a:gd name="connsiteX9-179" fmla="*/ 1602489 w 2958929"/>
              <a:gd name="connsiteY9-180" fmla="*/ 255130 h 3111259"/>
              <a:gd name="connsiteX10-181" fmla="*/ 902401 w 2958929"/>
              <a:gd name="connsiteY10-182" fmla="*/ 717092 h 3111259"/>
              <a:gd name="connsiteX11-183" fmla="*/ 492826 w 2958929"/>
              <a:gd name="connsiteY11-184" fmla="*/ 1212392 h 3111259"/>
              <a:gd name="connsiteX12-185" fmla="*/ 154689 w 2958929"/>
              <a:gd name="connsiteY12-186" fmla="*/ 1893430 h 3111259"/>
              <a:gd name="connsiteX0-187" fmla="*/ 40443 w 2958929"/>
              <a:gd name="connsiteY0-188" fmla="*/ 3111259 h 3111259"/>
              <a:gd name="connsiteX1-189" fmla="*/ 13754 w 2958929"/>
              <a:gd name="connsiteY1-190" fmla="*/ 2936379 h 3111259"/>
              <a:gd name="connsiteX2-191" fmla="*/ 0 w 2958929"/>
              <a:gd name="connsiteY2-192" fmla="*/ 2664000 h 3111259"/>
              <a:gd name="connsiteX3-193" fmla="*/ 2664000 w 2958929"/>
              <a:gd name="connsiteY3-194" fmla="*/ 0 h 3111259"/>
              <a:gd name="connsiteX4-195" fmla="*/ 2936379 w 2958929"/>
              <a:gd name="connsiteY4-196" fmla="*/ 13754 h 3111259"/>
              <a:gd name="connsiteX5-197" fmla="*/ 2942190 w 2958929"/>
              <a:gd name="connsiteY5-198" fmla="*/ 14641 h 3111259"/>
              <a:gd name="connsiteX6-199" fmla="*/ 2958929 w 2958929"/>
              <a:gd name="connsiteY6-200" fmla="*/ 49389 h 3111259"/>
              <a:gd name="connsiteX7-201" fmla="*/ 2909591 w 2958929"/>
              <a:gd name="connsiteY7-202" fmla="*/ 45831 h 3111259"/>
              <a:gd name="connsiteX8-203" fmla="*/ 2440689 w 2958929"/>
              <a:gd name="connsiteY8-204" fmla="*/ 50342 h 3111259"/>
              <a:gd name="connsiteX9-205" fmla="*/ 1602489 w 2958929"/>
              <a:gd name="connsiteY9-206" fmla="*/ 255130 h 3111259"/>
              <a:gd name="connsiteX10-207" fmla="*/ 902401 w 2958929"/>
              <a:gd name="connsiteY10-208" fmla="*/ 717092 h 3111259"/>
              <a:gd name="connsiteX11-209" fmla="*/ 492826 w 2958929"/>
              <a:gd name="connsiteY11-210" fmla="*/ 1212392 h 3111259"/>
              <a:gd name="connsiteX0-211" fmla="*/ 40443 w 2958929"/>
              <a:gd name="connsiteY0-212" fmla="*/ 3111259 h 3111259"/>
              <a:gd name="connsiteX1-213" fmla="*/ 13754 w 2958929"/>
              <a:gd name="connsiteY1-214" fmla="*/ 2936379 h 3111259"/>
              <a:gd name="connsiteX2-215" fmla="*/ 0 w 2958929"/>
              <a:gd name="connsiteY2-216" fmla="*/ 2664000 h 3111259"/>
              <a:gd name="connsiteX3-217" fmla="*/ 2664000 w 2958929"/>
              <a:gd name="connsiteY3-218" fmla="*/ 0 h 3111259"/>
              <a:gd name="connsiteX4-219" fmla="*/ 2936379 w 2958929"/>
              <a:gd name="connsiteY4-220" fmla="*/ 13754 h 3111259"/>
              <a:gd name="connsiteX5-221" fmla="*/ 2942190 w 2958929"/>
              <a:gd name="connsiteY5-222" fmla="*/ 14641 h 3111259"/>
              <a:gd name="connsiteX6-223" fmla="*/ 2958929 w 2958929"/>
              <a:gd name="connsiteY6-224" fmla="*/ 49389 h 3111259"/>
              <a:gd name="connsiteX7-225" fmla="*/ 2909591 w 2958929"/>
              <a:gd name="connsiteY7-226" fmla="*/ 45831 h 3111259"/>
              <a:gd name="connsiteX8-227" fmla="*/ 2440689 w 2958929"/>
              <a:gd name="connsiteY8-228" fmla="*/ 50342 h 3111259"/>
              <a:gd name="connsiteX9-229" fmla="*/ 1602489 w 2958929"/>
              <a:gd name="connsiteY9-230" fmla="*/ 255130 h 3111259"/>
              <a:gd name="connsiteX10-231" fmla="*/ 902401 w 2958929"/>
              <a:gd name="connsiteY10-232" fmla="*/ 717092 h 3111259"/>
              <a:gd name="connsiteX0-233" fmla="*/ 40443 w 2958929"/>
              <a:gd name="connsiteY0-234" fmla="*/ 3111259 h 3111259"/>
              <a:gd name="connsiteX1-235" fmla="*/ 13754 w 2958929"/>
              <a:gd name="connsiteY1-236" fmla="*/ 2936379 h 3111259"/>
              <a:gd name="connsiteX2-237" fmla="*/ 0 w 2958929"/>
              <a:gd name="connsiteY2-238" fmla="*/ 2664000 h 3111259"/>
              <a:gd name="connsiteX3-239" fmla="*/ 2664000 w 2958929"/>
              <a:gd name="connsiteY3-240" fmla="*/ 0 h 3111259"/>
              <a:gd name="connsiteX4-241" fmla="*/ 2936379 w 2958929"/>
              <a:gd name="connsiteY4-242" fmla="*/ 13754 h 3111259"/>
              <a:gd name="connsiteX5-243" fmla="*/ 2942190 w 2958929"/>
              <a:gd name="connsiteY5-244" fmla="*/ 14641 h 3111259"/>
              <a:gd name="connsiteX6-245" fmla="*/ 2958929 w 2958929"/>
              <a:gd name="connsiteY6-246" fmla="*/ 49389 h 3111259"/>
              <a:gd name="connsiteX7-247" fmla="*/ 2909591 w 2958929"/>
              <a:gd name="connsiteY7-248" fmla="*/ 45831 h 3111259"/>
              <a:gd name="connsiteX8-249" fmla="*/ 2440689 w 2958929"/>
              <a:gd name="connsiteY8-250" fmla="*/ 50342 h 3111259"/>
              <a:gd name="connsiteX9-251" fmla="*/ 1602489 w 2958929"/>
              <a:gd name="connsiteY9-252" fmla="*/ 255130 h 3111259"/>
              <a:gd name="connsiteX0-253" fmla="*/ 40443 w 2958929"/>
              <a:gd name="connsiteY0-254" fmla="*/ 3111259 h 3111259"/>
              <a:gd name="connsiteX1-255" fmla="*/ 13754 w 2958929"/>
              <a:gd name="connsiteY1-256" fmla="*/ 2936379 h 3111259"/>
              <a:gd name="connsiteX2-257" fmla="*/ 0 w 2958929"/>
              <a:gd name="connsiteY2-258" fmla="*/ 2664000 h 3111259"/>
              <a:gd name="connsiteX3-259" fmla="*/ 2664000 w 2958929"/>
              <a:gd name="connsiteY3-260" fmla="*/ 0 h 3111259"/>
              <a:gd name="connsiteX4-261" fmla="*/ 2936379 w 2958929"/>
              <a:gd name="connsiteY4-262" fmla="*/ 13754 h 3111259"/>
              <a:gd name="connsiteX5-263" fmla="*/ 2942190 w 2958929"/>
              <a:gd name="connsiteY5-264" fmla="*/ 14641 h 3111259"/>
              <a:gd name="connsiteX6-265" fmla="*/ 2958929 w 2958929"/>
              <a:gd name="connsiteY6-266" fmla="*/ 49389 h 3111259"/>
              <a:gd name="connsiteX7-267" fmla="*/ 2909591 w 2958929"/>
              <a:gd name="connsiteY7-268" fmla="*/ 45831 h 3111259"/>
              <a:gd name="connsiteX8-269" fmla="*/ 2440689 w 2958929"/>
              <a:gd name="connsiteY8-270" fmla="*/ 50342 h 3111259"/>
              <a:gd name="connsiteX0-271" fmla="*/ 40443 w 2958929"/>
              <a:gd name="connsiteY0-272" fmla="*/ 3111259 h 3111259"/>
              <a:gd name="connsiteX1-273" fmla="*/ 13754 w 2958929"/>
              <a:gd name="connsiteY1-274" fmla="*/ 2936379 h 3111259"/>
              <a:gd name="connsiteX2-275" fmla="*/ 0 w 2958929"/>
              <a:gd name="connsiteY2-276" fmla="*/ 2664000 h 3111259"/>
              <a:gd name="connsiteX3-277" fmla="*/ 2664000 w 2958929"/>
              <a:gd name="connsiteY3-278" fmla="*/ 0 h 3111259"/>
              <a:gd name="connsiteX4-279" fmla="*/ 2936379 w 2958929"/>
              <a:gd name="connsiteY4-280" fmla="*/ 13754 h 3111259"/>
              <a:gd name="connsiteX5-281" fmla="*/ 2942190 w 2958929"/>
              <a:gd name="connsiteY5-282" fmla="*/ 14641 h 3111259"/>
              <a:gd name="connsiteX6-283" fmla="*/ 2958929 w 2958929"/>
              <a:gd name="connsiteY6-284" fmla="*/ 49389 h 3111259"/>
              <a:gd name="connsiteX7-285" fmla="*/ 2909591 w 2958929"/>
              <a:gd name="connsiteY7-286" fmla="*/ 45831 h 3111259"/>
              <a:gd name="connsiteX0-287" fmla="*/ 40443 w 2958929"/>
              <a:gd name="connsiteY0-288" fmla="*/ 3111259 h 3111259"/>
              <a:gd name="connsiteX1-289" fmla="*/ 13754 w 2958929"/>
              <a:gd name="connsiteY1-290" fmla="*/ 2936379 h 3111259"/>
              <a:gd name="connsiteX2-291" fmla="*/ 0 w 2958929"/>
              <a:gd name="connsiteY2-292" fmla="*/ 2664000 h 3111259"/>
              <a:gd name="connsiteX3-293" fmla="*/ 2664000 w 2958929"/>
              <a:gd name="connsiteY3-294" fmla="*/ 0 h 3111259"/>
              <a:gd name="connsiteX4-295" fmla="*/ 2936379 w 2958929"/>
              <a:gd name="connsiteY4-296" fmla="*/ 13754 h 3111259"/>
              <a:gd name="connsiteX5-297" fmla="*/ 2942190 w 2958929"/>
              <a:gd name="connsiteY5-298" fmla="*/ 14641 h 3111259"/>
              <a:gd name="connsiteX6-299" fmla="*/ 2958929 w 2958929"/>
              <a:gd name="connsiteY6-300" fmla="*/ 49389 h 3111259"/>
              <a:gd name="connsiteX0-301" fmla="*/ 40443 w 2942190"/>
              <a:gd name="connsiteY0-302" fmla="*/ 3111259 h 3111259"/>
              <a:gd name="connsiteX1-303" fmla="*/ 13754 w 2942190"/>
              <a:gd name="connsiteY1-304" fmla="*/ 2936379 h 3111259"/>
              <a:gd name="connsiteX2-305" fmla="*/ 0 w 2942190"/>
              <a:gd name="connsiteY2-306" fmla="*/ 2664000 h 3111259"/>
              <a:gd name="connsiteX3-307" fmla="*/ 2664000 w 2942190"/>
              <a:gd name="connsiteY3-308" fmla="*/ 0 h 3111259"/>
              <a:gd name="connsiteX4-309" fmla="*/ 2936379 w 2942190"/>
              <a:gd name="connsiteY4-310" fmla="*/ 13754 h 3111259"/>
              <a:gd name="connsiteX5-311" fmla="*/ 2942190 w 2942190"/>
              <a:gd name="connsiteY5-312" fmla="*/ 14641 h 31112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5" name="任意多边形: 形状 34"/>
          <p:cNvSpPr/>
          <p:nvPr>
            <p:custDataLst>
              <p:tags r:id="rId18"/>
            </p:custDataLst>
          </p:nvPr>
        </p:nvSpPr>
        <p:spPr>
          <a:xfrm rot="11361091">
            <a:off x="966470" y="1188085"/>
            <a:ext cx="2880360" cy="3034665"/>
          </a:xfrm>
          <a:custGeom>
            <a:avLst/>
            <a:gdLst>
              <a:gd name="connsiteX0" fmla="*/ 2515728 w 2911520"/>
              <a:gd name="connsiteY0" fmla="*/ 128 h 3088968"/>
              <a:gd name="connsiteX1" fmla="*/ 2736589 w 2911520"/>
              <a:gd name="connsiteY1" fmla="*/ 2509 h 3088968"/>
              <a:gd name="connsiteX2" fmla="*/ 2843447 w 2911520"/>
              <a:gd name="connsiteY2" fmla="*/ 5820 h 3088968"/>
              <a:gd name="connsiteX3" fmla="*/ 2879001 w 2911520"/>
              <a:gd name="connsiteY3" fmla="*/ 8253 h 3088968"/>
              <a:gd name="connsiteX4" fmla="*/ 2904947 w 2911520"/>
              <a:gd name="connsiteY4" fmla="*/ 62113 h 3088968"/>
              <a:gd name="connsiteX5" fmla="*/ 2911520 w 2911520"/>
              <a:gd name="connsiteY5" fmla="*/ 80071 h 3088968"/>
              <a:gd name="connsiteX6" fmla="*/ 2828871 w 2911520"/>
              <a:gd name="connsiteY6" fmla="*/ 67457 h 3088968"/>
              <a:gd name="connsiteX7" fmla="*/ 2569375 w 2911520"/>
              <a:gd name="connsiteY7" fmla="*/ 54354 h 3088968"/>
              <a:gd name="connsiteX8" fmla="*/ 31375 w 2911520"/>
              <a:gd name="connsiteY8" fmla="*/ 2592354 h 3088968"/>
              <a:gd name="connsiteX9" fmla="*/ 44478 w 2911520"/>
              <a:gd name="connsiteY9" fmla="*/ 2851850 h 3088968"/>
              <a:gd name="connsiteX10" fmla="*/ 80666 w 2911520"/>
              <a:gd name="connsiteY10" fmla="*/ 3088968 h 3088968"/>
              <a:gd name="connsiteX11" fmla="*/ 43856 w 2911520"/>
              <a:gd name="connsiteY11" fmla="*/ 3075496 h 3088968"/>
              <a:gd name="connsiteX12" fmla="*/ 43479 w 2911520"/>
              <a:gd name="connsiteY12" fmla="*/ 3064503 h 3088968"/>
              <a:gd name="connsiteX13" fmla="*/ 2914 w 2911520"/>
              <a:gd name="connsiteY13" fmla="*/ 2298034 h 3088968"/>
              <a:gd name="connsiteX14" fmla="*/ 145789 w 2911520"/>
              <a:gd name="connsiteY14" fmla="*/ 1721771 h 3088968"/>
              <a:gd name="connsiteX15" fmla="*/ 426776 w 2911520"/>
              <a:gd name="connsiteY15" fmla="*/ 1145509 h 3088968"/>
              <a:gd name="connsiteX16" fmla="*/ 722051 w 2911520"/>
              <a:gd name="connsiteY16" fmla="*/ 778796 h 3088968"/>
              <a:gd name="connsiteX17" fmla="*/ 1136389 w 2911520"/>
              <a:gd name="connsiteY17" fmla="*/ 431134 h 3088968"/>
              <a:gd name="connsiteX18" fmla="*/ 1631689 w 2911520"/>
              <a:gd name="connsiteY18" fmla="*/ 193009 h 3088968"/>
              <a:gd name="connsiteX19" fmla="*/ 2260339 w 2911520"/>
              <a:gd name="connsiteY19" fmla="*/ 21559 h 3088968"/>
              <a:gd name="connsiteX20" fmla="*/ 2515728 w 2911520"/>
              <a:gd name="connsiteY20" fmla="*/ 128 h 3088968"/>
              <a:gd name="connsiteX0-1" fmla="*/ 2843447 w 2934887"/>
              <a:gd name="connsiteY0-2" fmla="*/ 5692 h 3088840"/>
              <a:gd name="connsiteX1-3" fmla="*/ 2879001 w 2934887"/>
              <a:gd name="connsiteY1-4" fmla="*/ 8125 h 3088840"/>
              <a:gd name="connsiteX2-5" fmla="*/ 2904947 w 2934887"/>
              <a:gd name="connsiteY2-6" fmla="*/ 61985 h 3088840"/>
              <a:gd name="connsiteX3-7" fmla="*/ 2911520 w 2934887"/>
              <a:gd name="connsiteY3-8" fmla="*/ 79943 h 3088840"/>
              <a:gd name="connsiteX4-9" fmla="*/ 2828871 w 2934887"/>
              <a:gd name="connsiteY4-10" fmla="*/ 67329 h 3088840"/>
              <a:gd name="connsiteX5-11" fmla="*/ 2569375 w 2934887"/>
              <a:gd name="connsiteY5-12" fmla="*/ 54226 h 3088840"/>
              <a:gd name="connsiteX6-13" fmla="*/ 31375 w 2934887"/>
              <a:gd name="connsiteY6-14" fmla="*/ 2592226 h 3088840"/>
              <a:gd name="connsiteX7-15" fmla="*/ 44478 w 2934887"/>
              <a:gd name="connsiteY7-16" fmla="*/ 2851722 h 3088840"/>
              <a:gd name="connsiteX8-17" fmla="*/ 80666 w 2934887"/>
              <a:gd name="connsiteY8-18" fmla="*/ 3088840 h 3088840"/>
              <a:gd name="connsiteX9-19" fmla="*/ 43856 w 2934887"/>
              <a:gd name="connsiteY9-20" fmla="*/ 3075368 h 3088840"/>
              <a:gd name="connsiteX10-21" fmla="*/ 43479 w 2934887"/>
              <a:gd name="connsiteY10-22" fmla="*/ 3064375 h 3088840"/>
              <a:gd name="connsiteX11-23" fmla="*/ 2914 w 2934887"/>
              <a:gd name="connsiteY11-24" fmla="*/ 2297906 h 3088840"/>
              <a:gd name="connsiteX12-25" fmla="*/ 145789 w 2934887"/>
              <a:gd name="connsiteY12-26" fmla="*/ 1721643 h 3088840"/>
              <a:gd name="connsiteX13-27" fmla="*/ 426776 w 2934887"/>
              <a:gd name="connsiteY13-28" fmla="*/ 1145381 h 3088840"/>
              <a:gd name="connsiteX14-29" fmla="*/ 722051 w 2934887"/>
              <a:gd name="connsiteY14-30" fmla="*/ 778668 h 3088840"/>
              <a:gd name="connsiteX15-31" fmla="*/ 1136389 w 2934887"/>
              <a:gd name="connsiteY15-32" fmla="*/ 431006 h 3088840"/>
              <a:gd name="connsiteX16-33" fmla="*/ 1631689 w 2934887"/>
              <a:gd name="connsiteY16-34" fmla="*/ 192881 h 3088840"/>
              <a:gd name="connsiteX17-35" fmla="*/ 2260339 w 2934887"/>
              <a:gd name="connsiteY17-36" fmla="*/ 21431 h 3088840"/>
              <a:gd name="connsiteX18-37" fmla="*/ 2515728 w 2934887"/>
              <a:gd name="connsiteY18-38" fmla="*/ 0 h 3088840"/>
              <a:gd name="connsiteX19-39" fmla="*/ 2736589 w 2934887"/>
              <a:gd name="connsiteY19-40" fmla="*/ 2381 h 3088840"/>
              <a:gd name="connsiteX20-41" fmla="*/ 2934887 w 2934887"/>
              <a:gd name="connsiteY20-42" fmla="*/ 97132 h 3088840"/>
              <a:gd name="connsiteX0-43" fmla="*/ 2843447 w 2911520"/>
              <a:gd name="connsiteY0-44" fmla="*/ 5692 h 3088840"/>
              <a:gd name="connsiteX1-45" fmla="*/ 2879001 w 2911520"/>
              <a:gd name="connsiteY1-46" fmla="*/ 8125 h 3088840"/>
              <a:gd name="connsiteX2-47" fmla="*/ 2904947 w 2911520"/>
              <a:gd name="connsiteY2-48" fmla="*/ 61985 h 3088840"/>
              <a:gd name="connsiteX3-49" fmla="*/ 2911520 w 2911520"/>
              <a:gd name="connsiteY3-50" fmla="*/ 79943 h 3088840"/>
              <a:gd name="connsiteX4-51" fmla="*/ 2828871 w 2911520"/>
              <a:gd name="connsiteY4-52" fmla="*/ 67329 h 3088840"/>
              <a:gd name="connsiteX5-53" fmla="*/ 2569375 w 2911520"/>
              <a:gd name="connsiteY5-54" fmla="*/ 54226 h 3088840"/>
              <a:gd name="connsiteX6-55" fmla="*/ 31375 w 2911520"/>
              <a:gd name="connsiteY6-56" fmla="*/ 2592226 h 3088840"/>
              <a:gd name="connsiteX7-57" fmla="*/ 44478 w 2911520"/>
              <a:gd name="connsiteY7-58" fmla="*/ 2851722 h 3088840"/>
              <a:gd name="connsiteX8-59" fmla="*/ 80666 w 2911520"/>
              <a:gd name="connsiteY8-60" fmla="*/ 3088840 h 3088840"/>
              <a:gd name="connsiteX9-61" fmla="*/ 43856 w 2911520"/>
              <a:gd name="connsiteY9-62" fmla="*/ 3075368 h 3088840"/>
              <a:gd name="connsiteX10-63" fmla="*/ 43479 w 2911520"/>
              <a:gd name="connsiteY10-64" fmla="*/ 3064375 h 3088840"/>
              <a:gd name="connsiteX11-65" fmla="*/ 2914 w 2911520"/>
              <a:gd name="connsiteY11-66" fmla="*/ 2297906 h 3088840"/>
              <a:gd name="connsiteX12-67" fmla="*/ 145789 w 2911520"/>
              <a:gd name="connsiteY12-68" fmla="*/ 1721643 h 3088840"/>
              <a:gd name="connsiteX13-69" fmla="*/ 426776 w 2911520"/>
              <a:gd name="connsiteY13-70" fmla="*/ 1145381 h 3088840"/>
              <a:gd name="connsiteX14-71" fmla="*/ 722051 w 2911520"/>
              <a:gd name="connsiteY14-72" fmla="*/ 778668 h 3088840"/>
              <a:gd name="connsiteX15-73" fmla="*/ 1136389 w 2911520"/>
              <a:gd name="connsiteY15-74" fmla="*/ 431006 h 3088840"/>
              <a:gd name="connsiteX16-75" fmla="*/ 1631689 w 2911520"/>
              <a:gd name="connsiteY16-76" fmla="*/ 192881 h 3088840"/>
              <a:gd name="connsiteX17-77" fmla="*/ 2260339 w 2911520"/>
              <a:gd name="connsiteY17-78" fmla="*/ 21431 h 3088840"/>
              <a:gd name="connsiteX18-79" fmla="*/ 2515728 w 2911520"/>
              <a:gd name="connsiteY18-80" fmla="*/ 0 h 3088840"/>
              <a:gd name="connsiteX19-81" fmla="*/ 2736589 w 2911520"/>
              <a:gd name="connsiteY19-82" fmla="*/ 2381 h 3088840"/>
              <a:gd name="connsiteX0-83" fmla="*/ 2879001 w 2911520"/>
              <a:gd name="connsiteY0-84" fmla="*/ 8125 h 3088840"/>
              <a:gd name="connsiteX1-85" fmla="*/ 2904947 w 2911520"/>
              <a:gd name="connsiteY1-86" fmla="*/ 61985 h 3088840"/>
              <a:gd name="connsiteX2-87" fmla="*/ 2911520 w 2911520"/>
              <a:gd name="connsiteY2-88" fmla="*/ 79943 h 3088840"/>
              <a:gd name="connsiteX3-89" fmla="*/ 2828871 w 2911520"/>
              <a:gd name="connsiteY3-90" fmla="*/ 67329 h 3088840"/>
              <a:gd name="connsiteX4-91" fmla="*/ 2569375 w 2911520"/>
              <a:gd name="connsiteY4-92" fmla="*/ 54226 h 3088840"/>
              <a:gd name="connsiteX5-93" fmla="*/ 31375 w 2911520"/>
              <a:gd name="connsiteY5-94" fmla="*/ 2592226 h 3088840"/>
              <a:gd name="connsiteX6-95" fmla="*/ 44478 w 2911520"/>
              <a:gd name="connsiteY6-96" fmla="*/ 2851722 h 3088840"/>
              <a:gd name="connsiteX7-97" fmla="*/ 80666 w 2911520"/>
              <a:gd name="connsiteY7-98" fmla="*/ 3088840 h 3088840"/>
              <a:gd name="connsiteX8-99" fmla="*/ 43856 w 2911520"/>
              <a:gd name="connsiteY8-100" fmla="*/ 3075368 h 3088840"/>
              <a:gd name="connsiteX9-101" fmla="*/ 43479 w 2911520"/>
              <a:gd name="connsiteY9-102" fmla="*/ 3064375 h 3088840"/>
              <a:gd name="connsiteX10-103" fmla="*/ 2914 w 2911520"/>
              <a:gd name="connsiteY10-104" fmla="*/ 2297906 h 3088840"/>
              <a:gd name="connsiteX11-105" fmla="*/ 145789 w 2911520"/>
              <a:gd name="connsiteY11-106" fmla="*/ 1721643 h 3088840"/>
              <a:gd name="connsiteX12-107" fmla="*/ 426776 w 2911520"/>
              <a:gd name="connsiteY12-108" fmla="*/ 1145381 h 3088840"/>
              <a:gd name="connsiteX13-109" fmla="*/ 722051 w 2911520"/>
              <a:gd name="connsiteY13-110" fmla="*/ 778668 h 3088840"/>
              <a:gd name="connsiteX14-111" fmla="*/ 1136389 w 2911520"/>
              <a:gd name="connsiteY14-112" fmla="*/ 431006 h 3088840"/>
              <a:gd name="connsiteX15-113" fmla="*/ 1631689 w 2911520"/>
              <a:gd name="connsiteY15-114" fmla="*/ 192881 h 3088840"/>
              <a:gd name="connsiteX16-115" fmla="*/ 2260339 w 2911520"/>
              <a:gd name="connsiteY16-116" fmla="*/ 21431 h 3088840"/>
              <a:gd name="connsiteX17-117" fmla="*/ 2515728 w 2911520"/>
              <a:gd name="connsiteY17-118" fmla="*/ 0 h 3088840"/>
              <a:gd name="connsiteX18-119" fmla="*/ 2736589 w 2911520"/>
              <a:gd name="connsiteY18-120" fmla="*/ 2381 h 3088840"/>
              <a:gd name="connsiteX0-121" fmla="*/ 2904947 w 2911520"/>
              <a:gd name="connsiteY0-122" fmla="*/ 61985 h 3088840"/>
              <a:gd name="connsiteX1-123" fmla="*/ 2911520 w 2911520"/>
              <a:gd name="connsiteY1-124" fmla="*/ 79943 h 3088840"/>
              <a:gd name="connsiteX2-125" fmla="*/ 2828871 w 2911520"/>
              <a:gd name="connsiteY2-126" fmla="*/ 67329 h 3088840"/>
              <a:gd name="connsiteX3-127" fmla="*/ 2569375 w 2911520"/>
              <a:gd name="connsiteY3-128" fmla="*/ 54226 h 3088840"/>
              <a:gd name="connsiteX4-129" fmla="*/ 31375 w 2911520"/>
              <a:gd name="connsiteY4-130" fmla="*/ 2592226 h 3088840"/>
              <a:gd name="connsiteX5-131" fmla="*/ 44478 w 2911520"/>
              <a:gd name="connsiteY5-132" fmla="*/ 2851722 h 3088840"/>
              <a:gd name="connsiteX6-133" fmla="*/ 80666 w 2911520"/>
              <a:gd name="connsiteY6-134" fmla="*/ 3088840 h 3088840"/>
              <a:gd name="connsiteX7-135" fmla="*/ 43856 w 2911520"/>
              <a:gd name="connsiteY7-136" fmla="*/ 3075368 h 3088840"/>
              <a:gd name="connsiteX8-137" fmla="*/ 43479 w 2911520"/>
              <a:gd name="connsiteY8-138" fmla="*/ 3064375 h 3088840"/>
              <a:gd name="connsiteX9-139" fmla="*/ 2914 w 2911520"/>
              <a:gd name="connsiteY9-140" fmla="*/ 2297906 h 3088840"/>
              <a:gd name="connsiteX10-141" fmla="*/ 145789 w 2911520"/>
              <a:gd name="connsiteY10-142" fmla="*/ 1721643 h 3088840"/>
              <a:gd name="connsiteX11-143" fmla="*/ 426776 w 2911520"/>
              <a:gd name="connsiteY11-144" fmla="*/ 1145381 h 3088840"/>
              <a:gd name="connsiteX12-145" fmla="*/ 722051 w 2911520"/>
              <a:gd name="connsiteY12-146" fmla="*/ 778668 h 3088840"/>
              <a:gd name="connsiteX13-147" fmla="*/ 1136389 w 2911520"/>
              <a:gd name="connsiteY13-148" fmla="*/ 431006 h 3088840"/>
              <a:gd name="connsiteX14-149" fmla="*/ 1631689 w 2911520"/>
              <a:gd name="connsiteY14-150" fmla="*/ 192881 h 3088840"/>
              <a:gd name="connsiteX15-151" fmla="*/ 2260339 w 2911520"/>
              <a:gd name="connsiteY15-152" fmla="*/ 21431 h 3088840"/>
              <a:gd name="connsiteX16-153" fmla="*/ 2515728 w 2911520"/>
              <a:gd name="connsiteY16-154" fmla="*/ 0 h 3088840"/>
              <a:gd name="connsiteX17-155" fmla="*/ 2736589 w 2911520"/>
              <a:gd name="connsiteY17-156" fmla="*/ 2381 h 3088840"/>
              <a:gd name="connsiteX0-157" fmla="*/ 2911520 w 2911520"/>
              <a:gd name="connsiteY0-158" fmla="*/ 79943 h 3088840"/>
              <a:gd name="connsiteX1-159" fmla="*/ 2828871 w 2911520"/>
              <a:gd name="connsiteY1-160" fmla="*/ 67329 h 3088840"/>
              <a:gd name="connsiteX2-161" fmla="*/ 2569375 w 2911520"/>
              <a:gd name="connsiteY2-162" fmla="*/ 54226 h 3088840"/>
              <a:gd name="connsiteX3-163" fmla="*/ 31375 w 2911520"/>
              <a:gd name="connsiteY3-164" fmla="*/ 2592226 h 3088840"/>
              <a:gd name="connsiteX4-165" fmla="*/ 44478 w 2911520"/>
              <a:gd name="connsiteY4-166" fmla="*/ 2851722 h 3088840"/>
              <a:gd name="connsiteX5-167" fmla="*/ 80666 w 2911520"/>
              <a:gd name="connsiteY5-168" fmla="*/ 3088840 h 3088840"/>
              <a:gd name="connsiteX6-169" fmla="*/ 43856 w 2911520"/>
              <a:gd name="connsiteY6-170" fmla="*/ 3075368 h 3088840"/>
              <a:gd name="connsiteX7-171" fmla="*/ 43479 w 2911520"/>
              <a:gd name="connsiteY7-172" fmla="*/ 3064375 h 3088840"/>
              <a:gd name="connsiteX8-173" fmla="*/ 2914 w 2911520"/>
              <a:gd name="connsiteY8-174" fmla="*/ 2297906 h 3088840"/>
              <a:gd name="connsiteX9-175" fmla="*/ 145789 w 2911520"/>
              <a:gd name="connsiteY9-176" fmla="*/ 1721643 h 3088840"/>
              <a:gd name="connsiteX10-177" fmla="*/ 426776 w 2911520"/>
              <a:gd name="connsiteY10-178" fmla="*/ 1145381 h 3088840"/>
              <a:gd name="connsiteX11-179" fmla="*/ 722051 w 2911520"/>
              <a:gd name="connsiteY11-180" fmla="*/ 778668 h 3088840"/>
              <a:gd name="connsiteX12-181" fmla="*/ 1136389 w 2911520"/>
              <a:gd name="connsiteY12-182" fmla="*/ 431006 h 3088840"/>
              <a:gd name="connsiteX13-183" fmla="*/ 1631689 w 2911520"/>
              <a:gd name="connsiteY13-184" fmla="*/ 192881 h 3088840"/>
              <a:gd name="connsiteX14-185" fmla="*/ 2260339 w 2911520"/>
              <a:gd name="connsiteY14-186" fmla="*/ 21431 h 3088840"/>
              <a:gd name="connsiteX15-187" fmla="*/ 2515728 w 2911520"/>
              <a:gd name="connsiteY15-188" fmla="*/ 0 h 3088840"/>
              <a:gd name="connsiteX16-189" fmla="*/ 2736589 w 2911520"/>
              <a:gd name="connsiteY16-190" fmla="*/ 2381 h 3088840"/>
              <a:gd name="connsiteX0-191" fmla="*/ 2911520 w 2911520"/>
              <a:gd name="connsiteY0-192" fmla="*/ 79943 h 3088840"/>
              <a:gd name="connsiteX1-193" fmla="*/ 2828871 w 2911520"/>
              <a:gd name="connsiteY1-194" fmla="*/ 67329 h 3088840"/>
              <a:gd name="connsiteX2-195" fmla="*/ 2569375 w 2911520"/>
              <a:gd name="connsiteY2-196" fmla="*/ 54226 h 3088840"/>
              <a:gd name="connsiteX3-197" fmla="*/ 31375 w 2911520"/>
              <a:gd name="connsiteY3-198" fmla="*/ 2592226 h 3088840"/>
              <a:gd name="connsiteX4-199" fmla="*/ 44478 w 2911520"/>
              <a:gd name="connsiteY4-200" fmla="*/ 2851722 h 3088840"/>
              <a:gd name="connsiteX5-201" fmla="*/ 80666 w 2911520"/>
              <a:gd name="connsiteY5-202" fmla="*/ 3088840 h 3088840"/>
              <a:gd name="connsiteX6-203" fmla="*/ 43856 w 2911520"/>
              <a:gd name="connsiteY6-204" fmla="*/ 3075368 h 3088840"/>
              <a:gd name="connsiteX7-205" fmla="*/ 43479 w 2911520"/>
              <a:gd name="connsiteY7-206" fmla="*/ 3064375 h 3088840"/>
              <a:gd name="connsiteX8-207" fmla="*/ 2914 w 2911520"/>
              <a:gd name="connsiteY8-208" fmla="*/ 2297906 h 3088840"/>
              <a:gd name="connsiteX9-209" fmla="*/ 145789 w 2911520"/>
              <a:gd name="connsiteY9-210" fmla="*/ 1721643 h 3088840"/>
              <a:gd name="connsiteX10-211" fmla="*/ 426776 w 2911520"/>
              <a:gd name="connsiteY10-212" fmla="*/ 1145381 h 3088840"/>
              <a:gd name="connsiteX11-213" fmla="*/ 722051 w 2911520"/>
              <a:gd name="connsiteY11-214" fmla="*/ 778668 h 3088840"/>
              <a:gd name="connsiteX12-215" fmla="*/ 1136389 w 2911520"/>
              <a:gd name="connsiteY12-216" fmla="*/ 431006 h 3088840"/>
              <a:gd name="connsiteX13-217" fmla="*/ 1631689 w 2911520"/>
              <a:gd name="connsiteY13-218" fmla="*/ 192881 h 3088840"/>
              <a:gd name="connsiteX14-219" fmla="*/ 2260339 w 2911520"/>
              <a:gd name="connsiteY14-220" fmla="*/ 21431 h 3088840"/>
              <a:gd name="connsiteX15-221" fmla="*/ 2515728 w 2911520"/>
              <a:gd name="connsiteY15-222" fmla="*/ 0 h 3088840"/>
              <a:gd name="connsiteX0-223" fmla="*/ 2911520 w 2911520"/>
              <a:gd name="connsiteY0-224" fmla="*/ 58512 h 3067409"/>
              <a:gd name="connsiteX1-225" fmla="*/ 2828871 w 2911520"/>
              <a:gd name="connsiteY1-226" fmla="*/ 45898 h 3067409"/>
              <a:gd name="connsiteX2-227" fmla="*/ 2569375 w 2911520"/>
              <a:gd name="connsiteY2-228" fmla="*/ 32795 h 3067409"/>
              <a:gd name="connsiteX3-229" fmla="*/ 31375 w 2911520"/>
              <a:gd name="connsiteY3-230" fmla="*/ 2570795 h 3067409"/>
              <a:gd name="connsiteX4-231" fmla="*/ 44478 w 2911520"/>
              <a:gd name="connsiteY4-232" fmla="*/ 2830291 h 3067409"/>
              <a:gd name="connsiteX5-233" fmla="*/ 80666 w 2911520"/>
              <a:gd name="connsiteY5-234" fmla="*/ 3067409 h 3067409"/>
              <a:gd name="connsiteX6-235" fmla="*/ 43856 w 2911520"/>
              <a:gd name="connsiteY6-236" fmla="*/ 3053937 h 3067409"/>
              <a:gd name="connsiteX7-237" fmla="*/ 43479 w 2911520"/>
              <a:gd name="connsiteY7-238" fmla="*/ 3042944 h 3067409"/>
              <a:gd name="connsiteX8-239" fmla="*/ 2914 w 2911520"/>
              <a:gd name="connsiteY8-240" fmla="*/ 2276475 h 3067409"/>
              <a:gd name="connsiteX9-241" fmla="*/ 145789 w 2911520"/>
              <a:gd name="connsiteY9-242" fmla="*/ 1700212 h 3067409"/>
              <a:gd name="connsiteX10-243" fmla="*/ 426776 w 2911520"/>
              <a:gd name="connsiteY10-244" fmla="*/ 1123950 h 3067409"/>
              <a:gd name="connsiteX11-245" fmla="*/ 722051 w 2911520"/>
              <a:gd name="connsiteY11-246" fmla="*/ 757237 h 3067409"/>
              <a:gd name="connsiteX12-247" fmla="*/ 1136389 w 2911520"/>
              <a:gd name="connsiteY12-248" fmla="*/ 409575 h 3067409"/>
              <a:gd name="connsiteX13-249" fmla="*/ 1631689 w 2911520"/>
              <a:gd name="connsiteY13-250" fmla="*/ 171450 h 3067409"/>
              <a:gd name="connsiteX14-251" fmla="*/ 2260339 w 2911520"/>
              <a:gd name="connsiteY14-252" fmla="*/ 0 h 3067409"/>
              <a:gd name="connsiteX0-253" fmla="*/ 2911520 w 2911520"/>
              <a:gd name="connsiteY0-254" fmla="*/ 25717 h 3034614"/>
              <a:gd name="connsiteX1-255" fmla="*/ 2828871 w 2911520"/>
              <a:gd name="connsiteY1-256" fmla="*/ 13103 h 3034614"/>
              <a:gd name="connsiteX2-257" fmla="*/ 2569375 w 2911520"/>
              <a:gd name="connsiteY2-258" fmla="*/ 0 h 3034614"/>
              <a:gd name="connsiteX3-259" fmla="*/ 31375 w 2911520"/>
              <a:gd name="connsiteY3-260" fmla="*/ 2538000 h 3034614"/>
              <a:gd name="connsiteX4-261" fmla="*/ 44478 w 2911520"/>
              <a:gd name="connsiteY4-262" fmla="*/ 2797496 h 3034614"/>
              <a:gd name="connsiteX5-263" fmla="*/ 80666 w 2911520"/>
              <a:gd name="connsiteY5-264" fmla="*/ 3034614 h 3034614"/>
              <a:gd name="connsiteX6-265" fmla="*/ 43856 w 2911520"/>
              <a:gd name="connsiteY6-266" fmla="*/ 3021142 h 3034614"/>
              <a:gd name="connsiteX7-267" fmla="*/ 43479 w 2911520"/>
              <a:gd name="connsiteY7-268" fmla="*/ 3010149 h 3034614"/>
              <a:gd name="connsiteX8-269" fmla="*/ 2914 w 2911520"/>
              <a:gd name="connsiteY8-270" fmla="*/ 2243680 h 3034614"/>
              <a:gd name="connsiteX9-271" fmla="*/ 145789 w 2911520"/>
              <a:gd name="connsiteY9-272" fmla="*/ 1667417 h 3034614"/>
              <a:gd name="connsiteX10-273" fmla="*/ 426776 w 2911520"/>
              <a:gd name="connsiteY10-274" fmla="*/ 1091155 h 3034614"/>
              <a:gd name="connsiteX11-275" fmla="*/ 722051 w 2911520"/>
              <a:gd name="connsiteY11-276" fmla="*/ 724442 h 3034614"/>
              <a:gd name="connsiteX12-277" fmla="*/ 1136389 w 2911520"/>
              <a:gd name="connsiteY12-278" fmla="*/ 376780 h 3034614"/>
              <a:gd name="connsiteX13-279" fmla="*/ 1631689 w 2911520"/>
              <a:gd name="connsiteY13-280" fmla="*/ 138655 h 3034614"/>
              <a:gd name="connsiteX0-281" fmla="*/ 2911520 w 2911520"/>
              <a:gd name="connsiteY0-282" fmla="*/ 25717 h 3034614"/>
              <a:gd name="connsiteX1-283" fmla="*/ 2828871 w 2911520"/>
              <a:gd name="connsiteY1-284" fmla="*/ 13103 h 3034614"/>
              <a:gd name="connsiteX2-285" fmla="*/ 2569375 w 2911520"/>
              <a:gd name="connsiteY2-286" fmla="*/ 0 h 3034614"/>
              <a:gd name="connsiteX3-287" fmla="*/ 31375 w 2911520"/>
              <a:gd name="connsiteY3-288" fmla="*/ 2538000 h 3034614"/>
              <a:gd name="connsiteX4-289" fmla="*/ 44478 w 2911520"/>
              <a:gd name="connsiteY4-290" fmla="*/ 2797496 h 3034614"/>
              <a:gd name="connsiteX5-291" fmla="*/ 80666 w 2911520"/>
              <a:gd name="connsiteY5-292" fmla="*/ 3034614 h 3034614"/>
              <a:gd name="connsiteX6-293" fmla="*/ 43856 w 2911520"/>
              <a:gd name="connsiteY6-294" fmla="*/ 3021142 h 3034614"/>
              <a:gd name="connsiteX7-295" fmla="*/ 43479 w 2911520"/>
              <a:gd name="connsiteY7-296" fmla="*/ 3010149 h 3034614"/>
              <a:gd name="connsiteX8-297" fmla="*/ 2914 w 2911520"/>
              <a:gd name="connsiteY8-298" fmla="*/ 2243680 h 3034614"/>
              <a:gd name="connsiteX9-299" fmla="*/ 145789 w 2911520"/>
              <a:gd name="connsiteY9-300" fmla="*/ 1667417 h 3034614"/>
              <a:gd name="connsiteX10-301" fmla="*/ 426776 w 2911520"/>
              <a:gd name="connsiteY10-302" fmla="*/ 1091155 h 3034614"/>
              <a:gd name="connsiteX11-303" fmla="*/ 722051 w 2911520"/>
              <a:gd name="connsiteY11-304" fmla="*/ 724442 h 3034614"/>
              <a:gd name="connsiteX12-305" fmla="*/ 1136389 w 2911520"/>
              <a:gd name="connsiteY12-306" fmla="*/ 376780 h 3034614"/>
              <a:gd name="connsiteX0-307" fmla="*/ 2911520 w 2911520"/>
              <a:gd name="connsiteY0-308" fmla="*/ 25717 h 3034614"/>
              <a:gd name="connsiteX1-309" fmla="*/ 2828871 w 2911520"/>
              <a:gd name="connsiteY1-310" fmla="*/ 13103 h 3034614"/>
              <a:gd name="connsiteX2-311" fmla="*/ 2569375 w 2911520"/>
              <a:gd name="connsiteY2-312" fmla="*/ 0 h 3034614"/>
              <a:gd name="connsiteX3-313" fmla="*/ 31375 w 2911520"/>
              <a:gd name="connsiteY3-314" fmla="*/ 2538000 h 3034614"/>
              <a:gd name="connsiteX4-315" fmla="*/ 44478 w 2911520"/>
              <a:gd name="connsiteY4-316" fmla="*/ 2797496 h 3034614"/>
              <a:gd name="connsiteX5-317" fmla="*/ 80666 w 2911520"/>
              <a:gd name="connsiteY5-318" fmla="*/ 3034614 h 3034614"/>
              <a:gd name="connsiteX6-319" fmla="*/ 43856 w 2911520"/>
              <a:gd name="connsiteY6-320" fmla="*/ 3021142 h 3034614"/>
              <a:gd name="connsiteX7-321" fmla="*/ 43479 w 2911520"/>
              <a:gd name="connsiteY7-322" fmla="*/ 3010149 h 3034614"/>
              <a:gd name="connsiteX8-323" fmla="*/ 2914 w 2911520"/>
              <a:gd name="connsiteY8-324" fmla="*/ 2243680 h 3034614"/>
              <a:gd name="connsiteX9-325" fmla="*/ 145789 w 2911520"/>
              <a:gd name="connsiteY9-326" fmla="*/ 1667417 h 3034614"/>
              <a:gd name="connsiteX10-327" fmla="*/ 426776 w 2911520"/>
              <a:gd name="connsiteY10-328" fmla="*/ 1091155 h 3034614"/>
              <a:gd name="connsiteX11-329" fmla="*/ 722051 w 2911520"/>
              <a:gd name="connsiteY11-330" fmla="*/ 724442 h 3034614"/>
              <a:gd name="connsiteX0-331" fmla="*/ 2911520 w 2911520"/>
              <a:gd name="connsiteY0-332" fmla="*/ 25717 h 3034614"/>
              <a:gd name="connsiteX1-333" fmla="*/ 2828871 w 2911520"/>
              <a:gd name="connsiteY1-334" fmla="*/ 13103 h 3034614"/>
              <a:gd name="connsiteX2-335" fmla="*/ 2569375 w 2911520"/>
              <a:gd name="connsiteY2-336" fmla="*/ 0 h 3034614"/>
              <a:gd name="connsiteX3-337" fmla="*/ 31375 w 2911520"/>
              <a:gd name="connsiteY3-338" fmla="*/ 2538000 h 3034614"/>
              <a:gd name="connsiteX4-339" fmla="*/ 44478 w 2911520"/>
              <a:gd name="connsiteY4-340" fmla="*/ 2797496 h 3034614"/>
              <a:gd name="connsiteX5-341" fmla="*/ 80666 w 2911520"/>
              <a:gd name="connsiteY5-342" fmla="*/ 3034614 h 3034614"/>
              <a:gd name="connsiteX6-343" fmla="*/ 43856 w 2911520"/>
              <a:gd name="connsiteY6-344" fmla="*/ 3021142 h 3034614"/>
              <a:gd name="connsiteX7-345" fmla="*/ 43479 w 2911520"/>
              <a:gd name="connsiteY7-346" fmla="*/ 3010149 h 3034614"/>
              <a:gd name="connsiteX8-347" fmla="*/ 2914 w 2911520"/>
              <a:gd name="connsiteY8-348" fmla="*/ 2243680 h 3034614"/>
              <a:gd name="connsiteX9-349" fmla="*/ 145789 w 2911520"/>
              <a:gd name="connsiteY9-350" fmla="*/ 1667417 h 3034614"/>
              <a:gd name="connsiteX10-351" fmla="*/ 426776 w 2911520"/>
              <a:gd name="connsiteY10-352" fmla="*/ 1091155 h 3034614"/>
              <a:gd name="connsiteX0-353" fmla="*/ 2911520 w 2911520"/>
              <a:gd name="connsiteY0-354" fmla="*/ 25717 h 3034614"/>
              <a:gd name="connsiteX1-355" fmla="*/ 2828871 w 2911520"/>
              <a:gd name="connsiteY1-356" fmla="*/ 13103 h 3034614"/>
              <a:gd name="connsiteX2-357" fmla="*/ 2569375 w 2911520"/>
              <a:gd name="connsiteY2-358" fmla="*/ 0 h 3034614"/>
              <a:gd name="connsiteX3-359" fmla="*/ 31375 w 2911520"/>
              <a:gd name="connsiteY3-360" fmla="*/ 2538000 h 3034614"/>
              <a:gd name="connsiteX4-361" fmla="*/ 44478 w 2911520"/>
              <a:gd name="connsiteY4-362" fmla="*/ 2797496 h 3034614"/>
              <a:gd name="connsiteX5-363" fmla="*/ 80666 w 2911520"/>
              <a:gd name="connsiteY5-364" fmla="*/ 3034614 h 3034614"/>
              <a:gd name="connsiteX6-365" fmla="*/ 43856 w 2911520"/>
              <a:gd name="connsiteY6-366" fmla="*/ 3021142 h 3034614"/>
              <a:gd name="connsiteX7-367" fmla="*/ 43479 w 2911520"/>
              <a:gd name="connsiteY7-368" fmla="*/ 3010149 h 3034614"/>
              <a:gd name="connsiteX8-369" fmla="*/ 2914 w 2911520"/>
              <a:gd name="connsiteY8-370" fmla="*/ 2243680 h 3034614"/>
              <a:gd name="connsiteX9-371" fmla="*/ 145789 w 2911520"/>
              <a:gd name="connsiteY9-372" fmla="*/ 1667417 h 3034614"/>
              <a:gd name="connsiteX0-373" fmla="*/ 2911520 w 2911520"/>
              <a:gd name="connsiteY0-374" fmla="*/ 25717 h 3034614"/>
              <a:gd name="connsiteX1-375" fmla="*/ 2828871 w 2911520"/>
              <a:gd name="connsiteY1-376" fmla="*/ 13103 h 3034614"/>
              <a:gd name="connsiteX2-377" fmla="*/ 2569375 w 2911520"/>
              <a:gd name="connsiteY2-378" fmla="*/ 0 h 3034614"/>
              <a:gd name="connsiteX3-379" fmla="*/ 31375 w 2911520"/>
              <a:gd name="connsiteY3-380" fmla="*/ 2538000 h 3034614"/>
              <a:gd name="connsiteX4-381" fmla="*/ 44478 w 2911520"/>
              <a:gd name="connsiteY4-382" fmla="*/ 2797496 h 3034614"/>
              <a:gd name="connsiteX5-383" fmla="*/ 80666 w 2911520"/>
              <a:gd name="connsiteY5-384" fmla="*/ 3034614 h 3034614"/>
              <a:gd name="connsiteX6-385" fmla="*/ 43856 w 2911520"/>
              <a:gd name="connsiteY6-386" fmla="*/ 3021142 h 3034614"/>
              <a:gd name="connsiteX7-387" fmla="*/ 43479 w 2911520"/>
              <a:gd name="connsiteY7-388" fmla="*/ 3010149 h 3034614"/>
              <a:gd name="connsiteX8-389" fmla="*/ 2914 w 2911520"/>
              <a:gd name="connsiteY8-390" fmla="*/ 2243680 h 3034614"/>
              <a:gd name="connsiteX0-391" fmla="*/ 2880145 w 2880145"/>
              <a:gd name="connsiteY0-392" fmla="*/ 25717 h 3034614"/>
              <a:gd name="connsiteX1-393" fmla="*/ 2797496 w 2880145"/>
              <a:gd name="connsiteY1-394" fmla="*/ 13103 h 3034614"/>
              <a:gd name="connsiteX2-395" fmla="*/ 2538000 w 2880145"/>
              <a:gd name="connsiteY2-396" fmla="*/ 0 h 3034614"/>
              <a:gd name="connsiteX3-397" fmla="*/ 0 w 2880145"/>
              <a:gd name="connsiteY3-398" fmla="*/ 2538000 h 3034614"/>
              <a:gd name="connsiteX4-399" fmla="*/ 13103 w 2880145"/>
              <a:gd name="connsiteY4-400" fmla="*/ 2797496 h 3034614"/>
              <a:gd name="connsiteX5-401" fmla="*/ 49291 w 2880145"/>
              <a:gd name="connsiteY5-402" fmla="*/ 3034614 h 3034614"/>
              <a:gd name="connsiteX6-403" fmla="*/ 12481 w 2880145"/>
              <a:gd name="connsiteY6-404" fmla="*/ 3021142 h 3034614"/>
              <a:gd name="connsiteX7-405" fmla="*/ 12104 w 2880145"/>
              <a:gd name="connsiteY7-406" fmla="*/ 3010149 h 3034614"/>
              <a:gd name="connsiteX0-407" fmla="*/ 2880145 w 2880145"/>
              <a:gd name="connsiteY0-408" fmla="*/ 25717 h 3034614"/>
              <a:gd name="connsiteX1-409" fmla="*/ 2797496 w 2880145"/>
              <a:gd name="connsiteY1-410" fmla="*/ 13103 h 3034614"/>
              <a:gd name="connsiteX2-411" fmla="*/ 2538000 w 2880145"/>
              <a:gd name="connsiteY2-412" fmla="*/ 0 h 3034614"/>
              <a:gd name="connsiteX3-413" fmla="*/ 0 w 2880145"/>
              <a:gd name="connsiteY3-414" fmla="*/ 2538000 h 3034614"/>
              <a:gd name="connsiteX4-415" fmla="*/ 13103 w 2880145"/>
              <a:gd name="connsiteY4-416" fmla="*/ 2797496 h 3034614"/>
              <a:gd name="connsiteX5-417" fmla="*/ 49291 w 2880145"/>
              <a:gd name="connsiteY5-418" fmla="*/ 3034614 h 3034614"/>
              <a:gd name="connsiteX6-419" fmla="*/ 12481 w 2880145"/>
              <a:gd name="connsiteY6-420" fmla="*/ 3021142 h 3034614"/>
              <a:gd name="connsiteX0-421" fmla="*/ 2880145 w 2880145"/>
              <a:gd name="connsiteY0-422" fmla="*/ 25717 h 3034614"/>
              <a:gd name="connsiteX1-423" fmla="*/ 2797496 w 2880145"/>
              <a:gd name="connsiteY1-424" fmla="*/ 13103 h 3034614"/>
              <a:gd name="connsiteX2-425" fmla="*/ 2538000 w 2880145"/>
              <a:gd name="connsiteY2-426" fmla="*/ 0 h 3034614"/>
              <a:gd name="connsiteX3-427" fmla="*/ 0 w 2880145"/>
              <a:gd name="connsiteY3-428" fmla="*/ 2538000 h 3034614"/>
              <a:gd name="connsiteX4-429" fmla="*/ 13103 w 2880145"/>
              <a:gd name="connsiteY4-430" fmla="*/ 2797496 h 3034614"/>
              <a:gd name="connsiteX5-431" fmla="*/ 49291 w 2880145"/>
              <a:gd name="connsiteY5-432" fmla="*/ 3034614 h 303461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6" name="任意多边形: 形状 35"/>
          <p:cNvSpPr/>
          <p:nvPr>
            <p:custDataLst>
              <p:tags r:id="rId19"/>
            </p:custDataLst>
          </p:nvPr>
        </p:nvSpPr>
        <p:spPr>
          <a:xfrm rot="11361091">
            <a:off x="927100" y="1125855"/>
            <a:ext cx="2792730" cy="2938145"/>
          </a:xfrm>
          <a:custGeom>
            <a:avLst/>
            <a:gdLst>
              <a:gd name="connsiteX0" fmla="*/ 2394000 w 2821652"/>
              <a:gd name="connsiteY0" fmla="*/ 0 h 2948079"/>
              <a:gd name="connsiteX1" fmla="*/ 2638773 w 2821652"/>
              <a:gd name="connsiteY1" fmla="*/ 12360 h 2948079"/>
              <a:gd name="connsiteX2" fmla="*/ 2792551 w 2821652"/>
              <a:gd name="connsiteY2" fmla="*/ 35829 h 2948079"/>
              <a:gd name="connsiteX3" fmla="*/ 2805838 w 2821652"/>
              <a:gd name="connsiteY3" fmla="*/ 72133 h 2948079"/>
              <a:gd name="connsiteX4" fmla="*/ 2821652 w 2821652"/>
              <a:gd name="connsiteY4" fmla="*/ 133636 h 2948079"/>
              <a:gd name="connsiteX5" fmla="*/ 2764494 w 2821652"/>
              <a:gd name="connsiteY5" fmla="*/ 115884 h 2948079"/>
              <a:gd name="connsiteX6" fmla="*/ 2356426 w 2821652"/>
              <a:gd name="connsiteY6" fmla="*/ 37517 h 2948079"/>
              <a:gd name="connsiteX7" fmla="*/ 1803976 w 2821652"/>
              <a:gd name="connsiteY7" fmla="*/ 142292 h 2948079"/>
              <a:gd name="connsiteX8" fmla="*/ 1165801 w 2821652"/>
              <a:gd name="connsiteY8" fmla="*/ 408992 h 2948079"/>
              <a:gd name="connsiteX9" fmla="*/ 475239 w 2821652"/>
              <a:gd name="connsiteY9" fmla="*/ 1061455 h 2948079"/>
              <a:gd name="connsiteX10" fmla="*/ 118051 w 2821652"/>
              <a:gd name="connsiteY10" fmla="*/ 1799642 h 2948079"/>
              <a:gd name="connsiteX11" fmla="*/ 51376 w 2821652"/>
              <a:gd name="connsiteY11" fmla="*/ 2490205 h 2948079"/>
              <a:gd name="connsiteX12" fmla="*/ 102722 w 2821652"/>
              <a:gd name="connsiteY12" fmla="*/ 2944949 h 2948079"/>
              <a:gd name="connsiteX13" fmla="*/ 103344 w 2821652"/>
              <a:gd name="connsiteY13" fmla="*/ 2948079 h 2948079"/>
              <a:gd name="connsiteX14" fmla="*/ 64479 w 2821652"/>
              <a:gd name="connsiteY14" fmla="*/ 2938086 h 2948079"/>
              <a:gd name="connsiteX15" fmla="*/ 48638 w 2821652"/>
              <a:gd name="connsiteY15" fmla="*/ 2876475 h 2948079"/>
              <a:gd name="connsiteX16" fmla="*/ 0 w 2821652"/>
              <a:gd name="connsiteY16" fmla="*/ 2394000 h 2948079"/>
              <a:gd name="connsiteX17" fmla="*/ 2394000 w 2821652"/>
              <a:gd name="connsiteY17" fmla="*/ 0 h 2948079"/>
              <a:gd name="connsiteX0-1" fmla="*/ 2356426 w 2821652"/>
              <a:gd name="connsiteY0-2" fmla="*/ 37517 h 2948079"/>
              <a:gd name="connsiteX1-3" fmla="*/ 1803976 w 2821652"/>
              <a:gd name="connsiteY1-4" fmla="*/ 142292 h 2948079"/>
              <a:gd name="connsiteX2-5" fmla="*/ 1165801 w 2821652"/>
              <a:gd name="connsiteY2-6" fmla="*/ 408992 h 2948079"/>
              <a:gd name="connsiteX3-7" fmla="*/ 475239 w 2821652"/>
              <a:gd name="connsiteY3-8" fmla="*/ 1061455 h 2948079"/>
              <a:gd name="connsiteX4-9" fmla="*/ 118051 w 2821652"/>
              <a:gd name="connsiteY4-10" fmla="*/ 1799642 h 2948079"/>
              <a:gd name="connsiteX5-11" fmla="*/ 51376 w 2821652"/>
              <a:gd name="connsiteY5-12" fmla="*/ 2490205 h 2948079"/>
              <a:gd name="connsiteX6-13" fmla="*/ 102722 w 2821652"/>
              <a:gd name="connsiteY6-14" fmla="*/ 2944949 h 2948079"/>
              <a:gd name="connsiteX7-15" fmla="*/ 103344 w 2821652"/>
              <a:gd name="connsiteY7-16" fmla="*/ 2948079 h 2948079"/>
              <a:gd name="connsiteX8-17" fmla="*/ 64479 w 2821652"/>
              <a:gd name="connsiteY8-18" fmla="*/ 2938086 h 2948079"/>
              <a:gd name="connsiteX9-19" fmla="*/ 48638 w 2821652"/>
              <a:gd name="connsiteY9-20" fmla="*/ 2876475 h 2948079"/>
              <a:gd name="connsiteX10-21" fmla="*/ 0 w 2821652"/>
              <a:gd name="connsiteY10-22" fmla="*/ 2394000 h 2948079"/>
              <a:gd name="connsiteX11-23" fmla="*/ 2394000 w 2821652"/>
              <a:gd name="connsiteY11-24" fmla="*/ 0 h 2948079"/>
              <a:gd name="connsiteX12-25" fmla="*/ 2638773 w 2821652"/>
              <a:gd name="connsiteY12-26" fmla="*/ 12360 h 2948079"/>
              <a:gd name="connsiteX13-27" fmla="*/ 2792551 w 2821652"/>
              <a:gd name="connsiteY13-28" fmla="*/ 35829 h 2948079"/>
              <a:gd name="connsiteX14-29" fmla="*/ 2805838 w 2821652"/>
              <a:gd name="connsiteY14-30" fmla="*/ 72133 h 2948079"/>
              <a:gd name="connsiteX15-31" fmla="*/ 2821652 w 2821652"/>
              <a:gd name="connsiteY15-32" fmla="*/ 133636 h 2948079"/>
              <a:gd name="connsiteX16-33" fmla="*/ 2764494 w 2821652"/>
              <a:gd name="connsiteY16-34" fmla="*/ 115884 h 2948079"/>
              <a:gd name="connsiteX17-35" fmla="*/ 2447866 w 2821652"/>
              <a:gd name="connsiteY17-36" fmla="*/ 128957 h 2948079"/>
              <a:gd name="connsiteX0-37" fmla="*/ 2356426 w 2821652"/>
              <a:gd name="connsiteY0-38" fmla="*/ 37517 h 2948079"/>
              <a:gd name="connsiteX1-39" fmla="*/ 1803976 w 2821652"/>
              <a:gd name="connsiteY1-40" fmla="*/ 142292 h 2948079"/>
              <a:gd name="connsiteX2-41" fmla="*/ 1165801 w 2821652"/>
              <a:gd name="connsiteY2-42" fmla="*/ 408992 h 2948079"/>
              <a:gd name="connsiteX3-43" fmla="*/ 475239 w 2821652"/>
              <a:gd name="connsiteY3-44" fmla="*/ 1061455 h 2948079"/>
              <a:gd name="connsiteX4-45" fmla="*/ 118051 w 2821652"/>
              <a:gd name="connsiteY4-46" fmla="*/ 1799642 h 2948079"/>
              <a:gd name="connsiteX5-47" fmla="*/ 51376 w 2821652"/>
              <a:gd name="connsiteY5-48" fmla="*/ 2490205 h 2948079"/>
              <a:gd name="connsiteX6-49" fmla="*/ 102722 w 2821652"/>
              <a:gd name="connsiteY6-50" fmla="*/ 2944949 h 2948079"/>
              <a:gd name="connsiteX7-51" fmla="*/ 103344 w 2821652"/>
              <a:gd name="connsiteY7-52" fmla="*/ 2948079 h 2948079"/>
              <a:gd name="connsiteX8-53" fmla="*/ 64479 w 2821652"/>
              <a:gd name="connsiteY8-54" fmla="*/ 2938086 h 2948079"/>
              <a:gd name="connsiteX9-55" fmla="*/ 48638 w 2821652"/>
              <a:gd name="connsiteY9-56" fmla="*/ 2876475 h 2948079"/>
              <a:gd name="connsiteX10-57" fmla="*/ 0 w 2821652"/>
              <a:gd name="connsiteY10-58" fmla="*/ 2394000 h 2948079"/>
              <a:gd name="connsiteX11-59" fmla="*/ 2394000 w 2821652"/>
              <a:gd name="connsiteY11-60" fmla="*/ 0 h 2948079"/>
              <a:gd name="connsiteX12-61" fmla="*/ 2638773 w 2821652"/>
              <a:gd name="connsiteY12-62" fmla="*/ 12360 h 2948079"/>
              <a:gd name="connsiteX13-63" fmla="*/ 2792551 w 2821652"/>
              <a:gd name="connsiteY13-64" fmla="*/ 35829 h 2948079"/>
              <a:gd name="connsiteX14-65" fmla="*/ 2805838 w 2821652"/>
              <a:gd name="connsiteY14-66" fmla="*/ 72133 h 2948079"/>
              <a:gd name="connsiteX15-67" fmla="*/ 2821652 w 2821652"/>
              <a:gd name="connsiteY15-68" fmla="*/ 133636 h 2948079"/>
              <a:gd name="connsiteX16-69" fmla="*/ 2764494 w 2821652"/>
              <a:gd name="connsiteY16-70" fmla="*/ 115884 h 2948079"/>
              <a:gd name="connsiteX0-71" fmla="*/ 2356426 w 2821652"/>
              <a:gd name="connsiteY0-72" fmla="*/ 37517 h 2948079"/>
              <a:gd name="connsiteX1-73" fmla="*/ 1803976 w 2821652"/>
              <a:gd name="connsiteY1-74" fmla="*/ 142292 h 2948079"/>
              <a:gd name="connsiteX2-75" fmla="*/ 1165801 w 2821652"/>
              <a:gd name="connsiteY2-76" fmla="*/ 408992 h 2948079"/>
              <a:gd name="connsiteX3-77" fmla="*/ 475239 w 2821652"/>
              <a:gd name="connsiteY3-78" fmla="*/ 1061455 h 2948079"/>
              <a:gd name="connsiteX4-79" fmla="*/ 118051 w 2821652"/>
              <a:gd name="connsiteY4-80" fmla="*/ 1799642 h 2948079"/>
              <a:gd name="connsiteX5-81" fmla="*/ 51376 w 2821652"/>
              <a:gd name="connsiteY5-82" fmla="*/ 2490205 h 2948079"/>
              <a:gd name="connsiteX6-83" fmla="*/ 102722 w 2821652"/>
              <a:gd name="connsiteY6-84" fmla="*/ 2944949 h 2948079"/>
              <a:gd name="connsiteX7-85" fmla="*/ 103344 w 2821652"/>
              <a:gd name="connsiteY7-86" fmla="*/ 2948079 h 2948079"/>
              <a:gd name="connsiteX8-87" fmla="*/ 64479 w 2821652"/>
              <a:gd name="connsiteY8-88" fmla="*/ 2938086 h 2948079"/>
              <a:gd name="connsiteX9-89" fmla="*/ 48638 w 2821652"/>
              <a:gd name="connsiteY9-90" fmla="*/ 2876475 h 2948079"/>
              <a:gd name="connsiteX10-91" fmla="*/ 0 w 2821652"/>
              <a:gd name="connsiteY10-92" fmla="*/ 2394000 h 2948079"/>
              <a:gd name="connsiteX11-93" fmla="*/ 2394000 w 2821652"/>
              <a:gd name="connsiteY11-94" fmla="*/ 0 h 2948079"/>
              <a:gd name="connsiteX12-95" fmla="*/ 2638773 w 2821652"/>
              <a:gd name="connsiteY12-96" fmla="*/ 12360 h 2948079"/>
              <a:gd name="connsiteX13-97" fmla="*/ 2792551 w 2821652"/>
              <a:gd name="connsiteY13-98" fmla="*/ 35829 h 2948079"/>
              <a:gd name="connsiteX14-99" fmla="*/ 2805838 w 2821652"/>
              <a:gd name="connsiteY14-100" fmla="*/ 72133 h 2948079"/>
              <a:gd name="connsiteX15-101" fmla="*/ 2821652 w 2821652"/>
              <a:gd name="connsiteY15-102" fmla="*/ 133636 h 2948079"/>
              <a:gd name="connsiteX0-103" fmla="*/ 2356426 w 2805838"/>
              <a:gd name="connsiteY0-104" fmla="*/ 37517 h 2948079"/>
              <a:gd name="connsiteX1-105" fmla="*/ 1803976 w 2805838"/>
              <a:gd name="connsiteY1-106" fmla="*/ 142292 h 2948079"/>
              <a:gd name="connsiteX2-107" fmla="*/ 1165801 w 2805838"/>
              <a:gd name="connsiteY2-108" fmla="*/ 408992 h 2948079"/>
              <a:gd name="connsiteX3-109" fmla="*/ 475239 w 2805838"/>
              <a:gd name="connsiteY3-110" fmla="*/ 1061455 h 2948079"/>
              <a:gd name="connsiteX4-111" fmla="*/ 118051 w 2805838"/>
              <a:gd name="connsiteY4-112" fmla="*/ 1799642 h 2948079"/>
              <a:gd name="connsiteX5-113" fmla="*/ 51376 w 2805838"/>
              <a:gd name="connsiteY5-114" fmla="*/ 2490205 h 2948079"/>
              <a:gd name="connsiteX6-115" fmla="*/ 102722 w 2805838"/>
              <a:gd name="connsiteY6-116" fmla="*/ 2944949 h 2948079"/>
              <a:gd name="connsiteX7-117" fmla="*/ 103344 w 2805838"/>
              <a:gd name="connsiteY7-118" fmla="*/ 2948079 h 2948079"/>
              <a:gd name="connsiteX8-119" fmla="*/ 64479 w 2805838"/>
              <a:gd name="connsiteY8-120" fmla="*/ 2938086 h 2948079"/>
              <a:gd name="connsiteX9-121" fmla="*/ 48638 w 2805838"/>
              <a:gd name="connsiteY9-122" fmla="*/ 2876475 h 2948079"/>
              <a:gd name="connsiteX10-123" fmla="*/ 0 w 2805838"/>
              <a:gd name="connsiteY10-124" fmla="*/ 2394000 h 2948079"/>
              <a:gd name="connsiteX11-125" fmla="*/ 2394000 w 2805838"/>
              <a:gd name="connsiteY11-126" fmla="*/ 0 h 2948079"/>
              <a:gd name="connsiteX12-127" fmla="*/ 2638773 w 2805838"/>
              <a:gd name="connsiteY12-128" fmla="*/ 12360 h 2948079"/>
              <a:gd name="connsiteX13-129" fmla="*/ 2792551 w 2805838"/>
              <a:gd name="connsiteY13-130" fmla="*/ 35829 h 2948079"/>
              <a:gd name="connsiteX14-131" fmla="*/ 2805838 w 2805838"/>
              <a:gd name="connsiteY14-132" fmla="*/ 72133 h 2948079"/>
              <a:gd name="connsiteX0-133" fmla="*/ 2356426 w 2792551"/>
              <a:gd name="connsiteY0-134" fmla="*/ 37517 h 2948079"/>
              <a:gd name="connsiteX1-135" fmla="*/ 1803976 w 2792551"/>
              <a:gd name="connsiteY1-136" fmla="*/ 142292 h 2948079"/>
              <a:gd name="connsiteX2-137" fmla="*/ 1165801 w 2792551"/>
              <a:gd name="connsiteY2-138" fmla="*/ 408992 h 2948079"/>
              <a:gd name="connsiteX3-139" fmla="*/ 475239 w 2792551"/>
              <a:gd name="connsiteY3-140" fmla="*/ 1061455 h 2948079"/>
              <a:gd name="connsiteX4-141" fmla="*/ 118051 w 2792551"/>
              <a:gd name="connsiteY4-142" fmla="*/ 1799642 h 2948079"/>
              <a:gd name="connsiteX5-143" fmla="*/ 51376 w 2792551"/>
              <a:gd name="connsiteY5-144" fmla="*/ 2490205 h 2948079"/>
              <a:gd name="connsiteX6-145" fmla="*/ 102722 w 2792551"/>
              <a:gd name="connsiteY6-146" fmla="*/ 2944949 h 2948079"/>
              <a:gd name="connsiteX7-147" fmla="*/ 103344 w 2792551"/>
              <a:gd name="connsiteY7-148" fmla="*/ 2948079 h 2948079"/>
              <a:gd name="connsiteX8-149" fmla="*/ 64479 w 2792551"/>
              <a:gd name="connsiteY8-150" fmla="*/ 2938086 h 2948079"/>
              <a:gd name="connsiteX9-151" fmla="*/ 48638 w 2792551"/>
              <a:gd name="connsiteY9-152" fmla="*/ 2876475 h 2948079"/>
              <a:gd name="connsiteX10-153" fmla="*/ 0 w 2792551"/>
              <a:gd name="connsiteY10-154" fmla="*/ 2394000 h 2948079"/>
              <a:gd name="connsiteX11-155" fmla="*/ 2394000 w 2792551"/>
              <a:gd name="connsiteY11-156" fmla="*/ 0 h 2948079"/>
              <a:gd name="connsiteX12-157" fmla="*/ 2638773 w 2792551"/>
              <a:gd name="connsiteY12-158" fmla="*/ 12360 h 2948079"/>
              <a:gd name="connsiteX13-159" fmla="*/ 2792551 w 2792551"/>
              <a:gd name="connsiteY13-160" fmla="*/ 35829 h 2948079"/>
              <a:gd name="connsiteX0-161" fmla="*/ 1803976 w 2792551"/>
              <a:gd name="connsiteY0-162" fmla="*/ 142292 h 2948079"/>
              <a:gd name="connsiteX1-163" fmla="*/ 1165801 w 2792551"/>
              <a:gd name="connsiteY1-164" fmla="*/ 408992 h 2948079"/>
              <a:gd name="connsiteX2-165" fmla="*/ 475239 w 2792551"/>
              <a:gd name="connsiteY2-166" fmla="*/ 1061455 h 2948079"/>
              <a:gd name="connsiteX3-167" fmla="*/ 118051 w 2792551"/>
              <a:gd name="connsiteY3-168" fmla="*/ 1799642 h 2948079"/>
              <a:gd name="connsiteX4-169" fmla="*/ 51376 w 2792551"/>
              <a:gd name="connsiteY4-170" fmla="*/ 2490205 h 2948079"/>
              <a:gd name="connsiteX5-171" fmla="*/ 102722 w 2792551"/>
              <a:gd name="connsiteY5-172" fmla="*/ 2944949 h 2948079"/>
              <a:gd name="connsiteX6-173" fmla="*/ 103344 w 2792551"/>
              <a:gd name="connsiteY6-174" fmla="*/ 2948079 h 2948079"/>
              <a:gd name="connsiteX7-175" fmla="*/ 64479 w 2792551"/>
              <a:gd name="connsiteY7-176" fmla="*/ 2938086 h 2948079"/>
              <a:gd name="connsiteX8-177" fmla="*/ 48638 w 2792551"/>
              <a:gd name="connsiteY8-178" fmla="*/ 2876475 h 2948079"/>
              <a:gd name="connsiteX9-179" fmla="*/ 0 w 2792551"/>
              <a:gd name="connsiteY9-180" fmla="*/ 2394000 h 2948079"/>
              <a:gd name="connsiteX10-181" fmla="*/ 2394000 w 2792551"/>
              <a:gd name="connsiteY10-182" fmla="*/ 0 h 2948079"/>
              <a:gd name="connsiteX11-183" fmla="*/ 2638773 w 2792551"/>
              <a:gd name="connsiteY11-184" fmla="*/ 12360 h 2948079"/>
              <a:gd name="connsiteX12-185" fmla="*/ 2792551 w 2792551"/>
              <a:gd name="connsiteY12-186" fmla="*/ 35829 h 2948079"/>
              <a:gd name="connsiteX0-187" fmla="*/ 1165801 w 2792551"/>
              <a:gd name="connsiteY0-188" fmla="*/ 408992 h 2948079"/>
              <a:gd name="connsiteX1-189" fmla="*/ 475239 w 2792551"/>
              <a:gd name="connsiteY1-190" fmla="*/ 1061455 h 2948079"/>
              <a:gd name="connsiteX2-191" fmla="*/ 118051 w 2792551"/>
              <a:gd name="connsiteY2-192" fmla="*/ 1799642 h 2948079"/>
              <a:gd name="connsiteX3-193" fmla="*/ 51376 w 2792551"/>
              <a:gd name="connsiteY3-194" fmla="*/ 2490205 h 2948079"/>
              <a:gd name="connsiteX4-195" fmla="*/ 102722 w 2792551"/>
              <a:gd name="connsiteY4-196" fmla="*/ 2944949 h 2948079"/>
              <a:gd name="connsiteX5-197" fmla="*/ 103344 w 2792551"/>
              <a:gd name="connsiteY5-198" fmla="*/ 2948079 h 2948079"/>
              <a:gd name="connsiteX6-199" fmla="*/ 64479 w 2792551"/>
              <a:gd name="connsiteY6-200" fmla="*/ 2938086 h 2948079"/>
              <a:gd name="connsiteX7-201" fmla="*/ 48638 w 2792551"/>
              <a:gd name="connsiteY7-202" fmla="*/ 2876475 h 2948079"/>
              <a:gd name="connsiteX8-203" fmla="*/ 0 w 2792551"/>
              <a:gd name="connsiteY8-204" fmla="*/ 2394000 h 2948079"/>
              <a:gd name="connsiteX9-205" fmla="*/ 2394000 w 2792551"/>
              <a:gd name="connsiteY9-206" fmla="*/ 0 h 2948079"/>
              <a:gd name="connsiteX10-207" fmla="*/ 2638773 w 2792551"/>
              <a:gd name="connsiteY10-208" fmla="*/ 12360 h 2948079"/>
              <a:gd name="connsiteX11-209" fmla="*/ 2792551 w 2792551"/>
              <a:gd name="connsiteY11-210" fmla="*/ 35829 h 2948079"/>
              <a:gd name="connsiteX0-211" fmla="*/ 475239 w 2792551"/>
              <a:gd name="connsiteY0-212" fmla="*/ 1061455 h 2948079"/>
              <a:gd name="connsiteX1-213" fmla="*/ 118051 w 2792551"/>
              <a:gd name="connsiteY1-214" fmla="*/ 1799642 h 2948079"/>
              <a:gd name="connsiteX2-215" fmla="*/ 51376 w 2792551"/>
              <a:gd name="connsiteY2-216" fmla="*/ 2490205 h 2948079"/>
              <a:gd name="connsiteX3-217" fmla="*/ 102722 w 2792551"/>
              <a:gd name="connsiteY3-218" fmla="*/ 2944949 h 2948079"/>
              <a:gd name="connsiteX4-219" fmla="*/ 103344 w 2792551"/>
              <a:gd name="connsiteY4-220" fmla="*/ 2948079 h 2948079"/>
              <a:gd name="connsiteX5-221" fmla="*/ 64479 w 2792551"/>
              <a:gd name="connsiteY5-222" fmla="*/ 2938086 h 2948079"/>
              <a:gd name="connsiteX6-223" fmla="*/ 48638 w 2792551"/>
              <a:gd name="connsiteY6-224" fmla="*/ 2876475 h 2948079"/>
              <a:gd name="connsiteX7-225" fmla="*/ 0 w 2792551"/>
              <a:gd name="connsiteY7-226" fmla="*/ 2394000 h 2948079"/>
              <a:gd name="connsiteX8-227" fmla="*/ 2394000 w 2792551"/>
              <a:gd name="connsiteY8-228" fmla="*/ 0 h 2948079"/>
              <a:gd name="connsiteX9-229" fmla="*/ 2638773 w 2792551"/>
              <a:gd name="connsiteY9-230" fmla="*/ 12360 h 2948079"/>
              <a:gd name="connsiteX10-231" fmla="*/ 2792551 w 2792551"/>
              <a:gd name="connsiteY10-232" fmla="*/ 35829 h 2948079"/>
              <a:gd name="connsiteX0-233" fmla="*/ 118051 w 2792551"/>
              <a:gd name="connsiteY0-234" fmla="*/ 1799642 h 2948079"/>
              <a:gd name="connsiteX1-235" fmla="*/ 51376 w 2792551"/>
              <a:gd name="connsiteY1-236" fmla="*/ 2490205 h 2948079"/>
              <a:gd name="connsiteX2-237" fmla="*/ 102722 w 2792551"/>
              <a:gd name="connsiteY2-238" fmla="*/ 2944949 h 2948079"/>
              <a:gd name="connsiteX3-239" fmla="*/ 103344 w 2792551"/>
              <a:gd name="connsiteY3-240" fmla="*/ 2948079 h 2948079"/>
              <a:gd name="connsiteX4-241" fmla="*/ 64479 w 2792551"/>
              <a:gd name="connsiteY4-242" fmla="*/ 2938086 h 2948079"/>
              <a:gd name="connsiteX5-243" fmla="*/ 48638 w 2792551"/>
              <a:gd name="connsiteY5-244" fmla="*/ 2876475 h 2948079"/>
              <a:gd name="connsiteX6-245" fmla="*/ 0 w 2792551"/>
              <a:gd name="connsiteY6-246" fmla="*/ 2394000 h 2948079"/>
              <a:gd name="connsiteX7-247" fmla="*/ 2394000 w 2792551"/>
              <a:gd name="connsiteY7-248" fmla="*/ 0 h 2948079"/>
              <a:gd name="connsiteX8-249" fmla="*/ 2638773 w 2792551"/>
              <a:gd name="connsiteY8-250" fmla="*/ 12360 h 2948079"/>
              <a:gd name="connsiteX9-251" fmla="*/ 2792551 w 2792551"/>
              <a:gd name="connsiteY9-252" fmla="*/ 35829 h 2948079"/>
              <a:gd name="connsiteX0-253" fmla="*/ 51376 w 2792551"/>
              <a:gd name="connsiteY0-254" fmla="*/ 2490205 h 2948079"/>
              <a:gd name="connsiteX1-255" fmla="*/ 102722 w 2792551"/>
              <a:gd name="connsiteY1-256" fmla="*/ 2944949 h 2948079"/>
              <a:gd name="connsiteX2-257" fmla="*/ 103344 w 2792551"/>
              <a:gd name="connsiteY2-258" fmla="*/ 2948079 h 2948079"/>
              <a:gd name="connsiteX3-259" fmla="*/ 64479 w 2792551"/>
              <a:gd name="connsiteY3-260" fmla="*/ 2938086 h 2948079"/>
              <a:gd name="connsiteX4-261" fmla="*/ 48638 w 2792551"/>
              <a:gd name="connsiteY4-262" fmla="*/ 2876475 h 2948079"/>
              <a:gd name="connsiteX5-263" fmla="*/ 0 w 2792551"/>
              <a:gd name="connsiteY5-264" fmla="*/ 2394000 h 2948079"/>
              <a:gd name="connsiteX6-265" fmla="*/ 2394000 w 2792551"/>
              <a:gd name="connsiteY6-266" fmla="*/ 0 h 2948079"/>
              <a:gd name="connsiteX7-267" fmla="*/ 2638773 w 2792551"/>
              <a:gd name="connsiteY7-268" fmla="*/ 12360 h 2948079"/>
              <a:gd name="connsiteX8-269" fmla="*/ 2792551 w 2792551"/>
              <a:gd name="connsiteY8-270" fmla="*/ 35829 h 2948079"/>
              <a:gd name="connsiteX0-271" fmla="*/ 102722 w 2792551"/>
              <a:gd name="connsiteY0-272" fmla="*/ 2944949 h 2948079"/>
              <a:gd name="connsiteX1-273" fmla="*/ 103344 w 2792551"/>
              <a:gd name="connsiteY1-274" fmla="*/ 2948079 h 2948079"/>
              <a:gd name="connsiteX2-275" fmla="*/ 64479 w 2792551"/>
              <a:gd name="connsiteY2-276" fmla="*/ 2938086 h 2948079"/>
              <a:gd name="connsiteX3-277" fmla="*/ 48638 w 2792551"/>
              <a:gd name="connsiteY3-278" fmla="*/ 2876475 h 2948079"/>
              <a:gd name="connsiteX4-279" fmla="*/ 0 w 2792551"/>
              <a:gd name="connsiteY4-280" fmla="*/ 2394000 h 2948079"/>
              <a:gd name="connsiteX5-281" fmla="*/ 2394000 w 2792551"/>
              <a:gd name="connsiteY5-282" fmla="*/ 0 h 2948079"/>
              <a:gd name="connsiteX6-283" fmla="*/ 2638773 w 2792551"/>
              <a:gd name="connsiteY6-284" fmla="*/ 12360 h 2948079"/>
              <a:gd name="connsiteX7-285" fmla="*/ 2792551 w 2792551"/>
              <a:gd name="connsiteY7-286" fmla="*/ 35829 h 2948079"/>
              <a:gd name="connsiteX0-287" fmla="*/ 102722 w 2792551"/>
              <a:gd name="connsiteY0-288" fmla="*/ 2944949 h 2944949"/>
              <a:gd name="connsiteX1-289" fmla="*/ 64479 w 2792551"/>
              <a:gd name="connsiteY1-290" fmla="*/ 2938086 h 2944949"/>
              <a:gd name="connsiteX2-291" fmla="*/ 48638 w 2792551"/>
              <a:gd name="connsiteY2-292" fmla="*/ 2876475 h 2944949"/>
              <a:gd name="connsiteX3-293" fmla="*/ 0 w 2792551"/>
              <a:gd name="connsiteY3-294" fmla="*/ 2394000 h 2944949"/>
              <a:gd name="connsiteX4-295" fmla="*/ 2394000 w 2792551"/>
              <a:gd name="connsiteY4-296" fmla="*/ 0 h 2944949"/>
              <a:gd name="connsiteX5-297" fmla="*/ 2638773 w 2792551"/>
              <a:gd name="connsiteY5-298" fmla="*/ 12360 h 2944949"/>
              <a:gd name="connsiteX6-299" fmla="*/ 2792551 w 2792551"/>
              <a:gd name="connsiteY6-300" fmla="*/ 35829 h 2944949"/>
              <a:gd name="connsiteX0-301" fmla="*/ 64479 w 2792551"/>
              <a:gd name="connsiteY0-302" fmla="*/ 2938086 h 2938086"/>
              <a:gd name="connsiteX1-303" fmla="*/ 48638 w 2792551"/>
              <a:gd name="connsiteY1-304" fmla="*/ 2876475 h 2938086"/>
              <a:gd name="connsiteX2-305" fmla="*/ 0 w 2792551"/>
              <a:gd name="connsiteY2-306" fmla="*/ 2394000 h 2938086"/>
              <a:gd name="connsiteX3-307" fmla="*/ 2394000 w 2792551"/>
              <a:gd name="connsiteY3-308" fmla="*/ 0 h 2938086"/>
              <a:gd name="connsiteX4-309" fmla="*/ 2638773 w 2792551"/>
              <a:gd name="connsiteY4-310" fmla="*/ 12360 h 2938086"/>
              <a:gd name="connsiteX5-311" fmla="*/ 2792551 w 2792551"/>
              <a:gd name="connsiteY5-312" fmla="*/ 35829 h 293808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7" name="任意多边形: 形状 36"/>
          <p:cNvSpPr/>
          <p:nvPr>
            <p:custDataLst>
              <p:tags r:id="rId20"/>
            </p:custDataLst>
          </p:nvPr>
        </p:nvSpPr>
        <p:spPr>
          <a:xfrm rot="11361091">
            <a:off x="902335" y="1078865"/>
            <a:ext cx="2701925" cy="2842895"/>
          </a:xfrm>
          <a:custGeom>
            <a:avLst/>
            <a:gdLst>
              <a:gd name="connsiteX0" fmla="*/ 2267068 w 2739972"/>
              <a:gd name="connsiteY0" fmla="*/ 1743 h 2884022"/>
              <a:gd name="connsiteX1" fmla="*/ 2526624 w 2739972"/>
              <a:gd name="connsiteY1" fmla="*/ 20793 h 2884022"/>
              <a:gd name="connsiteX2" fmla="*/ 2693539 w 2739972"/>
              <a:gd name="connsiteY2" fmla="*/ 44345 h 2884022"/>
              <a:gd name="connsiteX3" fmla="*/ 2731706 w 2739972"/>
              <a:gd name="connsiteY3" fmla="*/ 52449 h 2884022"/>
              <a:gd name="connsiteX4" fmla="*/ 2739972 w 2739972"/>
              <a:gd name="connsiteY4" fmla="*/ 84597 h 2884022"/>
              <a:gd name="connsiteX5" fmla="*/ 2533782 w 2739972"/>
              <a:gd name="connsiteY5" fmla="*/ 53129 h 2884022"/>
              <a:gd name="connsiteX6" fmla="*/ 2302260 w 2739972"/>
              <a:gd name="connsiteY6" fmla="*/ 41438 h 2884022"/>
              <a:gd name="connsiteX7" fmla="*/ 37860 w 2739972"/>
              <a:gd name="connsiteY7" fmla="*/ 2305838 h 2884022"/>
              <a:gd name="connsiteX8" fmla="*/ 83865 w 2739972"/>
              <a:gd name="connsiteY8" fmla="*/ 2762194 h 2884022"/>
              <a:gd name="connsiteX9" fmla="*/ 115190 w 2739972"/>
              <a:gd name="connsiteY9" fmla="*/ 2884022 h 2884022"/>
              <a:gd name="connsiteX10" fmla="*/ 90982 w 2739972"/>
              <a:gd name="connsiteY10" fmla="*/ 2880327 h 2884022"/>
              <a:gd name="connsiteX11" fmla="*/ 55791 w 2739972"/>
              <a:gd name="connsiteY11" fmla="*/ 2871279 h 2884022"/>
              <a:gd name="connsiteX12" fmla="*/ 53696 w 2739972"/>
              <a:gd name="connsiteY12" fmla="*/ 2865196 h 2884022"/>
              <a:gd name="connsiteX13" fmla="*/ 12024 w 2739972"/>
              <a:gd name="connsiteY13" fmla="*/ 2668743 h 2884022"/>
              <a:gd name="connsiteX14" fmla="*/ 12024 w 2739972"/>
              <a:gd name="connsiteY14" fmla="*/ 2025805 h 2884022"/>
              <a:gd name="connsiteX15" fmla="*/ 126324 w 2739972"/>
              <a:gd name="connsiteY15" fmla="*/ 1516218 h 2884022"/>
              <a:gd name="connsiteX16" fmla="*/ 364449 w 2739972"/>
              <a:gd name="connsiteY16" fmla="*/ 1063780 h 2884022"/>
              <a:gd name="connsiteX17" fmla="*/ 645436 w 2739972"/>
              <a:gd name="connsiteY17" fmla="*/ 706593 h 2884022"/>
              <a:gd name="connsiteX18" fmla="*/ 1202649 w 2739972"/>
              <a:gd name="connsiteY18" fmla="*/ 273205 h 2884022"/>
              <a:gd name="connsiteX19" fmla="*/ 1950361 w 2739972"/>
              <a:gd name="connsiteY19" fmla="*/ 20793 h 2884022"/>
              <a:gd name="connsiteX20" fmla="*/ 2267068 w 2739972"/>
              <a:gd name="connsiteY20" fmla="*/ 1743 h 2884022"/>
              <a:gd name="connsiteX0-1" fmla="*/ 1950361 w 2739972"/>
              <a:gd name="connsiteY0-2" fmla="*/ 20793 h 2884022"/>
              <a:gd name="connsiteX1-3" fmla="*/ 2267068 w 2739972"/>
              <a:gd name="connsiteY1-4" fmla="*/ 1743 h 2884022"/>
              <a:gd name="connsiteX2-5" fmla="*/ 2526624 w 2739972"/>
              <a:gd name="connsiteY2-6" fmla="*/ 20793 h 2884022"/>
              <a:gd name="connsiteX3-7" fmla="*/ 2693539 w 2739972"/>
              <a:gd name="connsiteY3-8" fmla="*/ 44345 h 2884022"/>
              <a:gd name="connsiteX4-9" fmla="*/ 2731706 w 2739972"/>
              <a:gd name="connsiteY4-10" fmla="*/ 52449 h 2884022"/>
              <a:gd name="connsiteX5-11" fmla="*/ 2739972 w 2739972"/>
              <a:gd name="connsiteY5-12" fmla="*/ 84597 h 2884022"/>
              <a:gd name="connsiteX6-13" fmla="*/ 2533782 w 2739972"/>
              <a:gd name="connsiteY6-14" fmla="*/ 53129 h 2884022"/>
              <a:gd name="connsiteX7-15" fmla="*/ 2302260 w 2739972"/>
              <a:gd name="connsiteY7-16" fmla="*/ 41438 h 2884022"/>
              <a:gd name="connsiteX8-17" fmla="*/ 37860 w 2739972"/>
              <a:gd name="connsiteY8-18" fmla="*/ 2305838 h 2884022"/>
              <a:gd name="connsiteX9-19" fmla="*/ 83865 w 2739972"/>
              <a:gd name="connsiteY9-20" fmla="*/ 2762194 h 2884022"/>
              <a:gd name="connsiteX10-21" fmla="*/ 115190 w 2739972"/>
              <a:gd name="connsiteY10-22" fmla="*/ 2884022 h 2884022"/>
              <a:gd name="connsiteX11-23" fmla="*/ 90982 w 2739972"/>
              <a:gd name="connsiteY11-24" fmla="*/ 2880327 h 2884022"/>
              <a:gd name="connsiteX12-25" fmla="*/ 55791 w 2739972"/>
              <a:gd name="connsiteY12-26" fmla="*/ 2871279 h 2884022"/>
              <a:gd name="connsiteX13-27" fmla="*/ 53696 w 2739972"/>
              <a:gd name="connsiteY13-28" fmla="*/ 2865196 h 2884022"/>
              <a:gd name="connsiteX14-29" fmla="*/ 12024 w 2739972"/>
              <a:gd name="connsiteY14-30" fmla="*/ 2668743 h 2884022"/>
              <a:gd name="connsiteX15-31" fmla="*/ 12024 w 2739972"/>
              <a:gd name="connsiteY15-32" fmla="*/ 2025805 h 2884022"/>
              <a:gd name="connsiteX16-33" fmla="*/ 126324 w 2739972"/>
              <a:gd name="connsiteY16-34" fmla="*/ 1516218 h 2884022"/>
              <a:gd name="connsiteX17-35" fmla="*/ 364449 w 2739972"/>
              <a:gd name="connsiteY17-36" fmla="*/ 1063780 h 2884022"/>
              <a:gd name="connsiteX18-37" fmla="*/ 645436 w 2739972"/>
              <a:gd name="connsiteY18-38" fmla="*/ 706593 h 2884022"/>
              <a:gd name="connsiteX19-39" fmla="*/ 1202649 w 2739972"/>
              <a:gd name="connsiteY19-40" fmla="*/ 273205 h 2884022"/>
              <a:gd name="connsiteX20-41" fmla="*/ 2041801 w 2739972"/>
              <a:gd name="connsiteY20-42" fmla="*/ 112233 h 2884022"/>
              <a:gd name="connsiteX0-43" fmla="*/ 2267068 w 2739972"/>
              <a:gd name="connsiteY0-44" fmla="*/ 0 h 2882279"/>
              <a:gd name="connsiteX1-45" fmla="*/ 2526624 w 2739972"/>
              <a:gd name="connsiteY1-46" fmla="*/ 19050 h 2882279"/>
              <a:gd name="connsiteX2-47" fmla="*/ 2693539 w 2739972"/>
              <a:gd name="connsiteY2-48" fmla="*/ 42602 h 2882279"/>
              <a:gd name="connsiteX3-49" fmla="*/ 2731706 w 2739972"/>
              <a:gd name="connsiteY3-50" fmla="*/ 50706 h 2882279"/>
              <a:gd name="connsiteX4-51" fmla="*/ 2739972 w 2739972"/>
              <a:gd name="connsiteY4-52" fmla="*/ 82854 h 2882279"/>
              <a:gd name="connsiteX5-53" fmla="*/ 2533782 w 2739972"/>
              <a:gd name="connsiteY5-54" fmla="*/ 51386 h 2882279"/>
              <a:gd name="connsiteX6-55" fmla="*/ 2302260 w 2739972"/>
              <a:gd name="connsiteY6-56" fmla="*/ 39695 h 2882279"/>
              <a:gd name="connsiteX7-57" fmla="*/ 37860 w 2739972"/>
              <a:gd name="connsiteY7-58" fmla="*/ 2304095 h 2882279"/>
              <a:gd name="connsiteX8-59" fmla="*/ 83865 w 2739972"/>
              <a:gd name="connsiteY8-60" fmla="*/ 2760451 h 2882279"/>
              <a:gd name="connsiteX9-61" fmla="*/ 115190 w 2739972"/>
              <a:gd name="connsiteY9-62" fmla="*/ 2882279 h 2882279"/>
              <a:gd name="connsiteX10-63" fmla="*/ 90982 w 2739972"/>
              <a:gd name="connsiteY10-64" fmla="*/ 2878584 h 2882279"/>
              <a:gd name="connsiteX11-65" fmla="*/ 55791 w 2739972"/>
              <a:gd name="connsiteY11-66" fmla="*/ 2869536 h 2882279"/>
              <a:gd name="connsiteX12-67" fmla="*/ 53696 w 2739972"/>
              <a:gd name="connsiteY12-68" fmla="*/ 2863453 h 2882279"/>
              <a:gd name="connsiteX13-69" fmla="*/ 12024 w 2739972"/>
              <a:gd name="connsiteY13-70" fmla="*/ 2667000 h 2882279"/>
              <a:gd name="connsiteX14-71" fmla="*/ 12024 w 2739972"/>
              <a:gd name="connsiteY14-72" fmla="*/ 2024062 h 2882279"/>
              <a:gd name="connsiteX15-73" fmla="*/ 126324 w 2739972"/>
              <a:gd name="connsiteY15-74" fmla="*/ 1514475 h 2882279"/>
              <a:gd name="connsiteX16-75" fmla="*/ 364449 w 2739972"/>
              <a:gd name="connsiteY16-76" fmla="*/ 1062037 h 2882279"/>
              <a:gd name="connsiteX17-77" fmla="*/ 645436 w 2739972"/>
              <a:gd name="connsiteY17-78" fmla="*/ 704850 h 2882279"/>
              <a:gd name="connsiteX18-79" fmla="*/ 1202649 w 2739972"/>
              <a:gd name="connsiteY18-80" fmla="*/ 271462 h 2882279"/>
              <a:gd name="connsiteX19-81" fmla="*/ 2041801 w 2739972"/>
              <a:gd name="connsiteY19-82" fmla="*/ 110490 h 2882279"/>
              <a:gd name="connsiteX0-83" fmla="*/ 2526624 w 2739972"/>
              <a:gd name="connsiteY0-84" fmla="*/ 0 h 2863229"/>
              <a:gd name="connsiteX1-85" fmla="*/ 2693539 w 2739972"/>
              <a:gd name="connsiteY1-86" fmla="*/ 23552 h 2863229"/>
              <a:gd name="connsiteX2-87" fmla="*/ 2731706 w 2739972"/>
              <a:gd name="connsiteY2-88" fmla="*/ 31656 h 2863229"/>
              <a:gd name="connsiteX3-89" fmla="*/ 2739972 w 2739972"/>
              <a:gd name="connsiteY3-90" fmla="*/ 63804 h 2863229"/>
              <a:gd name="connsiteX4-91" fmla="*/ 2533782 w 2739972"/>
              <a:gd name="connsiteY4-92" fmla="*/ 32336 h 2863229"/>
              <a:gd name="connsiteX5-93" fmla="*/ 2302260 w 2739972"/>
              <a:gd name="connsiteY5-94" fmla="*/ 20645 h 2863229"/>
              <a:gd name="connsiteX6-95" fmla="*/ 37860 w 2739972"/>
              <a:gd name="connsiteY6-96" fmla="*/ 2285045 h 2863229"/>
              <a:gd name="connsiteX7-97" fmla="*/ 83865 w 2739972"/>
              <a:gd name="connsiteY7-98" fmla="*/ 2741401 h 2863229"/>
              <a:gd name="connsiteX8-99" fmla="*/ 115190 w 2739972"/>
              <a:gd name="connsiteY8-100" fmla="*/ 2863229 h 2863229"/>
              <a:gd name="connsiteX9-101" fmla="*/ 90982 w 2739972"/>
              <a:gd name="connsiteY9-102" fmla="*/ 2859534 h 2863229"/>
              <a:gd name="connsiteX10-103" fmla="*/ 55791 w 2739972"/>
              <a:gd name="connsiteY10-104" fmla="*/ 2850486 h 2863229"/>
              <a:gd name="connsiteX11-105" fmla="*/ 53696 w 2739972"/>
              <a:gd name="connsiteY11-106" fmla="*/ 2844403 h 2863229"/>
              <a:gd name="connsiteX12-107" fmla="*/ 12024 w 2739972"/>
              <a:gd name="connsiteY12-108" fmla="*/ 2647950 h 2863229"/>
              <a:gd name="connsiteX13-109" fmla="*/ 12024 w 2739972"/>
              <a:gd name="connsiteY13-110" fmla="*/ 2005012 h 2863229"/>
              <a:gd name="connsiteX14-111" fmla="*/ 126324 w 2739972"/>
              <a:gd name="connsiteY14-112" fmla="*/ 1495425 h 2863229"/>
              <a:gd name="connsiteX15-113" fmla="*/ 364449 w 2739972"/>
              <a:gd name="connsiteY15-114" fmla="*/ 1042987 h 2863229"/>
              <a:gd name="connsiteX16-115" fmla="*/ 645436 w 2739972"/>
              <a:gd name="connsiteY16-116" fmla="*/ 685800 h 2863229"/>
              <a:gd name="connsiteX17-117" fmla="*/ 1202649 w 2739972"/>
              <a:gd name="connsiteY17-118" fmla="*/ 252412 h 2863229"/>
              <a:gd name="connsiteX18-119" fmla="*/ 2041801 w 2739972"/>
              <a:gd name="connsiteY18-120" fmla="*/ 91440 h 2863229"/>
              <a:gd name="connsiteX0-121" fmla="*/ 2693539 w 2739972"/>
              <a:gd name="connsiteY0-122" fmla="*/ 2907 h 2842584"/>
              <a:gd name="connsiteX1-123" fmla="*/ 2731706 w 2739972"/>
              <a:gd name="connsiteY1-124" fmla="*/ 11011 h 2842584"/>
              <a:gd name="connsiteX2-125" fmla="*/ 2739972 w 2739972"/>
              <a:gd name="connsiteY2-126" fmla="*/ 43159 h 2842584"/>
              <a:gd name="connsiteX3-127" fmla="*/ 2533782 w 2739972"/>
              <a:gd name="connsiteY3-128" fmla="*/ 11691 h 2842584"/>
              <a:gd name="connsiteX4-129" fmla="*/ 2302260 w 2739972"/>
              <a:gd name="connsiteY4-130" fmla="*/ 0 h 2842584"/>
              <a:gd name="connsiteX5-131" fmla="*/ 37860 w 2739972"/>
              <a:gd name="connsiteY5-132" fmla="*/ 2264400 h 2842584"/>
              <a:gd name="connsiteX6-133" fmla="*/ 83865 w 2739972"/>
              <a:gd name="connsiteY6-134" fmla="*/ 2720756 h 2842584"/>
              <a:gd name="connsiteX7-135" fmla="*/ 115190 w 2739972"/>
              <a:gd name="connsiteY7-136" fmla="*/ 2842584 h 2842584"/>
              <a:gd name="connsiteX8-137" fmla="*/ 90982 w 2739972"/>
              <a:gd name="connsiteY8-138" fmla="*/ 2838889 h 2842584"/>
              <a:gd name="connsiteX9-139" fmla="*/ 55791 w 2739972"/>
              <a:gd name="connsiteY9-140" fmla="*/ 2829841 h 2842584"/>
              <a:gd name="connsiteX10-141" fmla="*/ 53696 w 2739972"/>
              <a:gd name="connsiteY10-142" fmla="*/ 2823758 h 2842584"/>
              <a:gd name="connsiteX11-143" fmla="*/ 12024 w 2739972"/>
              <a:gd name="connsiteY11-144" fmla="*/ 2627305 h 2842584"/>
              <a:gd name="connsiteX12-145" fmla="*/ 12024 w 2739972"/>
              <a:gd name="connsiteY12-146" fmla="*/ 1984367 h 2842584"/>
              <a:gd name="connsiteX13-147" fmla="*/ 126324 w 2739972"/>
              <a:gd name="connsiteY13-148" fmla="*/ 1474780 h 2842584"/>
              <a:gd name="connsiteX14-149" fmla="*/ 364449 w 2739972"/>
              <a:gd name="connsiteY14-150" fmla="*/ 1022342 h 2842584"/>
              <a:gd name="connsiteX15-151" fmla="*/ 645436 w 2739972"/>
              <a:gd name="connsiteY15-152" fmla="*/ 665155 h 2842584"/>
              <a:gd name="connsiteX16-153" fmla="*/ 1202649 w 2739972"/>
              <a:gd name="connsiteY16-154" fmla="*/ 231767 h 2842584"/>
              <a:gd name="connsiteX17-155" fmla="*/ 2041801 w 2739972"/>
              <a:gd name="connsiteY17-156" fmla="*/ 70795 h 2842584"/>
              <a:gd name="connsiteX0-157" fmla="*/ 2731706 w 2739972"/>
              <a:gd name="connsiteY0-158" fmla="*/ 11011 h 2842584"/>
              <a:gd name="connsiteX1-159" fmla="*/ 2739972 w 2739972"/>
              <a:gd name="connsiteY1-160" fmla="*/ 43159 h 2842584"/>
              <a:gd name="connsiteX2-161" fmla="*/ 2533782 w 2739972"/>
              <a:gd name="connsiteY2-162" fmla="*/ 11691 h 2842584"/>
              <a:gd name="connsiteX3-163" fmla="*/ 2302260 w 2739972"/>
              <a:gd name="connsiteY3-164" fmla="*/ 0 h 2842584"/>
              <a:gd name="connsiteX4-165" fmla="*/ 37860 w 2739972"/>
              <a:gd name="connsiteY4-166" fmla="*/ 2264400 h 2842584"/>
              <a:gd name="connsiteX5-167" fmla="*/ 83865 w 2739972"/>
              <a:gd name="connsiteY5-168" fmla="*/ 2720756 h 2842584"/>
              <a:gd name="connsiteX6-169" fmla="*/ 115190 w 2739972"/>
              <a:gd name="connsiteY6-170" fmla="*/ 2842584 h 2842584"/>
              <a:gd name="connsiteX7-171" fmla="*/ 90982 w 2739972"/>
              <a:gd name="connsiteY7-172" fmla="*/ 2838889 h 2842584"/>
              <a:gd name="connsiteX8-173" fmla="*/ 55791 w 2739972"/>
              <a:gd name="connsiteY8-174" fmla="*/ 2829841 h 2842584"/>
              <a:gd name="connsiteX9-175" fmla="*/ 53696 w 2739972"/>
              <a:gd name="connsiteY9-176" fmla="*/ 2823758 h 2842584"/>
              <a:gd name="connsiteX10-177" fmla="*/ 12024 w 2739972"/>
              <a:gd name="connsiteY10-178" fmla="*/ 2627305 h 2842584"/>
              <a:gd name="connsiteX11-179" fmla="*/ 12024 w 2739972"/>
              <a:gd name="connsiteY11-180" fmla="*/ 1984367 h 2842584"/>
              <a:gd name="connsiteX12-181" fmla="*/ 126324 w 2739972"/>
              <a:gd name="connsiteY12-182" fmla="*/ 1474780 h 2842584"/>
              <a:gd name="connsiteX13-183" fmla="*/ 364449 w 2739972"/>
              <a:gd name="connsiteY13-184" fmla="*/ 1022342 h 2842584"/>
              <a:gd name="connsiteX14-185" fmla="*/ 645436 w 2739972"/>
              <a:gd name="connsiteY14-186" fmla="*/ 665155 h 2842584"/>
              <a:gd name="connsiteX15-187" fmla="*/ 1202649 w 2739972"/>
              <a:gd name="connsiteY15-188" fmla="*/ 231767 h 2842584"/>
              <a:gd name="connsiteX16-189" fmla="*/ 2041801 w 2739972"/>
              <a:gd name="connsiteY16-190" fmla="*/ 70795 h 2842584"/>
              <a:gd name="connsiteX0-191" fmla="*/ 2739972 w 2739972"/>
              <a:gd name="connsiteY0-192" fmla="*/ 43159 h 2842584"/>
              <a:gd name="connsiteX1-193" fmla="*/ 2533782 w 2739972"/>
              <a:gd name="connsiteY1-194" fmla="*/ 11691 h 2842584"/>
              <a:gd name="connsiteX2-195" fmla="*/ 2302260 w 2739972"/>
              <a:gd name="connsiteY2-196" fmla="*/ 0 h 2842584"/>
              <a:gd name="connsiteX3-197" fmla="*/ 37860 w 2739972"/>
              <a:gd name="connsiteY3-198" fmla="*/ 2264400 h 2842584"/>
              <a:gd name="connsiteX4-199" fmla="*/ 83865 w 2739972"/>
              <a:gd name="connsiteY4-200" fmla="*/ 2720756 h 2842584"/>
              <a:gd name="connsiteX5-201" fmla="*/ 115190 w 2739972"/>
              <a:gd name="connsiteY5-202" fmla="*/ 2842584 h 2842584"/>
              <a:gd name="connsiteX6-203" fmla="*/ 90982 w 2739972"/>
              <a:gd name="connsiteY6-204" fmla="*/ 2838889 h 2842584"/>
              <a:gd name="connsiteX7-205" fmla="*/ 55791 w 2739972"/>
              <a:gd name="connsiteY7-206" fmla="*/ 2829841 h 2842584"/>
              <a:gd name="connsiteX8-207" fmla="*/ 53696 w 2739972"/>
              <a:gd name="connsiteY8-208" fmla="*/ 2823758 h 2842584"/>
              <a:gd name="connsiteX9-209" fmla="*/ 12024 w 2739972"/>
              <a:gd name="connsiteY9-210" fmla="*/ 2627305 h 2842584"/>
              <a:gd name="connsiteX10-211" fmla="*/ 12024 w 2739972"/>
              <a:gd name="connsiteY10-212" fmla="*/ 1984367 h 2842584"/>
              <a:gd name="connsiteX11-213" fmla="*/ 126324 w 2739972"/>
              <a:gd name="connsiteY11-214" fmla="*/ 1474780 h 2842584"/>
              <a:gd name="connsiteX12-215" fmla="*/ 364449 w 2739972"/>
              <a:gd name="connsiteY12-216" fmla="*/ 1022342 h 2842584"/>
              <a:gd name="connsiteX13-217" fmla="*/ 645436 w 2739972"/>
              <a:gd name="connsiteY13-218" fmla="*/ 665155 h 2842584"/>
              <a:gd name="connsiteX14-219" fmla="*/ 1202649 w 2739972"/>
              <a:gd name="connsiteY14-220" fmla="*/ 231767 h 2842584"/>
              <a:gd name="connsiteX15-221" fmla="*/ 2041801 w 2739972"/>
              <a:gd name="connsiteY15-222" fmla="*/ 70795 h 2842584"/>
              <a:gd name="connsiteX0-223" fmla="*/ 2739972 w 2739972"/>
              <a:gd name="connsiteY0-224" fmla="*/ 43159 h 2842584"/>
              <a:gd name="connsiteX1-225" fmla="*/ 2533782 w 2739972"/>
              <a:gd name="connsiteY1-226" fmla="*/ 11691 h 2842584"/>
              <a:gd name="connsiteX2-227" fmla="*/ 2302260 w 2739972"/>
              <a:gd name="connsiteY2-228" fmla="*/ 0 h 2842584"/>
              <a:gd name="connsiteX3-229" fmla="*/ 37860 w 2739972"/>
              <a:gd name="connsiteY3-230" fmla="*/ 2264400 h 2842584"/>
              <a:gd name="connsiteX4-231" fmla="*/ 83865 w 2739972"/>
              <a:gd name="connsiteY4-232" fmla="*/ 2720756 h 2842584"/>
              <a:gd name="connsiteX5-233" fmla="*/ 115190 w 2739972"/>
              <a:gd name="connsiteY5-234" fmla="*/ 2842584 h 2842584"/>
              <a:gd name="connsiteX6-235" fmla="*/ 90982 w 2739972"/>
              <a:gd name="connsiteY6-236" fmla="*/ 2838889 h 2842584"/>
              <a:gd name="connsiteX7-237" fmla="*/ 55791 w 2739972"/>
              <a:gd name="connsiteY7-238" fmla="*/ 2829841 h 2842584"/>
              <a:gd name="connsiteX8-239" fmla="*/ 53696 w 2739972"/>
              <a:gd name="connsiteY8-240" fmla="*/ 2823758 h 2842584"/>
              <a:gd name="connsiteX9-241" fmla="*/ 12024 w 2739972"/>
              <a:gd name="connsiteY9-242" fmla="*/ 2627305 h 2842584"/>
              <a:gd name="connsiteX10-243" fmla="*/ 12024 w 2739972"/>
              <a:gd name="connsiteY10-244" fmla="*/ 1984367 h 2842584"/>
              <a:gd name="connsiteX11-245" fmla="*/ 126324 w 2739972"/>
              <a:gd name="connsiteY11-246" fmla="*/ 1474780 h 2842584"/>
              <a:gd name="connsiteX12-247" fmla="*/ 364449 w 2739972"/>
              <a:gd name="connsiteY12-248" fmla="*/ 1022342 h 2842584"/>
              <a:gd name="connsiteX13-249" fmla="*/ 645436 w 2739972"/>
              <a:gd name="connsiteY13-250" fmla="*/ 665155 h 2842584"/>
              <a:gd name="connsiteX14-251" fmla="*/ 1202649 w 2739972"/>
              <a:gd name="connsiteY14-252" fmla="*/ 231767 h 2842584"/>
              <a:gd name="connsiteX0-253" fmla="*/ 2739972 w 2739972"/>
              <a:gd name="connsiteY0-254" fmla="*/ 43159 h 2842584"/>
              <a:gd name="connsiteX1-255" fmla="*/ 2533782 w 2739972"/>
              <a:gd name="connsiteY1-256" fmla="*/ 11691 h 2842584"/>
              <a:gd name="connsiteX2-257" fmla="*/ 2302260 w 2739972"/>
              <a:gd name="connsiteY2-258" fmla="*/ 0 h 2842584"/>
              <a:gd name="connsiteX3-259" fmla="*/ 37860 w 2739972"/>
              <a:gd name="connsiteY3-260" fmla="*/ 2264400 h 2842584"/>
              <a:gd name="connsiteX4-261" fmla="*/ 83865 w 2739972"/>
              <a:gd name="connsiteY4-262" fmla="*/ 2720756 h 2842584"/>
              <a:gd name="connsiteX5-263" fmla="*/ 115190 w 2739972"/>
              <a:gd name="connsiteY5-264" fmla="*/ 2842584 h 2842584"/>
              <a:gd name="connsiteX6-265" fmla="*/ 90982 w 2739972"/>
              <a:gd name="connsiteY6-266" fmla="*/ 2838889 h 2842584"/>
              <a:gd name="connsiteX7-267" fmla="*/ 55791 w 2739972"/>
              <a:gd name="connsiteY7-268" fmla="*/ 2829841 h 2842584"/>
              <a:gd name="connsiteX8-269" fmla="*/ 53696 w 2739972"/>
              <a:gd name="connsiteY8-270" fmla="*/ 2823758 h 2842584"/>
              <a:gd name="connsiteX9-271" fmla="*/ 12024 w 2739972"/>
              <a:gd name="connsiteY9-272" fmla="*/ 2627305 h 2842584"/>
              <a:gd name="connsiteX10-273" fmla="*/ 12024 w 2739972"/>
              <a:gd name="connsiteY10-274" fmla="*/ 1984367 h 2842584"/>
              <a:gd name="connsiteX11-275" fmla="*/ 126324 w 2739972"/>
              <a:gd name="connsiteY11-276" fmla="*/ 1474780 h 2842584"/>
              <a:gd name="connsiteX12-277" fmla="*/ 364449 w 2739972"/>
              <a:gd name="connsiteY12-278" fmla="*/ 1022342 h 2842584"/>
              <a:gd name="connsiteX13-279" fmla="*/ 645436 w 2739972"/>
              <a:gd name="connsiteY13-280" fmla="*/ 665155 h 2842584"/>
              <a:gd name="connsiteX0-281" fmla="*/ 2739972 w 2739972"/>
              <a:gd name="connsiteY0-282" fmla="*/ 43159 h 2842584"/>
              <a:gd name="connsiteX1-283" fmla="*/ 2533782 w 2739972"/>
              <a:gd name="connsiteY1-284" fmla="*/ 11691 h 2842584"/>
              <a:gd name="connsiteX2-285" fmla="*/ 2302260 w 2739972"/>
              <a:gd name="connsiteY2-286" fmla="*/ 0 h 2842584"/>
              <a:gd name="connsiteX3-287" fmla="*/ 37860 w 2739972"/>
              <a:gd name="connsiteY3-288" fmla="*/ 2264400 h 2842584"/>
              <a:gd name="connsiteX4-289" fmla="*/ 83865 w 2739972"/>
              <a:gd name="connsiteY4-290" fmla="*/ 2720756 h 2842584"/>
              <a:gd name="connsiteX5-291" fmla="*/ 115190 w 2739972"/>
              <a:gd name="connsiteY5-292" fmla="*/ 2842584 h 2842584"/>
              <a:gd name="connsiteX6-293" fmla="*/ 90982 w 2739972"/>
              <a:gd name="connsiteY6-294" fmla="*/ 2838889 h 2842584"/>
              <a:gd name="connsiteX7-295" fmla="*/ 55791 w 2739972"/>
              <a:gd name="connsiteY7-296" fmla="*/ 2829841 h 2842584"/>
              <a:gd name="connsiteX8-297" fmla="*/ 53696 w 2739972"/>
              <a:gd name="connsiteY8-298" fmla="*/ 2823758 h 2842584"/>
              <a:gd name="connsiteX9-299" fmla="*/ 12024 w 2739972"/>
              <a:gd name="connsiteY9-300" fmla="*/ 2627305 h 2842584"/>
              <a:gd name="connsiteX10-301" fmla="*/ 12024 w 2739972"/>
              <a:gd name="connsiteY10-302" fmla="*/ 1984367 h 2842584"/>
              <a:gd name="connsiteX11-303" fmla="*/ 126324 w 2739972"/>
              <a:gd name="connsiteY11-304" fmla="*/ 1474780 h 2842584"/>
              <a:gd name="connsiteX12-305" fmla="*/ 364449 w 2739972"/>
              <a:gd name="connsiteY12-306" fmla="*/ 1022342 h 2842584"/>
              <a:gd name="connsiteX0-307" fmla="*/ 2739972 w 2739972"/>
              <a:gd name="connsiteY0-308" fmla="*/ 43159 h 2842584"/>
              <a:gd name="connsiteX1-309" fmla="*/ 2533782 w 2739972"/>
              <a:gd name="connsiteY1-310" fmla="*/ 11691 h 2842584"/>
              <a:gd name="connsiteX2-311" fmla="*/ 2302260 w 2739972"/>
              <a:gd name="connsiteY2-312" fmla="*/ 0 h 2842584"/>
              <a:gd name="connsiteX3-313" fmla="*/ 37860 w 2739972"/>
              <a:gd name="connsiteY3-314" fmla="*/ 2264400 h 2842584"/>
              <a:gd name="connsiteX4-315" fmla="*/ 83865 w 2739972"/>
              <a:gd name="connsiteY4-316" fmla="*/ 2720756 h 2842584"/>
              <a:gd name="connsiteX5-317" fmla="*/ 115190 w 2739972"/>
              <a:gd name="connsiteY5-318" fmla="*/ 2842584 h 2842584"/>
              <a:gd name="connsiteX6-319" fmla="*/ 90982 w 2739972"/>
              <a:gd name="connsiteY6-320" fmla="*/ 2838889 h 2842584"/>
              <a:gd name="connsiteX7-321" fmla="*/ 55791 w 2739972"/>
              <a:gd name="connsiteY7-322" fmla="*/ 2829841 h 2842584"/>
              <a:gd name="connsiteX8-323" fmla="*/ 53696 w 2739972"/>
              <a:gd name="connsiteY8-324" fmla="*/ 2823758 h 2842584"/>
              <a:gd name="connsiteX9-325" fmla="*/ 12024 w 2739972"/>
              <a:gd name="connsiteY9-326" fmla="*/ 2627305 h 2842584"/>
              <a:gd name="connsiteX10-327" fmla="*/ 12024 w 2739972"/>
              <a:gd name="connsiteY10-328" fmla="*/ 1984367 h 2842584"/>
              <a:gd name="connsiteX11-329" fmla="*/ 126324 w 2739972"/>
              <a:gd name="connsiteY11-330" fmla="*/ 1474780 h 2842584"/>
              <a:gd name="connsiteX0-331" fmla="*/ 2739972 w 2739972"/>
              <a:gd name="connsiteY0-332" fmla="*/ 43159 h 2842584"/>
              <a:gd name="connsiteX1-333" fmla="*/ 2533782 w 2739972"/>
              <a:gd name="connsiteY1-334" fmla="*/ 11691 h 2842584"/>
              <a:gd name="connsiteX2-335" fmla="*/ 2302260 w 2739972"/>
              <a:gd name="connsiteY2-336" fmla="*/ 0 h 2842584"/>
              <a:gd name="connsiteX3-337" fmla="*/ 37860 w 2739972"/>
              <a:gd name="connsiteY3-338" fmla="*/ 2264400 h 2842584"/>
              <a:gd name="connsiteX4-339" fmla="*/ 83865 w 2739972"/>
              <a:gd name="connsiteY4-340" fmla="*/ 2720756 h 2842584"/>
              <a:gd name="connsiteX5-341" fmla="*/ 115190 w 2739972"/>
              <a:gd name="connsiteY5-342" fmla="*/ 2842584 h 2842584"/>
              <a:gd name="connsiteX6-343" fmla="*/ 90982 w 2739972"/>
              <a:gd name="connsiteY6-344" fmla="*/ 2838889 h 2842584"/>
              <a:gd name="connsiteX7-345" fmla="*/ 55791 w 2739972"/>
              <a:gd name="connsiteY7-346" fmla="*/ 2829841 h 2842584"/>
              <a:gd name="connsiteX8-347" fmla="*/ 53696 w 2739972"/>
              <a:gd name="connsiteY8-348" fmla="*/ 2823758 h 2842584"/>
              <a:gd name="connsiteX9-349" fmla="*/ 12024 w 2739972"/>
              <a:gd name="connsiteY9-350" fmla="*/ 2627305 h 2842584"/>
              <a:gd name="connsiteX10-351" fmla="*/ 12024 w 2739972"/>
              <a:gd name="connsiteY10-352" fmla="*/ 1984367 h 2842584"/>
              <a:gd name="connsiteX0-353" fmla="*/ 2727948 w 2727948"/>
              <a:gd name="connsiteY0-354" fmla="*/ 43159 h 2842584"/>
              <a:gd name="connsiteX1-355" fmla="*/ 2521758 w 2727948"/>
              <a:gd name="connsiteY1-356" fmla="*/ 11691 h 2842584"/>
              <a:gd name="connsiteX2-357" fmla="*/ 2290236 w 2727948"/>
              <a:gd name="connsiteY2-358" fmla="*/ 0 h 2842584"/>
              <a:gd name="connsiteX3-359" fmla="*/ 25836 w 2727948"/>
              <a:gd name="connsiteY3-360" fmla="*/ 2264400 h 2842584"/>
              <a:gd name="connsiteX4-361" fmla="*/ 71841 w 2727948"/>
              <a:gd name="connsiteY4-362" fmla="*/ 2720756 h 2842584"/>
              <a:gd name="connsiteX5-363" fmla="*/ 103166 w 2727948"/>
              <a:gd name="connsiteY5-364" fmla="*/ 2842584 h 2842584"/>
              <a:gd name="connsiteX6-365" fmla="*/ 78958 w 2727948"/>
              <a:gd name="connsiteY6-366" fmla="*/ 2838889 h 2842584"/>
              <a:gd name="connsiteX7-367" fmla="*/ 43767 w 2727948"/>
              <a:gd name="connsiteY7-368" fmla="*/ 2829841 h 2842584"/>
              <a:gd name="connsiteX8-369" fmla="*/ 41672 w 2727948"/>
              <a:gd name="connsiteY8-370" fmla="*/ 2823758 h 2842584"/>
              <a:gd name="connsiteX9-371" fmla="*/ 0 w 2727948"/>
              <a:gd name="connsiteY9-372" fmla="*/ 2627305 h 2842584"/>
              <a:gd name="connsiteX0-373" fmla="*/ 2702112 w 2702112"/>
              <a:gd name="connsiteY0-374" fmla="*/ 43159 h 2842584"/>
              <a:gd name="connsiteX1-375" fmla="*/ 2495922 w 2702112"/>
              <a:gd name="connsiteY1-376" fmla="*/ 11691 h 2842584"/>
              <a:gd name="connsiteX2-377" fmla="*/ 2264400 w 2702112"/>
              <a:gd name="connsiteY2-378" fmla="*/ 0 h 2842584"/>
              <a:gd name="connsiteX3-379" fmla="*/ 0 w 2702112"/>
              <a:gd name="connsiteY3-380" fmla="*/ 2264400 h 2842584"/>
              <a:gd name="connsiteX4-381" fmla="*/ 46005 w 2702112"/>
              <a:gd name="connsiteY4-382" fmla="*/ 2720756 h 2842584"/>
              <a:gd name="connsiteX5-383" fmla="*/ 77330 w 2702112"/>
              <a:gd name="connsiteY5-384" fmla="*/ 2842584 h 2842584"/>
              <a:gd name="connsiteX6-385" fmla="*/ 53122 w 2702112"/>
              <a:gd name="connsiteY6-386" fmla="*/ 2838889 h 2842584"/>
              <a:gd name="connsiteX7-387" fmla="*/ 17931 w 2702112"/>
              <a:gd name="connsiteY7-388" fmla="*/ 2829841 h 2842584"/>
              <a:gd name="connsiteX8-389" fmla="*/ 15836 w 2702112"/>
              <a:gd name="connsiteY8-390" fmla="*/ 2823758 h 2842584"/>
              <a:gd name="connsiteX0-391" fmla="*/ 2702112 w 2702112"/>
              <a:gd name="connsiteY0-392" fmla="*/ 43159 h 2842584"/>
              <a:gd name="connsiteX1-393" fmla="*/ 2495922 w 2702112"/>
              <a:gd name="connsiteY1-394" fmla="*/ 11691 h 2842584"/>
              <a:gd name="connsiteX2-395" fmla="*/ 2264400 w 2702112"/>
              <a:gd name="connsiteY2-396" fmla="*/ 0 h 2842584"/>
              <a:gd name="connsiteX3-397" fmla="*/ 0 w 2702112"/>
              <a:gd name="connsiteY3-398" fmla="*/ 2264400 h 2842584"/>
              <a:gd name="connsiteX4-399" fmla="*/ 46005 w 2702112"/>
              <a:gd name="connsiteY4-400" fmla="*/ 2720756 h 2842584"/>
              <a:gd name="connsiteX5-401" fmla="*/ 77330 w 2702112"/>
              <a:gd name="connsiteY5-402" fmla="*/ 2842584 h 2842584"/>
              <a:gd name="connsiteX6-403" fmla="*/ 53122 w 2702112"/>
              <a:gd name="connsiteY6-404" fmla="*/ 2838889 h 2842584"/>
              <a:gd name="connsiteX7-405" fmla="*/ 17931 w 2702112"/>
              <a:gd name="connsiteY7-406" fmla="*/ 2829841 h 2842584"/>
              <a:gd name="connsiteX0-407" fmla="*/ 2702112 w 2702112"/>
              <a:gd name="connsiteY0-408" fmla="*/ 43159 h 2842584"/>
              <a:gd name="connsiteX1-409" fmla="*/ 2495922 w 2702112"/>
              <a:gd name="connsiteY1-410" fmla="*/ 11691 h 2842584"/>
              <a:gd name="connsiteX2-411" fmla="*/ 2264400 w 2702112"/>
              <a:gd name="connsiteY2-412" fmla="*/ 0 h 2842584"/>
              <a:gd name="connsiteX3-413" fmla="*/ 0 w 2702112"/>
              <a:gd name="connsiteY3-414" fmla="*/ 2264400 h 2842584"/>
              <a:gd name="connsiteX4-415" fmla="*/ 46005 w 2702112"/>
              <a:gd name="connsiteY4-416" fmla="*/ 2720756 h 2842584"/>
              <a:gd name="connsiteX5-417" fmla="*/ 77330 w 2702112"/>
              <a:gd name="connsiteY5-418" fmla="*/ 2842584 h 2842584"/>
              <a:gd name="connsiteX6-419" fmla="*/ 53122 w 2702112"/>
              <a:gd name="connsiteY6-420" fmla="*/ 2838889 h 2842584"/>
              <a:gd name="connsiteX0-421" fmla="*/ 2702112 w 2702112"/>
              <a:gd name="connsiteY0-422" fmla="*/ 43159 h 2842584"/>
              <a:gd name="connsiteX1-423" fmla="*/ 2495922 w 2702112"/>
              <a:gd name="connsiteY1-424" fmla="*/ 11691 h 2842584"/>
              <a:gd name="connsiteX2-425" fmla="*/ 2264400 w 2702112"/>
              <a:gd name="connsiteY2-426" fmla="*/ 0 h 2842584"/>
              <a:gd name="connsiteX3-427" fmla="*/ 0 w 2702112"/>
              <a:gd name="connsiteY3-428" fmla="*/ 2264400 h 2842584"/>
              <a:gd name="connsiteX4-429" fmla="*/ 46005 w 2702112"/>
              <a:gd name="connsiteY4-430" fmla="*/ 2720756 h 2842584"/>
              <a:gd name="connsiteX5-431" fmla="*/ 77330 w 2702112"/>
              <a:gd name="connsiteY5-432" fmla="*/ 2842584 h 28425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8" name="任意多边形: 形状 37"/>
          <p:cNvSpPr/>
          <p:nvPr>
            <p:custDataLst>
              <p:tags r:id="rId21"/>
            </p:custDataLst>
          </p:nvPr>
        </p:nvSpPr>
        <p:spPr>
          <a:xfrm rot="11361091">
            <a:off x="882650" y="1047750"/>
            <a:ext cx="2613660" cy="2741930"/>
          </a:xfrm>
          <a:custGeom>
            <a:avLst/>
            <a:gdLst>
              <a:gd name="connsiteX0" fmla="*/ 2143900 w 2627567"/>
              <a:gd name="connsiteY0" fmla="*/ 0 h 2747074"/>
              <a:gd name="connsiteX1" fmla="*/ 2575971 w 2627567"/>
              <a:gd name="connsiteY1" fmla="*/ 43556 h 2747074"/>
              <a:gd name="connsiteX2" fmla="*/ 2613744 w 2627567"/>
              <a:gd name="connsiteY2" fmla="*/ 53268 h 2747074"/>
              <a:gd name="connsiteX3" fmla="*/ 2627567 w 2627567"/>
              <a:gd name="connsiteY3" fmla="*/ 143842 h 2747074"/>
              <a:gd name="connsiteX4" fmla="*/ 2539714 w 2627567"/>
              <a:gd name="connsiteY4" fmla="*/ 125555 h 2747074"/>
              <a:gd name="connsiteX5" fmla="*/ 2430102 w 2627567"/>
              <a:gd name="connsiteY5" fmla="*/ 111119 h 2747074"/>
              <a:gd name="connsiteX6" fmla="*/ 2417343 w 2627567"/>
              <a:gd name="connsiteY6" fmla="*/ 109795 h 2747074"/>
              <a:gd name="connsiteX7" fmla="*/ 2314257 w 2627567"/>
              <a:gd name="connsiteY7" fmla="*/ 85632 h 2747074"/>
              <a:gd name="connsiteX8" fmla="*/ 2001551 w 2627567"/>
              <a:gd name="connsiteY8" fmla="*/ 49355 h 2747074"/>
              <a:gd name="connsiteX9" fmla="*/ 1306226 w 2627567"/>
              <a:gd name="connsiteY9" fmla="*/ 230330 h 2747074"/>
              <a:gd name="connsiteX10" fmla="*/ 634714 w 2627567"/>
              <a:gd name="connsiteY10" fmla="*/ 682767 h 2747074"/>
              <a:gd name="connsiteX11" fmla="*/ 167989 w 2627567"/>
              <a:gd name="connsiteY11" fmla="*/ 1430480 h 2747074"/>
              <a:gd name="connsiteX12" fmla="*/ 48926 w 2627567"/>
              <a:gd name="connsiteY12" fmla="*/ 2173430 h 2747074"/>
              <a:gd name="connsiteX13" fmla="*/ 117349 w 2627567"/>
              <a:gd name="connsiteY13" fmla="*/ 2732429 h 2747074"/>
              <a:gd name="connsiteX14" fmla="*/ 120571 w 2627567"/>
              <a:gd name="connsiteY14" fmla="*/ 2747074 h 2747074"/>
              <a:gd name="connsiteX15" fmla="*/ 86203 w 2627567"/>
              <a:gd name="connsiteY15" fmla="*/ 2741829 h 2747074"/>
              <a:gd name="connsiteX16" fmla="*/ 43556 w 2627567"/>
              <a:gd name="connsiteY16" fmla="*/ 2575971 h 2747074"/>
              <a:gd name="connsiteX17" fmla="*/ 0 w 2627567"/>
              <a:gd name="connsiteY17" fmla="*/ 2143900 h 2747074"/>
              <a:gd name="connsiteX18" fmla="*/ 2143900 w 2627567"/>
              <a:gd name="connsiteY18" fmla="*/ 0 h 2747074"/>
              <a:gd name="connsiteX0-1" fmla="*/ 2627567 w 2719007"/>
              <a:gd name="connsiteY0-2" fmla="*/ 143842 h 2747074"/>
              <a:gd name="connsiteX1-3" fmla="*/ 2539714 w 2719007"/>
              <a:gd name="connsiteY1-4" fmla="*/ 125555 h 2747074"/>
              <a:gd name="connsiteX2-5" fmla="*/ 2430102 w 2719007"/>
              <a:gd name="connsiteY2-6" fmla="*/ 111119 h 2747074"/>
              <a:gd name="connsiteX3-7" fmla="*/ 2417343 w 2719007"/>
              <a:gd name="connsiteY3-8" fmla="*/ 109795 h 2747074"/>
              <a:gd name="connsiteX4-9" fmla="*/ 2314257 w 2719007"/>
              <a:gd name="connsiteY4-10" fmla="*/ 85632 h 2747074"/>
              <a:gd name="connsiteX5-11" fmla="*/ 2001551 w 2719007"/>
              <a:gd name="connsiteY5-12" fmla="*/ 49355 h 2747074"/>
              <a:gd name="connsiteX6-13" fmla="*/ 1306226 w 2719007"/>
              <a:gd name="connsiteY6-14" fmla="*/ 230330 h 2747074"/>
              <a:gd name="connsiteX7-15" fmla="*/ 634714 w 2719007"/>
              <a:gd name="connsiteY7-16" fmla="*/ 682767 h 2747074"/>
              <a:gd name="connsiteX8-17" fmla="*/ 167989 w 2719007"/>
              <a:gd name="connsiteY8-18" fmla="*/ 1430480 h 2747074"/>
              <a:gd name="connsiteX9-19" fmla="*/ 48926 w 2719007"/>
              <a:gd name="connsiteY9-20" fmla="*/ 2173430 h 2747074"/>
              <a:gd name="connsiteX10-21" fmla="*/ 117349 w 2719007"/>
              <a:gd name="connsiteY10-22" fmla="*/ 2732429 h 2747074"/>
              <a:gd name="connsiteX11-23" fmla="*/ 120571 w 2719007"/>
              <a:gd name="connsiteY11-24" fmla="*/ 2747074 h 2747074"/>
              <a:gd name="connsiteX12-25" fmla="*/ 86203 w 2719007"/>
              <a:gd name="connsiteY12-26" fmla="*/ 2741829 h 2747074"/>
              <a:gd name="connsiteX13-27" fmla="*/ 43556 w 2719007"/>
              <a:gd name="connsiteY13-28" fmla="*/ 2575971 h 2747074"/>
              <a:gd name="connsiteX14-29" fmla="*/ 0 w 2719007"/>
              <a:gd name="connsiteY14-30" fmla="*/ 2143900 h 2747074"/>
              <a:gd name="connsiteX15-31" fmla="*/ 2143900 w 2719007"/>
              <a:gd name="connsiteY15-32" fmla="*/ 0 h 2747074"/>
              <a:gd name="connsiteX16-33" fmla="*/ 2575971 w 2719007"/>
              <a:gd name="connsiteY16-34" fmla="*/ 43556 h 2747074"/>
              <a:gd name="connsiteX17-35" fmla="*/ 2613744 w 2719007"/>
              <a:gd name="connsiteY17-36" fmla="*/ 53268 h 2747074"/>
              <a:gd name="connsiteX18-37" fmla="*/ 2719007 w 2719007"/>
              <a:gd name="connsiteY18-38" fmla="*/ 235282 h 2747074"/>
              <a:gd name="connsiteX0-39" fmla="*/ 2627567 w 2627567"/>
              <a:gd name="connsiteY0-40" fmla="*/ 143842 h 2747074"/>
              <a:gd name="connsiteX1-41" fmla="*/ 2539714 w 2627567"/>
              <a:gd name="connsiteY1-42" fmla="*/ 125555 h 2747074"/>
              <a:gd name="connsiteX2-43" fmla="*/ 2430102 w 2627567"/>
              <a:gd name="connsiteY2-44" fmla="*/ 111119 h 2747074"/>
              <a:gd name="connsiteX3-45" fmla="*/ 2417343 w 2627567"/>
              <a:gd name="connsiteY3-46" fmla="*/ 109795 h 2747074"/>
              <a:gd name="connsiteX4-47" fmla="*/ 2314257 w 2627567"/>
              <a:gd name="connsiteY4-48" fmla="*/ 85632 h 2747074"/>
              <a:gd name="connsiteX5-49" fmla="*/ 2001551 w 2627567"/>
              <a:gd name="connsiteY5-50" fmla="*/ 49355 h 2747074"/>
              <a:gd name="connsiteX6-51" fmla="*/ 1306226 w 2627567"/>
              <a:gd name="connsiteY6-52" fmla="*/ 230330 h 2747074"/>
              <a:gd name="connsiteX7-53" fmla="*/ 634714 w 2627567"/>
              <a:gd name="connsiteY7-54" fmla="*/ 682767 h 2747074"/>
              <a:gd name="connsiteX8-55" fmla="*/ 167989 w 2627567"/>
              <a:gd name="connsiteY8-56" fmla="*/ 1430480 h 2747074"/>
              <a:gd name="connsiteX9-57" fmla="*/ 48926 w 2627567"/>
              <a:gd name="connsiteY9-58" fmla="*/ 2173430 h 2747074"/>
              <a:gd name="connsiteX10-59" fmla="*/ 117349 w 2627567"/>
              <a:gd name="connsiteY10-60" fmla="*/ 2732429 h 2747074"/>
              <a:gd name="connsiteX11-61" fmla="*/ 120571 w 2627567"/>
              <a:gd name="connsiteY11-62" fmla="*/ 2747074 h 2747074"/>
              <a:gd name="connsiteX12-63" fmla="*/ 86203 w 2627567"/>
              <a:gd name="connsiteY12-64" fmla="*/ 2741829 h 2747074"/>
              <a:gd name="connsiteX13-65" fmla="*/ 43556 w 2627567"/>
              <a:gd name="connsiteY13-66" fmla="*/ 2575971 h 2747074"/>
              <a:gd name="connsiteX14-67" fmla="*/ 0 w 2627567"/>
              <a:gd name="connsiteY14-68" fmla="*/ 2143900 h 2747074"/>
              <a:gd name="connsiteX15-69" fmla="*/ 2143900 w 2627567"/>
              <a:gd name="connsiteY15-70" fmla="*/ 0 h 2747074"/>
              <a:gd name="connsiteX16-71" fmla="*/ 2575971 w 2627567"/>
              <a:gd name="connsiteY16-72" fmla="*/ 43556 h 2747074"/>
              <a:gd name="connsiteX17-73" fmla="*/ 2613744 w 2627567"/>
              <a:gd name="connsiteY17-74" fmla="*/ 53268 h 2747074"/>
              <a:gd name="connsiteX0-75" fmla="*/ 2539714 w 2613744"/>
              <a:gd name="connsiteY0-76" fmla="*/ 125555 h 2747074"/>
              <a:gd name="connsiteX1-77" fmla="*/ 2430102 w 2613744"/>
              <a:gd name="connsiteY1-78" fmla="*/ 111119 h 2747074"/>
              <a:gd name="connsiteX2-79" fmla="*/ 2417343 w 2613744"/>
              <a:gd name="connsiteY2-80" fmla="*/ 109795 h 2747074"/>
              <a:gd name="connsiteX3-81" fmla="*/ 2314257 w 2613744"/>
              <a:gd name="connsiteY3-82" fmla="*/ 85632 h 2747074"/>
              <a:gd name="connsiteX4-83" fmla="*/ 2001551 w 2613744"/>
              <a:gd name="connsiteY4-84" fmla="*/ 49355 h 2747074"/>
              <a:gd name="connsiteX5-85" fmla="*/ 1306226 w 2613744"/>
              <a:gd name="connsiteY5-86" fmla="*/ 230330 h 2747074"/>
              <a:gd name="connsiteX6-87" fmla="*/ 634714 w 2613744"/>
              <a:gd name="connsiteY6-88" fmla="*/ 682767 h 2747074"/>
              <a:gd name="connsiteX7-89" fmla="*/ 167989 w 2613744"/>
              <a:gd name="connsiteY7-90" fmla="*/ 1430480 h 2747074"/>
              <a:gd name="connsiteX8-91" fmla="*/ 48926 w 2613744"/>
              <a:gd name="connsiteY8-92" fmla="*/ 2173430 h 2747074"/>
              <a:gd name="connsiteX9-93" fmla="*/ 117349 w 2613744"/>
              <a:gd name="connsiteY9-94" fmla="*/ 2732429 h 2747074"/>
              <a:gd name="connsiteX10-95" fmla="*/ 120571 w 2613744"/>
              <a:gd name="connsiteY10-96" fmla="*/ 2747074 h 2747074"/>
              <a:gd name="connsiteX11-97" fmla="*/ 86203 w 2613744"/>
              <a:gd name="connsiteY11-98" fmla="*/ 2741829 h 2747074"/>
              <a:gd name="connsiteX12-99" fmla="*/ 43556 w 2613744"/>
              <a:gd name="connsiteY12-100" fmla="*/ 2575971 h 2747074"/>
              <a:gd name="connsiteX13-101" fmla="*/ 0 w 2613744"/>
              <a:gd name="connsiteY13-102" fmla="*/ 2143900 h 2747074"/>
              <a:gd name="connsiteX14-103" fmla="*/ 2143900 w 2613744"/>
              <a:gd name="connsiteY14-104" fmla="*/ 0 h 2747074"/>
              <a:gd name="connsiteX15-105" fmla="*/ 2575971 w 2613744"/>
              <a:gd name="connsiteY15-106" fmla="*/ 43556 h 2747074"/>
              <a:gd name="connsiteX16-107" fmla="*/ 2613744 w 2613744"/>
              <a:gd name="connsiteY16-108" fmla="*/ 53268 h 2747074"/>
              <a:gd name="connsiteX0-109" fmla="*/ 2430102 w 2613744"/>
              <a:gd name="connsiteY0-110" fmla="*/ 111119 h 2747074"/>
              <a:gd name="connsiteX1-111" fmla="*/ 2417343 w 2613744"/>
              <a:gd name="connsiteY1-112" fmla="*/ 109795 h 2747074"/>
              <a:gd name="connsiteX2-113" fmla="*/ 2314257 w 2613744"/>
              <a:gd name="connsiteY2-114" fmla="*/ 85632 h 2747074"/>
              <a:gd name="connsiteX3-115" fmla="*/ 2001551 w 2613744"/>
              <a:gd name="connsiteY3-116" fmla="*/ 49355 h 2747074"/>
              <a:gd name="connsiteX4-117" fmla="*/ 1306226 w 2613744"/>
              <a:gd name="connsiteY4-118" fmla="*/ 230330 h 2747074"/>
              <a:gd name="connsiteX5-119" fmla="*/ 634714 w 2613744"/>
              <a:gd name="connsiteY5-120" fmla="*/ 682767 h 2747074"/>
              <a:gd name="connsiteX6-121" fmla="*/ 167989 w 2613744"/>
              <a:gd name="connsiteY6-122" fmla="*/ 1430480 h 2747074"/>
              <a:gd name="connsiteX7-123" fmla="*/ 48926 w 2613744"/>
              <a:gd name="connsiteY7-124" fmla="*/ 2173430 h 2747074"/>
              <a:gd name="connsiteX8-125" fmla="*/ 117349 w 2613744"/>
              <a:gd name="connsiteY8-126" fmla="*/ 2732429 h 2747074"/>
              <a:gd name="connsiteX9-127" fmla="*/ 120571 w 2613744"/>
              <a:gd name="connsiteY9-128" fmla="*/ 2747074 h 2747074"/>
              <a:gd name="connsiteX10-129" fmla="*/ 86203 w 2613744"/>
              <a:gd name="connsiteY10-130" fmla="*/ 2741829 h 2747074"/>
              <a:gd name="connsiteX11-131" fmla="*/ 43556 w 2613744"/>
              <a:gd name="connsiteY11-132" fmla="*/ 2575971 h 2747074"/>
              <a:gd name="connsiteX12-133" fmla="*/ 0 w 2613744"/>
              <a:gd name="connsiteY12-134" fmla="*/ 2143900 h 2747074"/>
              <a:gd name="connsiteX13-135" fmla="*/ 2143900 w 2613744"/>
              <a:gd name="connsiteY13-136" fmla="*/ 0 h 2747074"/>
              <a:gd name="connsiteX14-137" fmla="*/ 2575971 w 2613744"/>
              <a:gd name="connsiteY14-138" fmla="*/ 43556 h 2747074"/>
              <a:gd name="connsiteX15-139" fmla="*/ 2613744 w 2613744"/>
              <a:gd name="connsiteY15-140" fmla="*/ 53268 h 2747074"/>
              <a:gd name="connsiteX0-141" fmla="*/ 2430102 w 2613744"/>
              <a:gd name="connsiteY0-142" fmla="*/ 111119 h 2747074"/>
              <a:gd name="connsiteX1-143" fmla="*/ 2314257 w 2613744"/>
              <a:gd name="connsiteY1-144" fmla="*/ 85632 h 2747074"/>
              <a:gd name="connsiteX2-145" fmla="*/ 2001551 w 2613744"/>
              <a:gd name="connsiteY2-146" fmla="*/ 49355 h 2747074"/>
              <a:gd name="connsiteX3-147" fmla="*/ 1306226 w 2613744"/>
              <a:gd name="connsiteY3-148" fmla="*/ 230330 h 2747074"/>
              <a:gd name="connsiteX4-149" fmla="*/ 634714 w 2613744"/>
              <a:gd name="connsiteY4-150" fmla="*/ 682767 h 2747074"/>
              <a:gd name="connsiteX5-151" fmla="*/ 167989 w 2613744"/>
              <a:gd name="connsiteY5-152" fmla="*/ 1430480 h 2747074"/>
              <a:gd name="connsiteX6-153" fmla="*/ 48926 w 2613744"/>
              <a:gd name="connsiteY6-154" fmla="*/ 2173430 h 2747074"/>
              <a:gd name="connsiteX7-155" fmla="*/ 117349 w 2613744"/>
              <a:gd name="connsiteY7-156" fmla="*/ 2732429 h 2747074"/>
              <a:gd name="connsiteX8-157" fmla="*/ 120571 w 2613744"/>
              <a:gd name="connsiteY8-158" fmla="*/ 2747074 h 2747074"/>
              <a:gd name="connsiteX9-159" fmla="*/ 86203 w 2613744"/>
              <a:gd name="connsiteY9-160" fmla="*/ 2741829 h 2747074"/>
              <a:gd name="connsiteX10-161" fmla="*/ 43556 w 2613744"/>
              <a:gd name="connsiteY10-162" fmla="*/ 2575971 h 2747074"/>
              <a:gd name="connsiteX11-163" fmla="*/ 0 w 2613744"/>
              <a:gd name="connsiteY11-164" fmla="*/ 2143900 h 2747074"/>
              <a:gd name="connsiteX12-165" fmla="*/ 2143900 w 2613744"/>
              <a:gd name="connsiteY12-166" fmla="*/ 0 h 2747074"/>
              <a:gd name="connsiteX13-167" fmla="*/ 2575971 w 2613744"/>
              <a:gd name="connsiteY13-168" fmla="*/ 43556 h 2747074"/>
              <a:gd name="connsiteX14-169" fmla="*/ 2613744 w 2613744"/>
              <a:gd name="connsiteY14-170" fmla="*/ 53268 h 2747074"/>
              <a:gd name="connsiteX0-171" fmla="*/ 2314257 w 2613744"/>
              <a:gd name="connsiteY0-172" fmla="*/ 85632 h 2747074"/>
              <a:gd name="connsiteX1-173" fmla="*/ 2001551 w 2613744"/>
              <a:gd name="connsiteY1-174" fmla="*/ 49355 h 2747074"/>
              <a:gd name="connsiteX2-175" fmla="*/ 1306226 w 2613744"/>
              <a:gd name="connsiteY2-176" fmla="*/ 230330 h 2747074"/>
              <a:gd name="connsiteX3-177" fmla="*/ 634714 w 2613744"/>
              <a:gd name="connsiteY3-178" fmla="*/ 682767 h 2747074"/>
              <a:gd name="connsiteX4-179" fmla="*/ 167989 w 2613744"/>
              <a:gd name="connsiteY4-180" fmla="*/ 1430480 h 2747074"/>
              <a:gd name="connsiteX5-181" fmla="*/ 48926 w 2613744"/>
              <a:gd name="connsiteY5-182" fmla="*/ 2173430 h 2747074"/>
              <a:gd name="connsiteX6-183" fmla="*/ 117349 w 2613744"/>
              <a:gd name="connsiteY6-184" fmla="*/ 2732429 h 2747074"/>
              <a:gd name="connsiteX7-185" fmla="*/ 120571 w 2613744"/>
              <a:gd name="connsiteY7-186" fmla="*/ 2747074 h 2747074"/>
              <a:gd name="connsiteX8-187" fmla="*/ 86203 w 2613744"/>
              <a:gd name="connsiteY8-188" fmla="*/ 2741829 h 2747074"/>
              <a:gd name="connsiteX9-189" fmla="*/ 43556 w 2613744"/>
              <a:gd name="connsiteY9-190" fmla="*/ 2575971 h 2747074"/>
              <a:gd name="connsiteX10-191" fmla="*/ 0 w 2613744"/>
              <a:gd name="connsiteY10-192" fmla="*/ 2143900 h 2747074"/>
              <a:gd name="connsiteX11-193" fmla="*/ 2143900 w 2613744"/>
              <a:gd name="connsiteY11-194" fmla="*/ 0 h 2747074"/>
              <a:gd name="connsiteX12-195" fmla="*/ 2575971 w 2613744"/>
              <a:gd name="connsiteY12-196" fmla="*/ 43556 h 2747074"/>
              <a:gd name="connsiteX13-197" fmla="*/ 2613744 w 2613744"/>
              <a:gd name="connsiteY13-198" fmla="*/ 53268 h 2747074"/>
              <a:gd name="connsiteX0-199" fmla="*/ 2001551 w 2613744"/>
              <a:gd name="connsiteY0-200" fmla="*/ 49355 h 2747074"/>
              <a:gd name="connsiteX1-201" fmla="*/ 1306226 w 2613744"/>
              <a:gd name="connsiteY1-202" fmla="*/ 230330 h 2747074"/>
              <a:gd name="connsiteX2-203" fmla="*/ 634714 w 2613744"/>
              <a:gd name="connsiteY2-204" fmla="*/ 682767 h 2747074"/>
              <a:gd name="connsiteX3-205" fmla="*/ 167989 w 2613744"/>
              <a:gd name="connsiteY3-206" fmla="*/ 1430480 h 2747074"/>
              <a:gd name="connsiteX4-207" fmla="*/ 48926 w 2613744"/>
              <a:gd name="connsiteY4-208" fmla="*/ 2173430 h 2747074"/>
              <a:gd name="connsiteX5-209" fmla="*/ 117349 w 2613744"/>
              <a:gd name="connsiteY5-210" fmla="*/ 2732429 h 2747074"/>
              <a:gd name="connsiteX6-211" fmla="*/ 120571 w 2613744"/>
              <a:gd name="connsiteY6-212" fmla="*/ 2747074 h 2747074"/>
              <a:gd name="connsiteX7-213" fmla="*/ 86203 w 2613744"/>
              <a:gd name="connsiteY7-214" fmla="*/ 2741829 h 2747074"/>
              <a:gd name="connsiteX8-215" fmla="*/ 43556 w 2613744"/>
              <a:gd name="connsiteY8-216" fmla="*/ 2575971 h 2747074"/>
              <a:gd name="connsiteX9-217" fmla="*/ 0 w 2613744"/>
              <a:gd name="connsiteY9-218" fmla="*/ 2143900 h 2747074"/>
              <a:gd name="connsiteX10-219" fmla="*/ 2143900 w 2613744"/>
              <a:gd name="connsiteY10-220" fmla="*/ 0 h 2747074"/>
              <a:gd name="connsiteX11-221" fmla="*/ 2575971 w 2613744"/>
              <a:gd name="connsiteY11-222" fmla="*/ 43556 h 2747074"/>
              <a:gd name="connsiteX12-223" fmla="*/ 2613744 w 2613744"/>
              <a:gd name="connsiteY12-224" fmla="*/ 53268 h 2747074"/>
              <a:gd name="connsiteX0-225" fmla="*/ 1306226 w 2613744"/>
              <a:gd name="connsiteY0-226" fmla="*/ 230330 h 2747074"/>
              <a:gd name="connsiteX1-227" fmla="*/ 634714 w 2613744"/>
              <a:gd name="connsiteY1-228" fmla="*/ 682767 h 2747074"/>
              <a:gd name="connsiteX2-229" fmla="*/ 167989 w 2613744"/>
              <a:gd name="connsiteY2-230" fmla="*/ 1430480 h 2747074"/>
              <a:gd name="connsiteX3-231" fmla="*/ 48926 w 2613744"/>
              <a:gd name="connsiteY3-232" fmla="*/ 2173430 h 2747074"/>
              <a:gd name="connsiteX4-233" fmla="*/ 117349 w 2613744"/>
              <a:gd name="connsiteY4-234" fmla="*/ 2732429 h 2747074"/>
              <a:gd name="connsiteX5-235" fmla="*/ 120571 w 2613744"/>
              <a:gd name="connsiteY5-236" fmla="*/ 2747074 h 2747074"/>
              <a:gd name="connsiteX6-237" fmla="*/ 86203 w 2613744"/>
              <a:gd name="connsiteY6-238" fmla="*/ 2741829 h 2747074"/>
              <a:gd name="connsiteX7-239" fmla="*/ 43556 w 2613744"/>
              <a:gd name="connsiteY7-240" fmla="*/ 2575971 h 2747074"/>
              <a:gd name="connsiteX8-241" fmla="*/ 0 w 2613744"/>
              <a:gd name="connsiteY8-242" fmla="*/ 2143900 h 2747074"/>
              <a:gd name="connsiteX9-243" fmla="*/ 2143900 w 2613744"/>
              <a:gd name="connsiteY9-244" fmla="*/ 0 h 2747074"/>
              <a:gd name="connsiteX10-245" fmla="*/ 2575971 w 2613744"/>
              <a:gd name="connsiteY10-246" fmla="*/ 43556 h 2747074"/>
              <a:gd name="connsiteX11-247" fmla="*/ 2613744 w 2613744"/>
              <a:gd name="connsiteY11-248" fmla="*/ 53268 h 2747074"/>
              <a:gd name="connsiteX0-249" fmla="*/ 634714 w 2613744"/>
              <a:gd name="connsiteY0-250" fmla="*/ 682767 h 2747074"/>
              <a:gd name="connsiteX1-251" fmla="*/ 167989 w 2613744"/>
              <a:gd name="connsiteY1-252" fmla="*/ 1430480 h 2747074"/>
              <a:gd name="connsiteX2-253" fmla="*/ 48926 w 2613744"/>
              <a:gd name="connsiteY2-254" fmla="*/ 2173430 h 2747074"/>
              <a:gd name="connsiteX3-255" fmla="*/ 117349 w 2613744"/>
              <a:gd name="connsiteY3-256" fmla="*/ 2732429 h 2747074"/>
              <a:gd name="connsiteX4-257" fmla="*/ 120571 w 2613744"/>
              <a:gd name="connsiteY4-258" fmla="*/ 2747074 h 2747074"/>
              <a:gd name="connsiteX5-259" fmla="*/ 86203 w 2613744"/>
              <a:gd name="connsiteY5-260" fmla="*/ 2741829 h 2747074"/>
              <a:gd name="connsiteX6-261" fmla="*/ 43556 w 2613744"/>
              <a:gd name="connsiteY6-262" fmla="*/ 2575971 h 2747074"/>
              <a:gd name="connsiteX7-263" fmla="*/ 0 w 2613744"/>
              <a:gd name="connsiteY7-264" fmla="*/ 2143900 h 2747074"/>
              <a:gd name="connsiteX8-265" fmla="*/ 2143900 w 2613744"/>
              <a:gd name="connsiteY8-266" fmla="*/ 0 h 2747074"/>
              <a:gd name="connsiteX9-267" fmla="*/ 2575971 w 2613744"/>
              <a:gd name="connsiteY9-268" fmla="*/ 43556 h 2747074"/>
              <a:gd name="connsiteX10-269" fmla="*/ 2613744 w 2613744"/>
              <a:gd name="connsiteY10-270" fmla="*/ 53268 h 2747074"/>
              <a:gd name="connsiteX0-271" fmla="*/ 167989 w 2613744"/>
              <a:gd name="connsiteY0-272" fmla="*/ 1430480 h 2747074"/>
              <a:gd name="connsiteX1-273" fmla="*/ 48926 w 2613744"/>
              <a:gd name="connsiteY1-274" fmla="*/ 2173430 h 2747074"/>
              <a:gd name="connsiteX2-275" fmla="*/ 117349 w 2613744"/>
              <a:gd name="connsiteY2-276" fmla="*/ 2732429 h 2747074"/>
              <a:gd name="connsiteX3-277" fmla="*/ 120571 w 2613744"/>
              <a:gd name="connsiteY3-278" fmla="*/ 2747074 h 2747074"/>
              <a:gd name="connsiteX4-279" fmla="*/ 86203 w 2613744"/>
              <a:gd name="connsiteY4-280" fmla="*/ 2741829 h 2747074"/>
              <a:gd name="connsiteX5-281" fmla="*/ 43556 w 2613744"/>
              <a:gd name="connsiteY5-282" fmla="*/ 2575971 h 2747074"/>
              <a:gd name="connsiteX6-283" fmla="*/ 0 w 2613744"/>
              <a:gd name="connsiteY6-284" fmla="*/ 2143900 h 2747074"/>
              <a:gd name="connsiteX7-285" fmla="*/ 2143900 w 2613744"/>
              <a:gd name="connsiteY7-286" fmla="*/ 0 h 2747074"/>
              <a:gd name="connsiteX8-287" fmla="*/ 2575971 w 2613744"/>
              <a:gd name="connsiteY8-288" fmla="*/ 43556 h 2747074"/>
              <a:gd name="connsiteX9-289" fmla="*/ 2613744 w 2613744"/>
              <a:gd name="connsiteY9-290" fmla="*/ 53268 h 2747074"/>
              <a:gd name="connsiteX0-291" fmla="*/ 48926 w 2613744"/>
              <a:gd name="connsiteY0-292" fmla="*/ 2173430 h 2747074"/>
              <a:gd name="connsiteX1-293" fmla="*/ 117349 w 2613744"/>
              <a:gd name="connsiteY1-294" fmla="*/ 2732429 h 2747074"/>
              <a:gd name="connsiteX2-295" fmla="*/ 120571 w 2613744"/>
              <a:gd name="connsiteY2-296" fmla="*/ 2747074 h 2747074"/>
              <a:gd name="connsiteX3-297" fmla="*/ 86203 w 2613744"/>
              <a:gd name="connsiteY3-298" fmla="*/ 2741829 h 2747074"/>
              <a:gd name="connsiteX4-299" fmla="*/ 43556 w 2613744"/>
              <a:gd name="connsiteY4-300" fmla="*/ 2575971 h 2747074"/>
              <a:gd name="connsiteX5-301" fmla="*/ 0 w 2613744"/>
              <a:gd name="connsiteY5-302" fmla="*/ 2143900 h 2747074"/>
              <a:gd name="connsiteX6-303" fmla="*/ 2143900 w 2613744"/>
              <a:gd name="connsiteY6-304" fmla="*/ 0 h 2747074"/>
              <a:gd name="connsiteX7-305" fmla="*/ 2575971 w 2613744"/>
              <a:gd name="connsiteY7-306" fmla="*/ 43556 h 2747074"/>
              <a:gd name="connsiteX8-307" fmla="*/ 2613744 w 2613744"/>
              <a:gd name="connsiteY8-308" fmla="*/ 53268 h 2747074"/>
              <a:gd name="connsiteX0-309" fmla="*/ 117349 w 2613744"/>
              <a:gd name="connsiteY0-310" fmla="*/ 2732429 h 2747074"/>
              <a:gd name="connsiteX1-311" fmla="*/ 120571 w 2613744"/>
              <a:gd name="connsiteY1-312" fmla="*/ 2747074 h 2747074"/>
              <a:gd name="connsiteX2-313" fmla="*/ 86203 w 2613744"/>
              <a:gd name="connsiteY2-314" fmla="*/ 2741829 h 2747074"/>
              <a:gd name="connsiteX3-315" fmla="*/ 43556 w 2613744"/>
              <a:gd name="connsiteY3-316" fmla="*/ 2575971 h 2747074"/>
              <a:gd name="connsiteX4-317" fmla="*/ 0 w 2613744"/>
              <a:gd name="connsiteY4-318" fmla="*/ 2143900 h 2747074"/>
              <a:gd name="connsiteX5-319" fmla="*/ 2143900 w 2613744"/>
              <a:gd name="connsiteY5-320" fmla="*/ 0 h 2747074"/>
              <a:gd name="connsiteX6-321" fmla="*/ 2575971 w 2613744"/>
              <a:gd name="connsiteY6-322" fmla="*/ 43556 h 2747074"/>
              <a:gd name="connsiteX7-323" fmla="*/ 2613744 w 2613744"/>
              <a:gd name="connsiteY7-324" fmla="*/ 53268 h 2747074"/>
              <a:gd name="connsiteX0-325" fmla="*/ 117349 w 2613744"/>
              <a:gd name="connsiteY0-326" fmla="*/ 2732429 h 2741829"/>
              <a:gd name="connsiteX1-327" fmla="*/ 86203 w 2613744"/>
              <a:gd name="connsiteY1-328" fmla="*/ 2741829 h 2741829"/>
              <a:gd name="connsiteX2-329" fmla="*/ 43556 w 2613744"/>
              <a:gd name="connsiteY2-330" fmla="*/ 2575971 h 2741829"/>
              <a:gd name="connsiteX3-331" fmla="*/ 0 w 2613744"/>
              <a:gd name="connsiteY3-332" fmla="*/ 2143900 h 2741829"/>
              <a:gd name="connsiteX4-333" fmla="*/ 2143900 w 2613744"/>
              <a:gd name="connsiteY4-334" fmla="*/ 0 h 2741829"/>
              <a:gd name="connsiteX5-335" fmla="*/ 2575971 w 2613744"/>
              <a:gd name="connsiteY5-336" fmla="*/ 43556 h 2741829"/>
              <a:gd name="connsiteX6-337" fmla="*/ 2613744 w 2613744"/>
              <a:gd name="connsiteY6-338" fmla="*/ 53268 h 2741829"/>
              <a:gd name="connsiteX0-339" fmla="*/ 86203 w 2613744"/>
              <a:gd name="connsiteY0-340" fmla="*/ 2741829 h 2741829"/>
              <a:gd name="connsiteX1-341" fmla="*/ 43556 w 2613744"/>
              <a:gd name="connsiteY1-342" fmla="*/ 2575971 h 2741829"/>
              <a:gd name="connsiteX2-343" fmla="*/ 0 w 2613744"/>
              <a:gd name="connsiteY2-344" fmla="*/ 2143900 h 2741829"/>
              <a:gd name="connsiteX3-345" fmla="*/ 2143900 w 2613744"/>
              <a:gd name="connsiteY3-346" fmla="*/ 0 h 2741829"/>
              <a:gd name="connsiteX4-347" fmla="*/ 2575971 w 2613744"/>
              <a:gd name="connsiteY4-348" fmla="*/ 43556 h 2741829"/>
              <a:gd name="connsiteX5-349" fmla="*/ 2613744 w 2613744"/>
              <a:gd name="connsiteY5-350" fmla="*/ 53268 h 27418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39" name="任意多边形: 形状 38"/>
          <p:cNvSpPr/>
          <p:nvPr>
            <p:custDataLst>
              <p:tags r:id="rId22"/>
            </p:custDataLst>
          </p:nvPr>
        </p:nvSpPr>
        <p:spPr>
          <a:xfrm rot="11361091">
            <a:off x="874395" y="1022350"/>
            <a:ext cx="2507615" cy="2628900"/>
          </a:xfrm>
          <a:custGeom>
            <a:avLst/>
            <a:gdLst>
              <a:gd name="connsiteX0" fmla="*/ 1933193 w 2556671"/>
              <a:gd name="connsiteY0" fmla="*/ 1363 h 2669917"/>
              <a:gd name="connsiteX1" fmla="*/ 2215967 w 2556671"/>
              <a:gd name="connsiteY1" fmla="*/ 10888 h 2669917"/>
              <a:gd name="connsiteX2" fmla="*/ 2339460 w 2556671"/>
              <a:gd name="connsiteY2" fmla="*/ 23703 h 2669917"/>
              <a:gd name="connsiteX3" fmla="*/ 2345744 w 2556671"/>
              <a:gd name="connsiteY3" fmla="*/ 25176 h 2669917"/>
              <a:gd name="connsiteX4" fmla="*/ 2538030 w 2556671"/>
              <a:gd name="connsiteY4" fmla="*/ 76670 h 2669917"/>
              <a:gd name="connsiteX5" fmla="*/ 2553192 w 2556671"/>
              <a:gd name="connsiteY5" fmla="*/ 80732 h 2669917"/>
              <a:gd name="connsiteX6" fmla="*/ 2556671 w 2556671"/>
              <a:gd name="connsiteY6" fmla="*/ 103529 h 2669917"/>
              <a:gd name="connsiteX7" fmla="*/ 2472493 w 2556671"/>
              <a:gd name="connsiteY7" fmla="*/ 81884 h 2669917"/>
              <a:gd name="connsiteX8" fmla="*/ 2066017 w 2556671"/>
              <a:gd name="connsiteY8" fmla="*/ 40908 h 2669917"/>
              <a:gd name="connsiteX9" fmla="*/ 49117 w 2556671"/>
              <a:gd name="connsiteY9" fmla="*/ 2057808 h 2669917"/>
              <a:gd name="connsiteX10" fmla="*/ 139793 w 2556671"/>
              <a:gd name="connsiteY10" fmla="*/ 2657572 h 2669917"/>
              <a:gd name="connsiteX11" fmla="*/ 144311 w 2556671"/>
              <a:gd name="connsiteY11" fmla="*/ 2669917 h 2669917"/>
              <a:gd name="connsiteX12" fmla="*/ 116392 w 2556671"/>
              <a:gd name="connsiteY12" fmla="*/ 2668507 h 2669917"/>
              <a:gd name="connsiteX13" fmla="*/ 99333 w 2556671"/>
              <a:gd name="connsiteY13" fmla="*/ 2627287 h 2669917"/>
              <a:gd name="connsiteX14" fmla="*/ 52006 w 2556671"/>
              <a:gd name="connsiteY14" fmla="*/ 2449288 h 2669917"/>
              <a:gd name="connsiteX15" fmla="*/ 9143 w 2556671"/>
              <a:gd name="connsiteY15" fmla="*/ 1773013 h 2669917"/>
              <a:gd name="connsiteX16" fmla="*/ 232981 w 2556671"/>
              <a:gd name="connsiteY16" fmla="*/ 1139600 h 2669917"/>
              <a:gd name="connsiteX17" fmla="*/ 456818 w 2556671"/>
              <a:gd name="connsiteY17" fmla="*/ 772888 h 2669917"/>
              <a:gd name="connsiteX18" fmla="*/ 828293 w 2556671"/>
              <a:gd name="connsiteY18" fmla="*/ 396650 h 2669917"/>
              <a:gd name="connsiteX19" fmla="*/ 1442656 w 2556671"/>
              <a:gd name="connsiteY19" fmla="*/ 87088 h 2669917"/>
              <a:gd name="connsiteX20" fmla="*/ 1933193 w 2556671"/>
              <a:gd name="connsiteY20" fmla="*/ 1363 h 2669917"/>
              <a:gd name="connsiteX0-1" fmla="*/ 1948787 w 2572265"/>
              <a:gd name="connsiteY0-2" fmla="*/ 1363 h 2669917"/>
              <a:gd name="connsiteX1-3" fmla="*/ 2231561 w 2572265"/>
              <a:gd name="connsiteY1-4" fmla="*/ 10888 h 2669917"/>
              <a:gd name="connsiteX2-5" fmla="*/ 2355054 w 2572265"/>
              <a:gd name="connsiteY2-6" fmla="*/ 23703 h 2669917"/>
              <a:gd name="connsiteX3-7" fmla="*/ 2361338 w 2572265"/>
              <a:gd name="connsiteY3-8" fmla="*/ 25176 h 2669917"/>
              <a:gd name="connsiteX4-9" fmla="*/ 2553624 w 2572265"/>
              <a:gd name="connsiteY4-10" fmla="*/ 76670 h 2669917"/>
              <a:gd name="connsiteX5-11" fmla="*/ 2568786 w 2572265"/>
              <a:gd name="connsiteY5-12" fmla="*/ 80732 h 2669917"/>
              <a:gd name="connsiteX6-13" fmla="*/ 2572265 w 2572265"/>
              <a:gd name="connsiteY6-14" fmla="*/ 103529 h 2669917"/>
              <a:gd name="connsiteX7-15" fmla="*/ 2488087 w 2572265"/>
              <a:gd name="connsiteY7-16" fmla="*/ 81884 h 2669917"/>
              <a:gd name="connsiteX8-17" fmla="*/ 2081611 w 2572265"/>
              <a:gd name="connsiteY8-18" fmla="*/ 40908 h 2669917"/>
              <a:gd name="connsiteX9-19" fmla="*/ 64711 w 2572265"/>
              <a:gd name="connsiteY9-20" fmla="*/ 2057808 h 2669917"/>
              <a:gd name="connsiteX10-21" fmla="*/ 155387 w 2572265"/>
              <a:gd name="connsiteY10-22" fmla="*/ 2657572 h 2669917"/>
              <a:gd name="connsiteX11-23" fmla="*/ 159905 w 2572265"/>
              <a:gd name="connsiteY11-24" fmla="*/ 2669917 h 2669917"/>
              <a:gd name="connsiteX12-25" fmla="*/ 131986 w 2572265"/>
              <a:gd name="connsiteY12-26" fmla="*/ 2668507 h 2669917"/>
              <a:gd name="connsiteX13-27" fmla="*/ 114927 w 2572265"/>
              <a:gd name="connsiteY13-28" fmla="*/ 2627287 h 2669917"/>
              <a:gd name="connsiteX14-29" fmla="*/ 67600 w 2572265"/>
              <a:gd name="connsiteY14-30" fmla="*/ 2449288 h 2669917"/>
              <a:gd name="connsiteX15-31" fmla="*/ 24737 w 2572265"/>
              <a:gd name="connsiteY15-32" fmla="*/ 1773013 h 2669917"/>
              <a:gd name="connsiteX16-33" fmla="*/ 472412 w 2572265"/>
              <a:gd name="connsiteY16-34" fmla="*/ 772888 h 2669917"/>
              <a:gd name="connsiteX17-35" fmla="*/ 843887 w 2572265"/>
              <a:gd name="connsiteY17-36" fmla="*/ 396650 h 2669917"/>
              <a:gd name="connsiteX18-37" fmla="*/ 1458250 w 2572265"/>
              <a:gd name="connsiteY18-38" fmla="*/ 87088 h 2669917"/>
              <a:gd name="connsiteX19-39" fmla="*/ 1948787 w 2572265"/>
              <a:gd name="connsiteY19-40" fmla="*/ 1363 h 2669917"/>
              <a:gd name="connsiteX0-41" fmla="*/ 1009 w 2548537"/>
              <a:gd name="connsiteY0-42" fmla="*/ 1773013 h 2669917"/>
              <a:gd name="connsiteX1-43" fmla="*/ 448684 w 2548537"/>
              <a:gd name="connsiteY1-44" fmla="*/ 772888 h 2669917"/>
              <a:gd name="connsiteX2-45" fmla="*/ 820159 w 2548537"/>
              <a:gd name="connsiteY2-46" fmla="*/ 396650 h 2669917"/>
              <a:gd name="connsiteX3-47" fmla="*/ 1434522 w 2548537"/>
              <a:gd name="connsiteY3-48" fmla="*/ 87088 h 2669917"/>
              <a:gd name="connsiteX4-49" fmla="*/ 1925059 w 2548537"/>
              <a:gd name="connsiteY4-50" fmla="*/ 1363 h 2669917"/>
              <a:gd name="connsiteX5-51" fmla="*/ 2207833 w 2548537"/>
              <a:gd name="connsiteY5-52" fmla="*/ 10888 h 2669917"/>
              <a:gd name="connsiteX6-53" fmla="*/ 2331326 w 2548537"/>
              <a:gd name="connsiteY6-54" fmla="*/ 23703 h 2669917"/>
              <a:gd name="connsiteX7-55" fmla="*/ 2337610 w 2548537"/>
              <a:gd name="connsiteY7-56" fmla="*/ 25176 h 2669917"/>
              <a:gd name="connsiteX8-57" fmla="*/ 2529896 w 2548537"/>
              <a:gd name="connsiteY8-58" fmla="*/ 76670 h 2669917"/>
              <a:gd name="connsiteX9-59" fmla="*/ 2545058 w 2548537"/>
              <a:gd name="connsiteY9-60" fmla="*/ 80732 h 2669917"/>
              <a:gd name="connsiteX10-61" fmla="*/ 2548537 w 2548537"/>
              <a:gd name="connsiteY10-62" fmla="*/ 103529 h 2669917"/>
              <a:gd name="connsiteX11-63" fmla="*/ 2464359 w 2548537"/>
              <a:gd name="connsiteY11-64" fmla="*/ 81884 h 2669917"/>
              <a:gd name="connsiteX12-65" fmla="*/ 2057883 w 2548537"/>
              <a:gd name="connsiteY12-66" fmla="*/ 40908 h 2669917"/>
              <a:gd name="connsiteX13-67" fmla="*/ 40983 w 2548537"/>
              <a:gd name="connsiteY13-68" fmla="*/ 2057808 h 2669917"/>
              <a:gd name="connsiteX14-69" fmla="*/ 131659 w 2548537"/>
              <a:gd name="connsiteY14-70" fmla="*/ 2657572 h 2669917"/>
              <a:gd name="connsiteX15-71" fmla="*/ 136177 w 2548537"/>
              <a:gd name="connsiteY15-72" fmla="*/ 2669917 h 2669917"/>
              <a:gd name="connsiteX16-73" fmla="*/ 108258 w 2548537"/>
              <a:gd name="connsiteY16-74" fmla="*/ 2668507 h 2669917"/>
              <a:gd name="connsiteX17-75" fmla="*/ 91199 w 2548537"/>
              <a:gd name="connsiteY17-76" fmla="*/ 2627287 h 2669917"/>
              <a:gd name="connsiteX18-77" fmla="*/ 43872 w 2548537"/>
              <a:gd name="connsiteY18-78" fmla="*/ 2449288 h 2669917"/>
              <a:gd name="connsiteX19-79" fmla="*/ 92449 w 2548537"/>
              <a:gd name="connsiteY19-80" fmla="*/ 1864453 h 2669917"/>
              <a:gd name="connsiteX0-81" fmla="*/ 0 w 2547528"/>
              <a:gd name="connsiteY0-82" fmla="*/ 1773013 h 2669917"/>
              <a:gd name="connsiteX1-83" fmla="*/ 447675 w 2547528"/>
              <a:gd name="connsiteY1-84" fmla="*/ 772888 h 2669917"/>
              <a:gd name="connsiteX2-85" fmla="*/ 819150 w 2547528"/>
              <a:gd name="connsiteY2-86" fmla="*/ 396650 h 2669917"/>
              <a:gd name="connsiteX3-87" fmla="*/ 1433513 w 2547528"/>
              <a:gd name="connsiteY3-88" fmla="*/ 87088 h 2669917"/>
              <a:gd name="connsiteX4-89" fmla="*/ 1924050 w 2547528"/>
              <a:gd name="connsiteY4-90" fmla="*/ 1363 h 2669917"/>
              <a:gd name="connsiteX5-91" fmla="*/ 2206824 w 2547528"/>
              <a:gd name="connsiteY5-92" fmla="*/ 10888 h 2669917"/>
              <a:gd name="connsiteX6-93" fmla="*/ 2330317 w 2547528"/>
              <a:gd name="connsiteY6-94" fmla="*/ 23703 h 2669917"/>
              <a:gd name="connsiteX7-95" fmla="*/ 2336601 w 2547528"/>
              <a:gd name="connsiteY7-96" fmla="*/ 25176 h 2669917"/>
              <a:gd name="connsiteX8-97" fmla="*/ 2528887 w 2547528"/>
              <a:gd name="connsiteY8-98" fmla="*/ 76670 h 2669917"/>
              <a:gd name="connsiteX9-99" fmla="*/ 2544049 w 2547528"/>
              <a:gd name="connsiteY9-100" fmla="*/ 80732 h 2669917"/>
              <a:gd name="connsiteX10-101" fmla="*/ 2547528 w 2547528"/>
              <a:gd name="connsiteY10-102" fmla="*/ 103529 h 2669917"/>
              <a:gd name="connsiteX11-103" fmla="*/ 2463350 w 2547528"/>
              <a:gd name="connsiteY11-104" fmla="*/ 81884 h 2669917"/>
              <a:gd name="connsiteX12-105" fmla="*/ 2056874 w 2547528"/>
              <a:gd name="connsiteY12-106" fmla="*/ 40908 h 2669917"/>
              <a:gd name="connsiteX13-107" fmla="*/ 39974 w 2547528"/>
              <a:gd name="connsiteY13-108" fmla="*/ 2057808 h 2669917"/>
              <a:gd name="connsiteX14-109" fmla="*/ 130650 w 2547528"/>
              <a:gd name="connsiteY14-110" fmla="*/ 2657572 h 2669917"/>
              <a:gd name="connsiteX15-111" fmla="*/ 135168 w 2547528"/>
              <a:gd name="connsiteY15-112" fmla="*/ 2669917 h 2669917"/>
              <a:gd name="connsiteX16-113" fmla="*/ 107249 w 2547528"/>
              <a:gd name="connsiteY16-114" fmla="*/ 2668507 h 2669917"/>
              <a:gd name="connsiteX17-115" fmla="*/ 90190 w 2547528"/>
              <a:gd name="connsiteY17-116" fmla="*/ 2627287 h 2669917"/>
              <a:gd name="connsiteX18-117" fmla="*/ 42863 w 2547528"/>
              <a:gd name="connsiteY18-118" fmla="*/ 2449288 h 2669917"/>
              <a:gd name="connsiteX0-119" fmla="*/ 0 w 2547528"/>
              <a:gd name="connsiteY0-120" fmla="*/ 1773013 h 2669917"/>
              <a:gd name="connsiteX1-121" fmla="*/ 447675 w 2547528"/>
              <a:gd name="connsiteY1-122" fmla="*/ 772888 h 2669917"/>
              <a:gd name="connsiteX2-123" fmla="*/ 819150 w 2547528"/>
              <a:gd name="connsiteY2-124" fmla="*/ 396650 h 2669917"/>
              <a:gd name="connsiteX3-125" fmla="*/ 1433513 w 2547528"/>
              <a:gd name="connsiteY3-126" fmla="*/ 87088 h 2669917"/>
              <a:gd name="connsiteX4-127" fmla="*/ 1924050 w 2547528"/>
              <a:gd name="connsiteY4-128" fmla="*/ 1363 h 2669917"/>
              <a:gd name="connsiteX5-129" fmla="*/ 2206824 w 2547528"/>
              <a:gd name="connsiteY5-130" fmla="*/ 10888 h 2669917"/>
              <a:gd name="connsiteX6-131" fmla="*/ 2330317 w 2547528"/>
              <a:gd name="connsiteY6-132" fmla="*/ 23703 h 2669917"/>
              <a:gd name="connsiteX7-133" fmla="*/ 2336601 w 2547528"/>
              <a:gd name="connsiteY7-134" fmla="*/ 25176 h 2669917"/>
              <a:gd name="connsiteX8-135" fmla="*/ 2528887 w 2547528"/>
              <a:gd name="connsiteY8-136" fmla="*/ 76670 h 2669917"/>
              <a:gd name="connsiteX9-137" fmla="*/ 2544049 w 2547528"/>
              <a:gd name="connsiteY9-138" fmla="*/ 80732 h 2669917"/>
              <a:gd name="connsiteX10-139" fmla="*/ 2547528 w 2547528"/>
              <a:gd name="connsiteY10-140" fmla="*/ 103529 h 2669917"/>
              <a:gd name="connsiteX11-141" fmla="*/ 2463350 w 2547528"/>
              <a:gd name="connsiteY11-142" fmla="*/ 81884 h 2669917"/>
              <a:gd name="connsiteX12-143" fmla="*/ 2056874 w 2547528"/>
              <a:gd name="connsiteY12-144" fmla="*/ 40908 h 2669917"/>
              <a:gd name="connsiteX13-145" fmla="*/ 39974 w 2547528"/>
              <a:gd name="connsiteY13-146" fmla="*/ 2057808 h 2669917"/>
              <a:gd name="connsiteX14-147" fmla="*/ 130650 w 2547528"/>
              <a:gd name="connsiteY14-148" fmla="*/ 2657572 h 2669917"/>
              <a:gd name="connsiteX15-149" fmla="*/ 135168 w 2547528"/>
              <a:gd name="connsiteY15-150" fmla="*/ 2669917 h 2669917"/>
              <a:gd name="connsiteX16-151" fmla="*/ 107249 w 2547528"/>
              <a:gd name="connsiteY16-152" fmla="*/ 2668507 h 2669917"/>
              <a:gd name="connsiteX17-153" fmla="*/ 90190 w 2547528"/>
              <a:gd name="connsiteY17-154" fmla="*/ 2627287 h 2669917"/>
              <a:gd name="connsiteX0-155" fmla="*/ 0 w 2547528"/>
              <a:gd name="connsiteY0-156" fmla="*/ 1773013 h 2669917"/>
              <a:gd name="connsiteX1-157" fmla="*/ 447675 w 2547528"/>
              <a:gd name="connsiteY1-158" fmla="*/ 772888 h 2669917"/>
              <a:gd name="connsiteX2-159" fmla="*/ 819150 w 2547528"/>
              <a:gd name="connsiteY2-160" fmla="*/ 396650 h 2669917"/>
              <a:gd name="connsiteX3-161" fmla="*/ 1433513 w 2547528"/>
              <a:gd name="connsiteY3-162" fmla="*/ 87088 h 2669917"/>
              <a:gd name="connsiteX4-163" fmla="*/ 1924050 w 2547528"/>
              <a:gd name="connsiteY4-164" fmla="*/ 1363 h 2669917"/>
              <a:gd name="connsiteX5-165" fmla="*/ 2206824 w 2547528"/>
              <a:gd name="connsiteY5-166" fmla="*/ 10888 h 2669917"/>
              <a:gd name="connsiteX6-167" fmla="*/ 2330317 w 2547528"/>
              <a:gd name="connsiteY6-168" fmla="*/ 23703 h 2669917"/>
              <a:gd name="connsiteX7-169" fmla="*/ 2336601 w 2547528"/>
              <a:gd name="connsiteY7-170" fmla="*/ 25176 h 2669917"/>
              <a:gd name="connsiteX8-171" fmla="*/ 2528887 w 2547528"/>
              <a:gd name="connsiteY8-172" fmla="*/ 76670 h 2669917"/>
              <a:gd name="connsiteX9-173" fmla="*/ 2544049 w 2547528"/>
              <a:gd name="connsiteY9-174" fmla="*/ 80732 h 2669917"/>
              <a:gd name="connsiteX10-175" fmla="*/ 2547528 w 2547528"/>
              <a:gd name="connsiteY10-176" fmla="*/ 103529 h 2669917"/>
              <a:gd name="connsiteX11-177" fmla="*/ 2463350 w 2547528"/>
              <a:gd name="connsiteY11-178" fmla="*/ 81884 h 2669917"/>
              <a:gd name="connsiteX12-179" fmla="*/ 2056874 w 2547528"/>
              <a:gd name="connsiteY12-180" fmla="*/ 40908 h 2669917"/>
              <a:gd name="connsiteX13-181" fmla="*/ 39974 w 2547528"/>
              <a:gd name="connsiteY13-182" fmla="*/ 2057808 h 2669917"/>
              <a:gd name="connsiteX14-183" fmla="*/ 130650 w 2547528"/>
              <a:gd name="connsiteY14-184" fmla="*/ 2657572 h 2669917"/>
              <a:gd name="connsiteX15-185" fmla="*/ 135168 w 2547528"/>
              <a:gd name="connsiteY15-186" fmla="*/ 2669917 h 2669917"/>
              <a:gd name="connsiteX16-187" fmla="*/ 107249 w 2547528"/>
              <a:gd name="connsiteY16-188" fmla="*/ 2668507 h 2669917"/>
              <a:gd name="connsiteX0-189" fmla="*/ 0 w 2547528"/>
              <a:gd name="connsiteY0-190" fmla="*/ 1773013 h 2669917"/>
              <a:gd name="connsiteX1-191" fmla="*/ 447675 w 2547528"/>
              <a:gd name="connsiteY1-192" fmla="*/ 772888 h 2669917"/>
              <a:gd name="connsiteX2-193" fmla="*/ 819150 w 2547528"/>
              <a:gd name="connsiteY2-194" fmla="*/ 396650 h 2669917"/>
              <a:gd name="connsiteX3-195" fmla="*/ 1433513 w 2547528"/>
              <a:gd name="connsiteY3-196" fmla="*/ 87088 h 2669917"/>
              <a:gd name="connsiteX4-197" fmla="*/ 1924050 w 2547528"/>
              <a:gd name="connsiteY4-198" fmla="*/ 1363 h 2669917"/>
              <a:gd name="connsiteX5-199" fmla="*/ 2206824 w 2547528"/>
              <a:gd name="connsiteY5-200" fmla="*/ 10888 h 2669917"/>
              <a:gd name="connsiteX6-201" fmla="*/ 2330317 w 2547528"/>
              <a:gd name="connsiteY6-202" fmla="*/ 23703 h 2669917"/>
              <a:gd name="connsiteX7-203" fmla="*/ 2336601 w 2547528"/>
              <a:gd name="connsiteY7-204" fmla="*/ 25176 h 2669917"/>
              <a:gd name="connsiteX8-205" fmla="*/ 2528887 w 2547528"/>
              <a:gd name="connsiteY8-206" fmla="*/ 76670 h 2669917"/>
              <a:gd name="connsiteX9-207" fmla="*/ 2544049 w 2547528"/>
              <a:gd name="connsiteY9-208" fmla="*/ 80732 h 2669917"/>
              <a:gd name="connsiteX10-209" fmla="*/ 2547528 w 2547528"/>
              <a:gd name="connsiteY10-210" fmla="*/ 103529 h 2669917"/>
              <a:gd name="connsiteX11-211" fmla="*/ 2463350 w 2547528"/>
              <a:gd name="connsiteY11-212" fmla="*/ 81884 h 2669917"/>
              <a:gd name="connsiteX12-213" fmla="*/ 2056874 w 2547528"/>
              <a:gd name="connsiteY12-214" fmla="*/ 40908 h 2669917"/>
              <a:gd name="connsiteX13-215" fmla="*/ 39974 w 2547528"/>
              <a:gd name="connsiteY13-216" fmla="*/ 2057808 h 2669917"/>
              <a:gd name="connsiteX14-217" fmla="*/ 130650 w 2547528"/>
              <a:gd name="connsiteY14-218" fmla="*/ 2657572 h 2669917"/>
              <a:gd name="connsiteX15-219" fmla="*/ 135168 w 2547528"/>
              <a:gd name="connsiteY15-220" fmla="*/ 2669917 h 2669917"/>
              <a:gd name="connsiteX0-221" fmla="*/ 407701 w 2507554"/>
              <a:gd name="connsiteY0-222" fmla="*/ 772888 h 2669917"/>
              <a:gd name="connsiteX1-223" fmla="*/ 779176 w 2507554"/>
              <a:gd name="connsiteY1-224" fmla="*/ 396650 h 2669917"/>
              <a:gd name="connsiteX2-225" fmla="*/ 1393539 w 2507554"/>
              <a:gd name="connsiteY2-226" fmla="*/ 87088 h 2669917"/>
              <a:gd name="connsiteX3-227" fmla="*/ 1884076 w 2507554"/>
              <a:gd name="connsiteY3-228" fmla="*/ 1363 h 2669917"/>
              <a:gd name="connsiteX4-229" fmla="*/ 2166850 w 2507554"/>
              <a:gd name="connsiteY4-230" fmla="*/ 10888 h 2669917"/>
              <a:gd name="connsiteX5-231" fmla="*/ 2290343 w 2507554"/>
              <a:gd name="connsiteY5-232" fmla="*/ 23703 h 2669917"/>
              <a:gd name="connsiteX6-233" fmla="*/ 2296627 w 2507554"/>
              <a:gd name="connsiteY6-234" fmla="*/ 25176 h 2669917"/>
              <a:gd name="connsiteX7-235" fmla="*/ 2488913 w 2507554"/>
              <a:gd name="connsiteY7-236" fmla="*/ 76670 h 2669917"/>
              <a:gd name="connsiteX8-237" fmla="*/ 2504075 w 2507554"/>
              <a:gd name="connsiteY8-238" fmla="*/ 80732 h 2669917"/>
              <a:gd name="connsiteX9-239" fmla="*/ 2507554 w 2507554"/>
              <a:gd name="connsiteY9-240" fmla="*/ 103529 h 2669917"/>
              <a:gd name="connsiteX10-241" fmla="*/ 2423376 w 2507554"/>
              <a:gd name="connsiteY10-242" fmla="*/ 81884 h 2669917"/>
              <a:gd name="connsiteX11-243" fmla="*/ 2016900 w 2507554"/>
              <a:gd name="connsiteY11-244" fmla="*/ 40908 h 2669917"/>
              <a:gd name="connsiteX12-245" fmla="*/ 0 w 2507554"/>
              <a:gd name="connsiteY12-246" fmla="*/ 2057808 h 2669917"/>
              <a:gd name="connsiteX13-247" fmla="*/ 90676 w 2507554"/>
              <a:gd name="connsiteY13-248" fmla="*/ 2657572 h 2669917"/>
              <a:gd name="connsiteX14-249" fmla="*/ 95194 w 2507554"/>
              <a:gd name="connsiteY14-250" fmla="*/ 2669917 h 2669917"/>
              <a:gd name="connsiteX0-251" fmla="*/ 779176 w 2507554"/>
              <a:gd name="connsiteY0-252" fmla="*/ 396650 h 2669917"/>
              <a:gd name="connsiteX1-253" fmla="*/ 1393539 w 2507554"/>
              <a:gd name="connsiteY1-254" fmla="*/ 87088 h 2669917"/>
              <a:gd name="connsiteX2-255" fmla="*/ 1884076 w 2507554"/>
              <a:gd name="connsiteY2-256" fmla="*/ 1363 h 2669917"/>
              <a:gd name="connsiteX3-257" fmla="*/ 2166850 w 2507554"/>
              <a:gd name="connsiteY3-258" fmla="*/ 10888 h 2669917"/>
              <a:gd name="connsiteX4-259" fmla="*/ 2290343 w 2507554"/>
              <a:gd name="connsiteY4-260" fmla="*/ 23703 h 2669917"/>
              <a:gd name="connsiteX5-261" fmla="*/ 2296627 w 2507554"/>
              <a:gd name="connsiteY5-262" fmla="*/ 25176 h 2669917"/>
              <a:gd name="connsiteX6-263" fmla="*/ 2488913 w 2507554"/>
              <a:gd name="connsiteY6-264" fmla="*/ 76670 h 2669917"/>
              <a:gd name="connsiteX7-265" fmla="*/ 2504075 w 2507554"/>
              <a:gd name="connsiteY7-266" fmla="*/ 80732 h 2669917"/>
              <a:gd name="connsiteX8-267" fmla="*/ 2507554 w 2507554"/>
              <a:gd name="connsiteY8-268" fmla="*/ 103529 h 2669917"/>
              <a:gd name="connsiteX9-269" fmla="*/ 2423376 w 2507554"/>
              <a:gd name="connsiteY9-270" fmla="*/ 81884 h 2669917"/>
              <a:gd name="connsiteX10-271" fmla="*/ 2016900 w 2507554"/>
              <a:gd name="connsiteY10-272" fmla="*/ 40908 h 2669917"/>
              <a:gd name="connsiteX11-273" fmla="*/ 0 w 2507554"/>
              <a:gd name="connsiteY11-274" fmla="*/ 2057808 h 2669917"/>
              <a:gd name="connsiteX12-275" fmla="*/ 90676 w 2507554"/>
              <a:gd name="connsiteY12-276" fmla="*/ 2657572 h 2669917"/>
              <a:gd name="connsiteX13-277" fmla="*/ 95194 w 2507554"/>
              <a:gd name="connsiteY13-278" fmla="*/ 2669917 h 2669917"/>
              <a:gd name="connsiteX0-279" fmla="*/ 1393539 w 2507554"/>
              <a:gd name="connsiteY0-280" fmla="*/ 87088 h 2669917"/>
              <a:gd name="connsiteX1-281" fmla="*/ 1884076 w 2507554"/>
              <a:gd name="connsiteY1-282" fmla="*/ 1363 h 2669917"/>
              <a:gd name="connsiteX2-283" fmla="*/ 2166850 w 2507554"/>
              <a:gd name="connsiteY2-284" fmla="*/ 10888 h 2669917"/>
              <a:gd name="connsiteX3-285" fmla="*/ 2290343 w 2507554"/>
              <a:gd name="connsiteY3-286" fmla="*/ 23703 h 2669917"/>
              <a:gd name="connsiteX4-287" fmla="*/ 2296627 w 2507554"/>
              <a:gd name="connsiteY4-288" fmla="*/ 25176 h 2669917"/>
              <a:gd name="connsiteX5-289" fmla="*/ 2488913 w 2507554"/>
              <a:gd name="connsiteY5-290" fmla="*/ 76670 h 2669917"/>
              <a:gd name="connsiteX6-291" fmla="*/ 2504075 w 2507554"/>
              <a:gd name="connsiteY6-292" fmla="*/ 80732 h 2669917"/>
              <a:gd name="connsiteX7-293" fmla="*/ 2507554 w 2507554"/>
              <a:gd name="connsiteY7-294" fmla="*/ 103529 h 2669917"/>
              <a:gd name="connsiteX8-295" fmla="*/ 2423376 w 2507554"/>
              <a:gd name="connsiteY8-296" fmla="*/ 81884 h 2669917"/>
              <a:gd name="connsiteX9-297" fmla="*/ 2016900 w 2507554"/>
              <a:gd name="connsiteY9-298" fmla="*/ 40908 h 2669917"/>
              <a:gd name="connsiteX10-299" fmla="*/ 0 w 2507554"/>
              <a:gd name="connsiteY10-300" fmla="*/ 2057808 h 2669917"/>
              <a:gd name="connsiteX11-301" fmla="*/ 90676 w 2507554"/>
              <a:gd name="connsiteY11-302" fmla="*/ 2657572 h 2669917"/>
              <a:gd name="connsiteX12-303" fmla="*/ 95194 w 2507554"/>
              <a:gd name="connsiteY12-304" fmla="*/ 2669917 h 2669917"/>
              <a:gd name="connsiteX0-305" fmla="*/ 1884076 w 2507554"/>
              <a:gd name="connsiteY0-306" fmla="*/ 1363 h 2669917"/>
              <a:gd name="connsiteX1-307" fmla="*/ 2166850 w 2507554"/>
              <a:gd name="connsiteY1-308" fmla="*/ 10888 h 2669917"/>
              <a:gd name="connsiteX2-309" fmla="*/ 2290343 w 2507554"/>
              <a:gd name="connsiteY2-310" fmla="*/ 23703 h 2669917"/>
              <a:gd name="connsiteX3-311" fmla="*/ 2296627 w 2507554"/>
              <a:gd name="connsiteY3-312" fmla="*/ 25176 h 2669917"/>
              <a:gd name="connsiteX4-313" fmla="*/ 2488913 w 2507554"/>
              <a:gd name="connsiteY4-314" fmla="*/ 76670 h 2669917"/>
              <a:gd name="connsiteX5-315" fmla="*/ 2504075 w 2507554"/>
              <a:gd name="connsiteY5-316" fmla="*/ 80732 h 2669917"/>
              <a:gd name="connsiteX6-317" fmla="*/ 2507554 w 2507554"/>
              <a:gd name="connsiteY6-318" fmla="*/ 103529 h 2669917"/>
              <a:gd name="connsiteX7-319" fmla="*/ 2423376 w 2507554"/>
              <a:gd name="connsiteY7-320" fmla="*/ 81884 h 2669917"/>
              <a:gd name="connsiteX8-321" fmla="*/ 2016900 w 2507554"/>
              <a:gd name="connsiteY8-322" fmla="*/ 40908 h 2669917"/>
              <a:gd name="connsiteX9-323" fmla="*/ 0 w 2507554"/>
              <a:gd name="connsiteY9-324" fmla="*/ 2057808 h 2669917"/>
              <a:gd name="connsiteX10-325" fmla="*/ 90676 w 2507554"/>
              <a:gd name="connsiteY10-326" fmla="*/ 2657572 h 2669917"/>
              <a:gd name="connsiteX11-327" fmla="*/ 95194 w 2507554"/>
              <a:gd name="connsiteY11-328" fmla="*/ 2669917 h 2669917"/>
              <a:gd name="connsiteX0-329" fmla="*/ 2166850 w 2507554"/>
              <a:gd name="connsiteY0-330" fmla="*/ 0 h 2659029"/>
              <a:gd name="connsiteX1-331" fmla="*/ 2290343 w 2507554"/>
              <a:gd name="connsiteY1-332" fmla="*/ 12815 h 2659029"/>
              <a:gd name="connsiteX2-333" fmla="*/ 2296627 w 2507554"/>
              <a:gd name="connsiteY2-334" fmla="*/ 14288 h 2659029"/>
              <a:gd name="connsiteX3-335" fmla="*/ 2488913 w 2507554"/>
              <a:gd name="connsiteY3-336" fmla="*/ 65782 h 2659029"/>
              <a:gd name="connsiteX4-337" fmla="*/ 2504075 w 2507554"/>
              <a:gd name="connsiteY4-338" fmla="*/ 69844 h 2659029"/>
              <a:gd name="connsiteX5-339" fmla="*/ 2507554 w 2507554"/>
              <a:gd name="connsiteY5-340" fmla="*/ 92641 h 2659029"/>
              <a:gd name="connsiteX6-341" fmla="*/ 2423376 w 2507554"/>
              <a:gd name="connsiteY6-342" fmla="*/ 70996 h 2659029"/>
              <a:gd name="connsiteX7-343" fmla="*/ 2016900 w 2507554"/>
              <a:gd name="connsiteY7-344" fmla="*/ 30020 h 2659029"/>
              <a:gd name="connsiteX8-345" fmla="*/ 0 w 2507554"/>
              <a:gd name="connsiteY8-346" fmla="*/ 2046920 h 2659029"/>
              <a:gd name="connsiteX9-347" fmla="*/ 90676 w 2507554"/>
              <a:gd name="connsiteY9-348" fmla="*/ 2646684 h 2659029"/>
              <a:gd name="connsiteX10-349" fmla="*/ 95194 w 2507554"/>
              <a:gd name="connsiteY10-350" fmla="*/ 2659029 h 2659029"/>
              <a:gd name="connsiteX0-351" fmla="*/ 2290343 w 2507554"/>
              <a:gd name="connsiteY0-352" fmla="*/ 0 h 2646214"/>
              <a:gd name="connsiteX1-353" fmla="*/ 2296627 w 2507554"/>
              <a:gd name="connsiteY1-354" fmla="*/ 1473 h 2646214"/>
              <a:gd name="connsiteX2-355" fmla="*/ 2488913 w 2507554"/>
              <a:gd name="connsiteY2-356" fmla="*/ 52967 h 2646214"/>
              <a:gd name="connsiteX3-357" fmla="*/ 2504075 w 2507554"/>
              <a:gd name="connsiteY3-358" fmla="*/ 57029 h 2646214"/>
              <a:gd name="connsiteX4-359" fmla="*/ 2507554 w 2507554"/>
              <a:gd name="connsiteY4-360" fmla="*/ 79826 h 2646214"/>
              <a:gd name="connsiteX5-361" fmla="*/ 2423376 w 2507554"/>
              <a:gd name="connsiteY5-362" fmla="*/ 58181 h 2646214"/>
              <a:gd name="connsiteX6-363" fmla="*/ 2016900 w 2507554"/>
              <a:gd name="connsiteY6-364" fmla="*/ 17205 h 2646214"/>
              <a:gd name="connsiteX7-365" fmla="*/ 0 w 2507554"/>
              <a:gd name="connsiteY7-366" fmla="*/ 2034105 h 2646214"/>
              <a:gd name="connsiteX8-367" fmla="*/ 90676 w 2507554"/>
              <a:gd name="connsiteY8-368" fmla="*/ 2633869 h 2646214"/>
              <a:gd name="connsiteX9-369" fmla="*/ 95194 w 2507554"/>
              <a:gd name="connsiteY9-370" fmla="*/ 2646214 h 2646214"/>
              <a:gd name="connsiteX0-371" fmla="*/ 2290343 w 2507554"/>
              <a:gd name="connsiteY0-372" fmla="*/ 0 h 2646214"/>
              <a:gd name="connsiteX1-373" fmla="*/ 2488913 w 2507554"/>
              <a:gd name="connsiteY1-374" fmla="*/ 52967 h 2646214"/>
              <a:gd name="connsiteX2-375" fmla="*/ 2504075 w 2507554"/>
              <a:gd name="connsiteY2-376" fmla="*/ 57029 h 2646214"/>
              <a:gd name="connsiteX3-377" fmla="*/ 2507554 w 2507554"/>
              <a:gd name="connsiteY3-378" fmla="*/ 79826 h 2646214"/>
              <a:gd name="connsiteX4-379" fmla="*/ 2423376 w 2507554"/>
              <a:gd name="connsiteY4-380" fmla="*/ 58181 h 2646214"/>
              <a:gd name="connsiteX5-381" fmla="*/ 2016900 w 2507554"/>
              <a:gd name="connsiteY5-382" fmla="*/ 17205 h 2646214"/>
              <a:gd name="connsiteX6-383" fmla="*/ 0 w 2507554"/>
              <a:gd name="connsiteY6-384" fmla="*/ 2034105 h 2646214"/>
              <a:gd name="connsiteX7-385" fmla="*/ 90676 w 2507554"/>
              <a:gd name="connsiteY7-386" fmla="*/ 2633869 h 2646214"/>
              <a:gd name="connsiteX8-387" fmla="*/ 95194 w 2507554"/>
              <a:gd name="connsiteY8-388" fmla="*/ 2646214 h 2646214"/>
              <a:gd name="connsiteX0-389" fmla="*/ 2488913 w 2507554"/>
              <a:gd name="connsiteY0-390" fmla="*/ 35762 h 2629009"/>
              <a:gd name="connsiteX1-391" fmla="*/ 2504075 w 2507554"/>
              <a:gd name="connsiteY1-392" fmla="*/ 39824 h 2629009"/>
              <a:gd name="connsiteX2-393" fmla="*/ 2507554 w 2507554"/>
              <a:gd name="connsiteY2-394" fmla="*/ 62621 h 2629009"/>
              <a:gd name="connsiteX3-395" fmla="*/ 2423376 w 2507554"/>
              <a:gd name="connsiteY3-396" fmla="*/ 40976 h 2629009"/>
              <a:gd name="connsiteX4-397" fmla="*/ 2016900 w 2507554"/>
              <a:gd name="connsiteY4-398" fmla="*/ 0 h 2629009"/>
              <a:gd name="connsiteX5-399" fmla="*/ 0 w 2507554"/>
              <a:gd name="connsiteY5-400" fmla="*/ 2016900 h 2629009"/>
              <a:gd name="connsiteX6-401" fmla="*/ 90676 w 2507554"/>
              <a:gd name="connsiteY6-402" fmla="*/ 2616664 h 2629009"/>
              <a:gd name="connsiteX7-403" fmla="*/ 95194 w 2507554"/>
              <a:gd name="connsiteY7-404" fmla="*/ 2629009 h 2629009"/>
              <a:gd name="connsiteX0-405" fmla="*/ 2504075 w 2507554"/>
              <a:gd name="connsiteY0-406" fmla="*/ 39824 h 2629009"/>
              <a:gd name="connsiteX1-407" fmla="*/ 2507554 w 2507554"/>
              <a:gd name="connsiteY1-408" fmla="*/ 62621 h 2629009"/>
              <a:gd name="connsiteX2-409" fmla="*/ 2423376 w 2507554"/>
              <a:gd name="connsiteY2-410" fmla="*/ 40976 h 2629009"/>
              <a:gd name="connsiteX3-411" fmla="*/ 2016900 w 2507554"/>
              <a:gd name="connsiteY3-412" fmla="*/ 0 h 2629009"/>
              <a:gd name="connsiteX4-413" fmla="*/ 0 w 2507554"/>
              <a:gd name="connsiteY4-414" fmla="*/ 2016900 h 2629009"/>
              <a:gd name="connsiteX5-415" fmla="*/ 90676 w 2507554"/>
              <a:gd name="connsiteY5-416" fmla="*/ 2616664 h 2629009"/>
              <a:gd name="connsiteX6-417" fmla="*/ 95194 w 2507554"/>
              <a:gd name="connsiteY6-418" fmla="*/ 2629009 h 2629009"/>
              <a:gd name="connsiteX0-419" fmla="*/ 2507554 w 2507554"/>
              <a:gd name="connsiteY0-420" fmla="*/ 62621 h 2629009"/>
              <a:gd name="connsiteX1-421" fmla="*/ 2423376 w 2507554"/>
              <a:gd name="connsiteY1-422" fmla="*/ 40976 h 2629009"/>
              <a:gd name="connsiteX2-423" fmla="*/ 2016900 w 2507554"/>
              <a:gd name="connsiteY2-424" fmla="*/ 0 h 2629009"/>
              <a:gd name="connsiteX3-425" fmla="*/ 0 w 2507554"/>
              <a:gd name="connsiteY3-426" fmla="*/ 2016900 h 2629009"/>
              <a:gd name="connsiteX4-427" fmla="*/ 90676 w 2507554"/>
              <a:gd name="connsiteY4-428" fmla="*/ 2616664 h 2629009"/>
              <a:gd name="connsiteX5-429" fmla="*/ 95194 w 2507554"/>
              <a:gd name="connsiteY5-430" fmla="*/ 2629009 h 26290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0" name="任意多边形: 形状 39"/>
          <p:cNvSpPr/>
          <p:nvPr>
            <p:custDataLst>
              <p:tags r:id="rId23"/>
            </p:custDataLst>
          </p:nvPr>
        </p:nvSpPr>
        <p:spPr>
          <a:xfrm rot="11361091">
            <a:off x="871220" y="1006475"/>
            <a:ext cx="2407285" cy="2520950"/>
          </a:xfrm>
          <a:custGeom>
            <a:avLst/>
            <a:gdLst>
              <a:gd name="connsiteX0" fmla="*/ 1902600 w 2408159"/>
              <a:gd name="connsiteY0" fmla="*/ 0 h 2522818"/>
              <a:gd name="connsiteX1" fmla="*/ 2286040 w 2408159"/>
              <a:gd name="connsiteY1" fmla="*/ 38654 h 2522818"/>
              <a:gd name="connsiteX2" fmla="*/ 2407041 w 2408159"/>
              <a:gd name="connsiteY2" fmla="*/ 69766 h 2522818"/>
              <a:gd name="connsiteX3" fmla="*/ 2408159 w 2408159"/>
              <a:gd name="connsiteY3" fmla="*/ 91907 h 2522818"/>
              <a:gd name="connsiteX4" fmla="*/ 2395598 w 2408159"/>
              <a:gd name="connsiteY4" fmla="*/ 88893 h 2522818"/>
              <a:gd name="connsiteX5" fmla="*/ 2174589 w 2408159"/>
              <a:gd name="connsiteY5" fmla="*/ 55705 h 2522818"/>
              <a:gd name="connsiteX6" fmla="*/ 1928130 w 2408159"/>
              <a:gd name="connsiteY6" fmla="*/ 40078 h 2522818"/>
              <a:gd name="connsiteX7" fmla="*/ 1641189 w 2408159"/>
              <a:gd name="connsiteY7" fmla="*/ 62848 h 2522818"/>
              <a:gd name="connsiteX8" fmla="*/ 941101 w 2408159"/>
              <a:gd name="connsiteY8" fmla="*/ 296211 h 2522818"/>
              <a:gd name="connsiteX9" fmla="*/ 476757 w 2408159"/>
              <a:gd name="connsiteY9" fmla="*/ 710548 h 2522818"/>
              <a:gd name="connsiteX10" fmla="*/ 200532 w 2408159"/>
              <a:gd name="connsiteY10" fmla="*/ 1141555 h 2522818"/>
              <a:gd name="connsiteX11" fmla="*/ 189241 w 2408159"/>
              <a:gd name="connsiteY11" fmla="*/ 1163880 h 2522818"/>
              <a:gd name="connsiteX12" fmla="*/ 188304 w 2408159"/>
              <a:gd name="connsiteY12" fmla="*/ 1165193 h 2522818"/>
              <a:gd name="connsiteX13" fmla="*/ 153701 w 2408159"/>
              <a:gd name="connsiteY13" fmla="*/ 1273317 h 2522818"/>
              <a:gd name="connsiteX14" fmla="*/ 33051 w 2408159"/>
              <a:gd name="connsiteY14" fmla="*/ 1844817 h 2522818"/>
              <a:gd name="connsiteX15" fmla="*/ 121951 w 2408159"/>
              <a:gd name="connsiteY15" fmla="*/ 2457592 h 2522818"/>
              <a:gd name="connsiteX16" fmla="*/ 133501 w 2408159"/>
              <a:gd name="connsiteY16" fmla="*/ 2500839 h 2522818"/>
              <a:gd name="connsiteX17" fmla="*/ 141486 w 2408159"/>
              <a:gd name="connsiteY17" fmla="*/ 2522818 h 2522818"/>
              <a:gd name="connsiteX18" fmla="*/ 104785 w 2408159"/>
              <a:gd name="connsiteY18" fmla="*/ 2520965 h 2522818"/>
              <a:gd name="connsiteX19" fmla="*/ 85537 w 2408159"/>
              <a:gd name="connsiteY19" fmla="*/ 2468375 h 2522818"/>
              <a:gd name="connsiteX20" fmla="*/ 0 w 2408159"/>
              <a:gd name="connsiteY20" fmla="*/ 1902600 h 2522818"/>
              <a:gd name="connsiteX21" fmla="*/ 1902600 w 2408159"/>
              <a:gd name="connsiteY21" fmla="*/ 0 h 2522818"/>
              <a:gd name="connsiteX0-1" fmla="*/ 188304 w 2408159"/>
              <a:gd name="connsiteY0-2" fmla="*/ 1165193 h 2522818"/>
              <a:gd name="connsiteX1-3" fmla="*/ 153701 w 2408159"/>
              <a:gd name="connsiteY1-4" fmla="*/ 1273317 h 2522818"/>
              <a:gd name="connsiteX2-5" fmla="*/ 33051 w 2408159"/>
              <a:gd name="connsiteY2-6" fmla="*/ 1844817 h 2522818"/>
              <a:gd name="connsiteX3-7" fmla="*/ 121951 w 2408159"/>
              <a:gd name="connsiteY3-8" fmla="*/ 2457592 h 2522818"/>
              <a:gd name="connsiteX4-9" fmla="*/ 133501 w 2408159"/>
              <a:gd name="connsiteY4-10" fmla="*/ 2500839 h 2522818"/>
              <a:gd name="connsiteX5-11" fmla="*/ 141486 w 2408159"/>
              <a:gd name="connsiteY5-12" fmla="*/ 2522818 h 2522818"/>
              <a:gd name="connsiteX6-13" fmla="*/ 104785 w 2408159"/>
              <a:gd name="connsiteY6-14" fmla="*/ 2520965 h 2522818"/>
              <a:gd name="connsiteX7-15" fmla="*/ 85537 w 2408159"/>
              <a:gd name="connsiteY7-16" fmla="*/ 2468375 h 2522818"/>
              <a:gd name="connsiteX8-17" fmla="*/ 0 w 2408159"/>
              <a:gd name="connsiteY8-18" fmla="*/ 1902600 h 2522818"/>
              <a:gd name="connsiteX9-19" fmla="*/ 1902600 w 2408159"/>
              <a:gd name="connsiteY9-20" fmla="*/ 0 h 2522818"/>
              <a:gd name="connsiteX10-21" fmla="*/ 2286040 w 2408159"/>
              <a:gd name="connsiteY10-22" fmla="*/ 38654 h 2522818"/>
              <a:gd name="connsiteX11-23" fmla="*/ 2407041 w 2408159"/>
              <a:gd name="connsiteY11-24" fmla="*/ 69766 h 2522818"/>
              <a:gd name="connsiteX12-25" fmla="*/ 2408159 w 2408159"/>
              <a:gd name="connsiteY12-26" fmla="*/ 91907 h 2522818"/>
              <a:gd name="connsiteX13-27" fmla="*/ 2395598 w 2408159"/>
              <a:gd name="connsiteY13-28" fmla="*/ 88893 h 2522818"/>
              <a:gd name="connsiteX14-29" fmla="*/ 2174589 w 2408159"/>
              <a:gd name="connsiteY14-30" fmla="*/ 55705 h 2522818"/>
              <a:gd name="connsiteX15-31" fmla="*/ 1928130 w 2408159"/>
              <a:gd name="connsiteY15-32" fmla="*/ 40078 h 2522818"/>
              <a:gd name="connsiteX16-33" fmla="*/ 1641189 w 2408159"/>
              <a:gd name="connsiteY16-34" fmla="*/ 62848 h 2522818"/>
              <a:gd name="connsiteX17-35" fmla="*/ 941101 w 2408159"/>
              <a:gd name="connsiteY17-36" fmla="*/ 296211 h 2522818"/>
              <a:gd name="connsiteX18-37" fmla="*/ 476757 w 2408159"/>
              <a:gd name="connsiteY18-38" fmla="*/ 710548 h 2522818"/>
              <a:gd name="connsiteX19-39" fmla="*/ 200532 w 2408159"/>
              <a:gd name="connsiteY19-40" fmla="*/ 1141555 h 2522818"/>
              <a:gd name="connsiteX20-41" fmla="*/ 189241 w 2408159"/>
              <a:gd name="connsiteY20-42" fmla="*/ 1163880 h 2522818"/>
              <a:gd name="connsiteX21-43" fmla="*/ 279744 w 2408159"/>
              <a:gd name="connsiteY21-44" fmla="*/ 1256633 h 2522818"/>
              <a:gd name="connsiteX0-45" fmla="*/ 188304 w 2408159"/>
              <a:gd name="connsiteY0-46" fmla="*/ 1165193 h 2522818"/>
              <a:gd name="connsiteX1-47" fmla="*/ 153701 w 2408159"/>
              <a:gd name="connsiteY1-48" fmla="*/ 1273317 h 2522818"/>
              <a:gd name="connsiteX2-49" fmla="*/ 33051 w 2408159"/>
              <a:gd name="connsiteY2-50" fmla="*/ 1844817 h 2522818"/>
              <a:gd name="connsiteX3-51" fmla="*/ 121951 w 2408159"/>
              <a:gd name="connsiteY3-52" fmla="*/ 2457592 h 2522818"/>
              <a:gd name="connsiteX4-53" fmla="*/ 133501 w 2408159"/>
              <a:gd name="connsiteY4-54" fmla="*/ 2500839 h 2522818"/>
              <a:gd name="connsiteX5-55" fmla="*/ 141486 w 2408159"/>
              <a:gd name="connsiteY5-56" fmla="*/ 2522818 h 2522818"/>
              <a:gd name="connsiteX6-57" fmla="*/ 104785 w 2408159"/>
              <a:gd name="connsiteY6-58" fmla="*/ 2520965 h 2522818"/>
              <a:gd name="connsiteX7-59" fmla="*/ 85537 w 2408159"/>
              <a:gd name="connsiteY7-60" fmla="*/ 2468375 h 2522818"/>
              <a:gd name="connsiteX8-61" fmla="*/ 0 w 2408159"/>
              <a:gd name="connsiteY8-62" fmla="*/ 1902600 h 2522818"/>
              <a:gd name="connsiteX9-63" fmla="*/ 1902600 w 2408159"/>
              <a:gd name="connsiteY9-64" fmla="*/ 0 h 2522818"/>
              <a:gd name="connsiteX10-65" fmla="*/ 2286040 w 2408159"/>
              <a:gd name="connsiteY10-66" fmla="*/ 38654 h 2522818"/>
              <a:gd name="connsiteX11-67" fmla="*/ 2407041 w 2408159"/>
              <a:gd name="connsiteY11-68" fmla="*/ 69766 h 2522818"/>
              <a:gd name="connsiteX12-69" fmla="*/ 2408159 w 2408159"/>
              <a:gd name="connsiteY12-70" fmla="*/ 91907 h 2522818"/>
              <a:gd name="connsiteX13-71" fmla="*/ 2395598 w 2408159"/>
              <a:gd name="connsiteY13-72" fmla="*/ 88893 h 2522818"/>
              <a:gd name="connsiteX14-73" fmla="*/ 2174589 w 2408159"/>
              <a:gd name="connsiteY14-74" fmla="*/ 55705 h 2522818"/>
              <a:gd name="connsiteX15-75" fmla="*/ 1928130 w 2408159"/>
              <a:gd name="connsiteY15-76" fmla="*/ 40078 h 2522818"/>
              <a:gd name="connsiteX16-77" fmla="*/ 1641189 w 2408159"/>
              <a:gd name="connsiteY16-78" fmla="*/ 62848 h 2522818"/>
              <a:gd name="connsiteX17-79" fmla="*/ 941101 w 2408159"/>
              <a:gd name="connsiteY17-80" fmla="*/ 296211 h 2522818"/>
              <a:gd name="connsiteX18-81" fmla="*/ 476757 w 2408159"/>
              <a:gd name="connsiteY18-82" fmla="*/ 710548 h 2522818"/>
              <a:gd name="connsiteX19-83" fmla="*/ 200532 w 2408159"/>
              <a:gd name="connsiteY19-84" fmla="*/ 1141555 h 2522818"/>
              <a:gd name="connsiteX20-85" fmla="*/ 189241 w 2408159"/>
              <a:gd name="connsiteY20-86" fmla="*/ 1163880 h 2522818"/>
              <a:gd name="connsiteX0-87" fmla="*/ 188304 w 2408159"/>
              <a:gd name="connsiteY0-88" fmla="*/ 1165193 h 2522818"/>
              <a:gd name="connsiteX1-89" fmla="*/ 153701 w 2408159"/>
              <a:gd name="connsiteY1-90" fmla="*/ 1273317 h 2522818"/>
              <a:gd name="connsiteX2-91" fmla="*/ 33051 w 2408159"/>
              <a:gd name="connsiteY2-92" fmla="*/ 1844817 h 2522818"/>
              <a:gd name="connsiteX3-93" fmla="*/ 121951 w 2408159"/>
              <a:gd name="connsiteY3-94" fmla="*/ 2457592 h 2522818"/>
              <a:gd name="connsiteX4-95" fmla="*/ 133501 w 2408159"/>
              <a:gd name="connsiteY4-96" fmla="*/ 2500839 h 2522818"/>
              <a:gd name="connsiteX5-97" fmla="*/ 141486 w 2408159"/>
              <a:gd name="connsiteY5-98" fmla="*/ 2522818 h 2522818"/>
              <a:gd name="connsiteX6-99" fmla="*/ 104785 w 2408159"/>
              <a:gd name="connsiteY6-100" fmla="*/ 2520965 h 2522818"/>
              <a:gd name="connsiteX7-101" fmla="*/ 85537 w 2408159"/>
              <a:gd name="connsiteY7-102" fmla="*/ 2468375 h 2522818"/>
              <a:gd name="connsiteX8-103" fmla="*/ 0 w 2408159"/>
              <a:gd name="connsiteY8-104" fmla="*/ 1902600 h 2522818"/>
              <a:gd name="connsiteX9-105" fmla="*/ 1902600 w 2408159"/>
              <a:gd name="connsiteY9-106" fmla="*/ 0 h 2522818"/>
              <a:gd name="connsiteX10-107" fmla="*/ 2286040 w 2408159"/>
              <a:gd name="connsiteY10-108" fmla="*/ 38654 h 2522818"/>
              <a:gd name="connsiteX11-109" fmla="*/ 2407041 w 2408159"/>
              <a:gd name="connsiteY11-110" fmla="*/ 69766 h 2522818"/>
              <a:gd name="connsiteX12-111" fmla="*/ 2408159 w 2408159"/>
              <a:gd name="connsiteY12-112" fmla="*/ 91907 h 2522818"/>
              <a:gd name="connsiteX13-113" fmla="*/ 2395598 w 2408159"/>
              <a:gd name="connsiteY13-114" fmla="*/ 88893 h 2522818"/>
              <a:gd name="connsiteX14-115" fmla="*/ 2174589 w 2408159"/>
              <a:gd name="connsiteY14-116" fmla="*/ 55705 h 2522818"/>
              <a:gd name="connsiteX15-117" fmla="*/ 1928130 w 2408159"/>
              <a:gd name="connsiteY15-118" fmla="*/ 40078 h 2522818"/>
              <a:gd name="connsiteX16-119" fmla="*/ 1641189 w 2408159"/>
              <a:gd name="connsiteY16-120" fmla="*/ 62848 h 2522818"/>
              <a:gd name="connsiteX17-121" fmla="*/ 941101 w 2408159"/>
              <a:gd name="connsiteY17-122" fmla="*/ 296211 h 2522818"/>
              <a:gd name="connsiteX18-123" fmla="*/ 476757 w 2408159"/>
              <a:gd name="connsiteY18-124" fmla="*/ 710548 h 2522818"/>
              <a:gd name="connsiteX19-125" fmla="*/ 189241 w 2408159"/>
              <a:gd name="connsiteY19-126" fmla="*/ 1163880 h 2522818"/>
              <a:gd name="connsiteX0-127" fmla="*/ 188304 w 2408159"/>
              <a:gd name="connsiteY0-128" fmla="*/ 1165193 h 2522818"/>
              <a:gd name="connsiteX1-129" fmla="*/ 153701 w 2408159"/>
              <a:gd name="connsiteY1-130" fmla="*/ 1273317 h 2522818"/>
              <a:gd name="connsiteX2-131" fmla="*/ 33051 w 2408159"/>
              <a:gd name="connsiteY2-132" fmla="*/ 1844817 h 2522818"/>
              <a:gd name="connsiteX3-133" fmla="*/ 121951 w 2408159"/>
              <a:gd name="connsiteY3-134" fmla="*/ 2457592 h 2522818"/>
              <a:gd name="connsiteX4-135" fmla="*/ 133501 w 2408159"/>
              <a:gd name="connsiteY4-136" fmla="*/ 2500839 h 2522818"/>
              <a:gd name="connsiteX5-137" fmla="*/ 141486 w 2408159"/>
              <a:gd name="connsiteY5-138" fmla="*/ 2522818 h 2522818"/>
              <a:gd name="connsiteX6-139" fmla="*/ 104785 w 2408159"/>
              <a:gd name="connsiteY6-140" fmla="*/ 2520965 h 2522818"/>
              <a:gd name="connsiteX7-141" fmla="*/ 85537 w 2408159"/>
              <a:gd name="connsiteY7-142" fmla="*/ 2468375 h 2522818"/>
              <a:gd name="connsiteX8-143" fmla="*/ 0 w 2408159"/>
              <a:gd name="connsiteY8-144" fmla="*/ 1902600 h 2522818"/>
              <a:gd name="connsiteX9-145" fmla="*/ 1902600 w 2408159"/>
              <a:gd name="connsiteY9-146" fmla="*/ 0 h 2522818"/>
              <a:gd name="connsiteX10-147" fmla="*/ 2286040 w 2408159"/>
              <a:gd name="connsiteY10-148" fmla="*/ 38654 h 2522818"/>
              <a:gd name="connsiteX11-149" fmla="*/ 2407041 w 2408159"/>
              <a:gd name="connsiteY11-150" fmla="*/ 69766 h 2522818"/>
              <a:gd name="connsiteX12-151" fmla="*/ 2408159 w 2408159"/>
              <a:gd name="connsiteY12-152" fmla="*/ 91907 h 2522818"/>
              <a:gd name="connsiteX13-153" fmla="*/ 2395598 w 2408159"/>
              <a:gd name="connsiteY13-154" fmla="*/ 88893 h 2522818"/>
              <a:gd name="connsiteX14-155" fmla="*/ 2174589 w 2408159"/>
              <a:gd name="connsiteY14-156" fmla="*/ 55705 h 2522818"/>
              <a:gd name="connsiteX15-157" fmla="*/ 1928130 w 2408159"/>
              <a:gd name="connsiteY15-158" fmla="*/ 40078 h 2522818"/>
              <a:gd name="connsiteX16-159" fmla="*/ 1641189 w 2408159"/>
              <a:gd name="connsiteY16-160" fmla="*/ 62848 h 2522818"/>
              <a:gd name="connsiteX17-161" fmla="*/ 941101 w 2408159"/>
              <a:gd name="connsiteY17-162" fmla="*/ 296211 h 2522818"/>
              <a:gd name="connsiteX18-163" fmla="*/ 476757 w 2408159"/>
              <a:gd name="connsiteY18-164" fmla="*/ 710548 h 2522818"/>
              <a:gd name="connsiteX0-165" fmla="*/ 188304 w 2408159"/>
              <a:gd name="connsiteY0-166" fmla="*/ 1165193 h 2522818"/>
              <a:gd name="connsiteX1-167" fmla="*/ 153701 w 2408159"/>
              <a:gd name="connsiteY1-168" fmla="*/ 1273317 h 2522818"/>
              <a:gd name="connsiteX2-169" fmla="*/ 33051 w 2408159"/>
              <a:gd name="connsiteY2-170" fmla="*/ 1844817 h 2522818"/>
              <a:gd name="connsiteX3-171" fmla="*/ 121951 w 2408159"/>
              <a:gd name="connsiteY3-172" fmla="*/ 2457592 h 2522818"/>
              <a:gd name="connsiteX4-173" fmla="*/ 133501 w 2408159"/>
              <a:gd name="connsiteY4-174" fmla="*/ 2500839 h 2522818"/>
              <a:gd name="connsiteX5-175" fmla="*/ 141486 w 2408159"/>
              <a:gd name="connsiteY5-176" fmla="*/ 2522818 h 2522818"/>
              <a:gd name="connsiteX6-177" fmla="*/ 104785 w 2408159"/>
              <a:gd name="connsiteY6-178" fmla="*/ 2520965 h 2522818"/>
              <a:gd name="connsiteX7-179" fmla="*/ 85537 w 2408159"/>
              <a:gd name="connsiteY7-180" fmla="*/ 2468375 h 2522818"/>
              <a:gd name="connsiteX8-181" fmla="*/ 0 w 2408159"/>
              <a:gd name="connsiteY8-182" fmla="*/ 1902600 h 2522818"/>
              <a:gd name="connsiteX9-183" fmla="*/ 1902600 w 2408159"/>
              <a:gd name="connsiteY9-184" fmla="*/ 0 h 2522818"/>
              <a:gd name="connsiteX10-185" fmla="*/ 2286040 w 2408159"/>
              <a:gd name="connsiteY10-186" fmla="*/ 38654 h 2522818"/>
              <a:gd name="connsiteX11-187" fmla="*/ 2407041 w 2408159"/>
              <a:gd name="connsiteY11-188" fmla="*/ 69766 h 2522818"/>
              <a:gd name="connsiteX12-189" fmla="*/ 2408159 w 2408159"/>
              <a:gd name="connsiteY12-190" fmla="*/ 91907 h 2522818"/>
              <a:gd name="connsiteX13-191" fmla="*/ 2395598 w 2408159"/>
              <a:gd name="connsiteY13-192" fmla="*/ 88893 h 2522818"/>
              <a:gd name="connsiteX14-193" fmla="*/ 2174589 w 2408159"/>
              <a:gd name="connsiteY14-194" fmla="*/ 55705 h 2522818"/>
              <a:gd name="connsiteX15-195" fmla="*/ 1928130 w 2408159"/>
              <a:gd name="connsiteY15-196" fmla="*/ 40078 h 2522818"/>
              <a:gd name="connsiteX16-197" fmla="*/ 1641189 w 2408159"/>
              <a:gd name="connsiteY16-198" fmla="*/ 62848 h 2522818"/>
              <a:gd name="connsiteX17-199" fmla="*/ 941101 w 2408159"/>
              <a:gd name="connsiteY17-200" fmla="*/ 296211 h 2522818"/>
              <a:gd name="connsiteX0-201" fmla="*/ 153701 w 2408159"/>
              <a:gd name="connsiteY0-202" fmla="*/ 1273317 h 2522818"/>
              <a:gd name="connsiteX1-203" fmla="*/ 33051 w 2408159"/>
              <a:gd name="connsiteY1-204" fmla="*/ 1844817 h 2522818"/>
              <a:gd name="connsiteX2-205" fmla="*/ 121951 w 2408159"/>
              <a:gd name="connsiteY2-206" fmla="*/ 2457592 h 2522818"/>
              <a:gd name="connsiteX3-207" fmla="*/ 133501 w 2408159"/>
              <a:gd name="connsiteY3-208" fmla="*/ 2500839 h 2522818"/>
              <a:gd name="connsiteX4-209" fmla="*/ 141486 w 2408159"/>
              <a:gd name="connsiteY4-210" fmla="*/ 2522818 h 2522818"/>
              <a:gd name="connsiteX5-211" fmla="*/ 104785 w 2408159"/>
              <a:gd name="connsiteY5-212" fmla="*/ 2520965 h 2522818"/>
              <a:gd name="connsiteX6-213" fmla="*/ 85537 w 2408159"/>
              <a:gd name="connsiteY6-214" fmla="*/ 2468375 h 2522818"/>
              <a:gd name="connsiteX7-215" fmla="*/ 0 w 2408159"/>
              <a:gd name="connsiteY7-216" fmla="*/ 1902600 h 2522818"/>
              <a:gd name="connsiteX8-217" fmla="*/ 1902600 w 2408159"/>
              <a:gd name="connsiteY8-218" fmla="*/ 0 h 2522818"/>
              <a:gd name="connsiteX9-219" fmla="*/ 2286040 w 2408159"/>
              <a:gd name="connsiteY9-220" fmla="*/ 38654 h 2522818"/>
              <a:gd name="connsiteX10-221" fmla="*/ 2407041 w 2408159"/>
              <a:gd name="connsiteY10-222" fmla="*/ 69766 h 2522818"/>
              <a:gd name="connsiteX11-223" fmla="*/ 2408159 w 2408159"/>
              <a:gd name="connsiteY11-224" fmla="*/ 91907 h 2522818"/>
              <a:gd name="connsiteX12-225" fmla="*/ 2395598 w 2408159"/>
              <a:gd name="connsiteY12-226" fmla="*/ 88893 h 2522818"/>
              <a:gd name="connsiteX13-227" fmla="*/ 2174589 w 2408159"/>
              <a:gd name="connsiteY13-228" fmla="*/ 55705 h 2522818"/>
              <a:gd name="connsiteX14-229" fmla="*/ 1928130 w 2408159"/>
              <a:gd name="connsiteY14-230" fmla="*/ 40078 h 2522818"/>
              <a:gd name="connsiteX15-231" fmla="*/ 1641189 w 2408159"/>
              <a:gd name="connsiteY15-232" fmla="*/ 62848 h 2522818"/>
              <a:gd name="connsiteX16-233" fmla="*/ 941101 w 2408159"/>
              <a:gd name="connsiteY16-234" fmla="*/ 296211 h 2522818"/>
              <a:gd name="connsiteX0-235" fmla="*/ 33051 w 2408159"/>
              <a:gd name="connsiteY0-236" fmla="*/ 1844817 h 2522818"/>
              <a:gd name="connsiteX1-237" fmla="*/ 121951 w 2408159"/>
              <a:gd name="connsiteY1-238" fmla="*/ 2457592 h 2522818"/>
              <a:gd name="connsiteX2-239" fmla="*/ 133501 w 2408159"/>
              <a:gd name="connsiteY2-240" fmla="*/ 2500839 h 2522818"/>
              <a:gd name="connsiteX3-241" fmla="*/ 141486 w 2408159"/>
              <a:gd name="connsiteY3-242" fmla="*/ 2522818 h 2522818"/>
              <a:gd name="connsiteX4-243" fmla="*/ 104785 w 2408159"/>
              <a:gd name="connsiteY4-244" fmla="*/ 2520965 h 2522818"/>
              <a:gd name="connsiteX5-245" fmla="*/ 85537 w 2408159"/>
              <a:gd name="connsiteY5-246" fmla="*/ 2468375 h 2522818"/>
              <a:gd name="connsiteX6-247" fmla="*/ 0 w 2408159"/>
              <a:gd name="connsiteY6-248" fmla="*/ 1902600 h 2522818"/>
              <a:gd name="connsiteX7-249" fmla="*/ 1902600 w 2408159"/>
              <a:gd name="connsiteY7-250" fmla="*/ 0 h 2522818"/>
              <a:gd name="connsiteX8-251" fmla="*/ 2286040 w 2408159"/>
              <a:gd name="connsiteY8-252" fmla="*/ 38654 h 2522818"/>
              <a:gd name="connsiteX9-253" fmla="*/ 2407041 w 2408159"/>
              <a:gd name="connsiteY9-254" fmla="*/ 69766 h 2522818"/>
              <a:gd name="connsiteX10-255" fmla="*/ 2408159 w 2408159"/>
              <a:gd name="connsiteY10-256" fmla="*/ 91907 h 2522818"/>
              <a:gd name="connsiteX11-257" fmla="*/ 2395598 w 2408159"/>
              <a:gd name="connsiteY11-258" fmla="*/ 88893 h 2522818"/>
              <a:gd name="connsiteX12-259" fmla="*/ 2174589 w 2408159"/>
              <a:gd name="connsiteY12-260" fmla="*/ 55705 h 2522818"/>
              <a:gd name="connsiteX13-261" fmla="*/ 1928130 w 2408159"/>
              <a:gd name="connsiteY13-262" fmla="*/ 40078 h 2522818"/>
              <a:gd name="connsiteX14-263" fmla="*/ 1641189 w 2408159"/>
              <a:gd name="connsiteY14-264" fmla="*/ 62848 h 2522818"/>
              <a:gd name="connsiteX15-265" fmla="*/ 941101 w 2408159"/>
              <a:gd name="connsiteY15-266" fmla="*/ 296211 h 2522818"/>
              <a:gd name="connsiteX0-267" fmla="*/ 121951 w 2408159"/>
              <a:gd name="connsiteY0-268" fmla="*/ 2457592 h 2522818"/>
              <a:gd name="connsiteX1-269" fmla="*/ 133501 w 2408159"/>
              <a:gd name="connsiteY1-270" fmla="*/ 2500839 h 2522818"/>
              <a:gd name="connsiteX2-271" fmla="*/ 141486 w 2408159"/>
              <a:gd name="connsiteY2-272" fmla="*/ 2522818 h 2522818"/>
              <a:gd name="connsiteX3-273" fmla="*/ 104785 w 2408159"/>
              <a:gd name="connsiteY3-274" fmla="*/ 2520965 h 2522818"/>
              <a:gd name="connsiteX4-275" fmla="*/ 85537 w 2408159"/>
              <a:gd name="connsiteY4-276" fmla="*/ 2468375 h 2522818"/>
              <a:gd name="connsiteX5-277" fmla="*/ 0 w 2408159"/>
              <a:gd name="connsiteY5-278" fmla="*/ 1902600 h 2522818"/>
              <a:gd name="connsiteX6-279" fmla="*/ 1902600 w 2408159"/>
              <a:gd name="connsiteY6-280" fmla="*/ 0 h 2522818"/>
              <a:gd name="connsiteX7-281" fmla="*/ 2286040 w 2408159"/>
              <a:gd name="connsiteY7-282" fmla="*/ 38654 h 2522818"/>
              <a:gd name="connsiteX8-283" fmla="*/ 2407041 w 2408159"/>
              <a:gd name="connsiteY8-284" fmla="*/ 69766 h 2522818"/>
              <a:gd name="connsiteX9-285" fmla="*/ 2408159 w 2408159"/>
              <a:gd name="connsiteY9-286" fmla="*/ 91907 h 2522818"/>
              <a:gd name="connsiteX10-287" fmla="*/ 2395598 w 2408159"/>
              <a:gd name="connsiteY10-288" fmla="*/ 88893 h 2522818"/>
              <a:gd name="connsiteX11-289" fmla="*/ 2174589 w 2408159"/>
              <a:gd name="connsiteY11-290" fmla="*/ 55705 h 2522818"/>
              <a:gd name="connsiteX12-291" fmla="*/ 1928130 w 2408159"/>
              <a:gd name="connsiteY12-292" fmla="*/ 40078 h 2522818"/>
              <a:gd name="connsiteX13-293" fmla="*/ 1641189 w 2408159"/>
              <a:gd name="connsiteY13-294" fmla="*/ 62848 h 2522818"/>
              <a:gd name="connsiteX14-295" fmla="*/ 941101 w 2408159"/>
              <a:gd name="connsiteY14-296" fmla="*/ 296211 h 2522818"/>
              <a:gd name="connsiteX0-297" fmla="*/ 133501 w 2408159"/>
              <a:gd name="connsiteY0-298" fmla="*/ 2500839 h 2522818"/>
              <a:gd name="connsiteX1-299" fmla="*/ 141486 w 2408159"/>
              <a:gd name="connsiteY1-300" fmla="*/ 2522818 h 2522818"/>
              <a:gd name="connsiteX2-301" fmla="*/ 104785 w 2408159"/>
              <a:gd name="connsiteY2-302" fmla="*/ 2520965 h 2522818"/>
              <a:gd name="connsiteX3-303" fmla="*/ 85537 w 2408159"/>
              <a:gd name="connsiteY3-304" fmla="*/ 2468375 h 2522818"/>
              <a:gd name="connsiteX4-305" fmla="*/ 0 w 2408159"/>
              <a:gd name="connsiteY4-306" fmla="*/ 1902600 h 2522818"/>
              <a:gd name="connsiteX5-307" fmla="*/ 1902600 w 2408159"/>
              <a:gd name="connsiteY5-308" fmla="*/ 0 h 2522818"/>
              <a:gd name="connsiteX6-309" fmla="*/ 2286040 w 2408159"/>
              <a:gd name="connsiteY6-310" fmla="*/ 38654 h 2522818"/>
              <a:gd name="connsiteX7-311" fmla="*/ 2407041 w 2408159"/>
              <a:gd name="connsiteY7-312" fmla="*/ 69766 h 2522818"/>
              <a:gd name="connsiteX8-313" fmla="*/ 2408159 w 2408159"/>
              <a:gd name="connsiteY8-314" fmla="*/ 91907 h 2522818"/>
              <a:gd name="connsiteX9-315" fmla="*/ 2395598 w 2408159"/>
              <a:gd name="connsiteY9-316" fmla="*/ 88893 h 2522818"/>
              <a:gd name="connsiteX10-317" fmla="*/ 2174589 w 2408159"/>
              <a:gd name="connsiteY10-318" fmla="*/ 55705 h 2522818"/>
              <a:gd name="connsiteX11-319" fmla="*/ 1928130 w 2408159"/>
              <a:gd name="connsiteY11-320" fmla="*/ 40078 h 2522818"/>
              <a:gd name="connsiteX12-321" fmla="*/ 1641189 w 2408159"/>
              <a:gd name="connsiteY12-322" fmla="*/ 62848 h 2522818"/>
              <a:gd name="connsiteX13-323" fmla="*/ 941101 w 2408159"/>
              <a:gd name="connsiteY13-324" fmla="*/ 296211 h 2522818"/>
              <a:gd name="connsiteX0-325" fmla="*/ 141486 w 2408159"/>
              <a:gd name="connsiteY0-326" fmla="*/ 2522818 h 2522818"/>
              <a:gd name="connsiteX1-327" fmla="*/ 104785 w 2408159"/>
              <a:gd name="connsiteY1-328" fmla="*/ 2520965 h 2522818"/>
              <a:gd name="connsiteX2-329" fmla="*/ 85537 w 2408159"/>
              <a:gd name="connsiteY2-330" fmla="*/ 2468375 h 2522818"/>
              <a:gd name="connsiteX3-331" fmla="*/ 0 w 2408159"/>
              <a:gd name="connsiteY3-332" fmla="*/ 1902600 h 2522818"/>
              <a:gd name="connsiteX4-333" fmla="*/ 1902600 w 2408159"/>
              <a:gd name="connsiteY4-334" fmla="*/ 0 h 2522818"/>
              <a:gd name="connsiteX5-335" fmla="*/ 2286040 w 2408159"/>
              <a:gd name="connsiteY5-336" fmla="*/ 38654 h 2522818"/>
              <a:gd name="connsiteX6-337" fmla="*/ 2407041 w 2408159"/>
              <a:gd name="connsiteY6-338" fmla="*/ 69766 h 2522818"/>
              <a:gd name="connsiteX7-339" fmla="*/ 2408159 w 2408159"/>
              <a:gd name="connsiteY7-340" fmla="*/ 91907 h 2522818"/>
              <a:gd name="connsiteX8-341" fmla="*/ 2395598 w 2408159"/>
              <a:gd name="connsiteY8-342" fmla="*/ 88893 h 2522818"/>
              <a:gd name="connsiteX9-343" fmla="*/ 2174589 w 2408159"/>
              <a:gd name="connsiteY9-344" fmla="*/ 55705 h 2522818"/>
              <a:gd name="connsiteX10-345" fmla="*/ 1928130 w 2408159"/>
              <a:gd name="connsiteY10-346" fmla="*/ 40078 h 2522818"/>
              <a:gd name="connsiteX11-347" fmla="*/ 1641189 w 2408159"/>
              <a:gd name="connsiteY11-348" fmla="*/ 62848 h 2522818"/>
              <a:gd name="connsiteX12-349" fmla="*/ 941101 w 2408159"/>
              <a:gd name="connsiteY12-350" fmla="*/ 296211 h 2522818"/>
              <a:gd name="connsiteX0-351" fmla="*/ 104785 w 2408159"/>
              <a:gd name="connsiteY0-352" fmla="*/ 2520965 h 2520965"/>
              <a:gd name="connsiteX1-353" fmla="*/ 85537 w 2408159"/>
              <a:gd name="connsiteY1-354" fmla="*/ 2468375 h 2520965"/>
              <a:gd name="connsiteX2-355" fmla="*/ 0 w 2408159"/>
              <a:gd name="connsiteY2-356" fmla="*/ 1902600 h 2520965"/>
              <a:gd name="connsiteX3-357" fmla="*/ 1902600 w 2408159"/>
              <a:gd name="connsiteY3-358" fmla="*/ 0 h 2520965"/>
              <a:gd name="connsiteX4-359" fmla="*/ 2286040 w 2408159"/>
              <a:gd name="connsiteY4-360" fmla="*/ 38654 h 2520965"/>
              <a:gd name="connsiteX5-361" fmla="*/ 2407041 w 2408159"/>
              <a:gd name="connsiteY5-362" fmla="*/ 69766 h 2520965"/>
              <a:gd name="connsiteX6-363" fmla="*/ 2408159 w 2408159"/>
              <a:gd name="connsiteY6-364" fmla="*/ 91907 h 2520965"/>
              <a:gd name="connsiteX7-365" fmla="*/ 2395598 w 2408159"/>
              <a:gd name="connsiteY7-366" fmla="*/ 88893 h 2520965"/>
              <a:gd name="connsiteX8-367" fmla="*/ 2174589 w 2408159"/>
              <a:gd name="connsiteY8-368" fmla="*/ 55705 h 2520965"/>
              <a:gd name="connsiteX9-369" fmla="*/ 1928130 w 2408159"/>
              <a:gd name="connsiteY9-370" fmla="*/ 40078 h 2520965"/>
              <a:gd name="connsiteX10-371" fmla="*/ 1641189 w 2408159"/>
              <a:gd name="connsiteY10-372" fmla="*/ 62848 h 2520965"/>
              <a:gd name="connsiteX11-373" fmla="*/ 941101 w 2408159"/>
              <a:gd name="connsiteY11-374" fmla="*/ 296211 h 2520965"/>
              <a:gd name="connsiteX0-375" fmla="*/ 104785 w 2408159"/>
              <a:gd name="connsiteY0-376" fmla="*/ 2520965 h 2520965"/>
              <a:gd name="connsiteX1-377" fmla="*/ 85537 w 2408159"/>
              <a:gd name="connsiteY1-378" fmla="*/ 2468375 h 2520965"/>
              <a:gd name="connsiteX2-379" fmla="*/ 0 w 2408159"/>
              <a:gd name="connsiteY2-380" fmla="*/ 1902600 h 2520965"/>
              <a:gd name="connsiteX3-381" fmla="*/ 1902600 w 2408159"/>
              <a:gd name="connsiteY3-382" fmla="*/ 0 h 2520965"/>
              <a:gd name="connsiteX4-383" fmla="*/ 2286040 w 2408159"/>
              <a:gd name="connsiteY4-384" fmla="*/ 38654 h 2520965"/>
              <a:gd name="connsiteX5-385" fmla="*/ 2407041 w 2408159"/>
              <a:gd name="connsiteY5-386" fmla="*/ 69766 h 2520965"/>
              <a:gd name="connsiteX6-387" fmla="*/ 2408159 w 2408159"/>
              <a:gd name="connsiteY6-388" fmla="*/ 91907 h 2520965"/>
              <a:gd name="connsiteX7-389" fmla="*/ 2395598 w 2408159"/>
              <a:gd name="connsiteY7-390" fmla="*/ 88893 h 2520965"/>
              <a:gd name="connsiteX8-391" fmla="*/ 2174589 w 2408159"/>
              <a:gd name="connsiteY8-392" fmla="*/ 55705 h 2520965"/>
              <a:gd name="connsiteX9-393" fmla="*/ 1928130 w 2408159"/>
              <a:gd name="connsiteY9-394" fmla="*/ 40078 h 2520965"/>
              <a:gd name="connsiteX10-395" fmla="*/ 1641189 w 2408159"/>
              <a:gd name="connsiteY10-396" fmla="*/ 62848 h 2520965"/>
              <a:gd name="connsiteX0-397" fmla="*/ 104785 w 2408159"/>
              <a:gd name="connsiteY0-398" fmla="*/ 2520965 h 2520965"/>
              <a:gd name="connsiteX1-399" fmla="*/ 85537 w 2408159"/>
              <a:gd name="connsiteY1-400" fmla="*/ 2468375 h 2520965"/>
              <a:gd name="connsiteX2-401" fmla="*/ 0 w 2408159"/>
              <a:gd name="connsiteY2-402" fmla="*/ 1902600 h 2520965"/>
              <a:gd name="connsiteX3-403" fmla="*/ 1902600 w 2408159"/>
              <a:gd name="connsiteY3-404" fmla="*/ 0 h 2520965"/>
              <a:gd name="connsiteX4-405" fmla="*/ 2286040 w 2408159"/>
              <a:gd name="connsiteY4-406" fmla="*/ 38654 h 2520965"/>
              <a:gd name="connsiteX5-407" fmla="*/ 2407041 w 2408159"/>
              <a:gd name="connsiteY5-408" fmla="*/ 69766 h 2520965"/>
              <a:gd name="connsiteX6-409" fmla="*/ 2408159 w 2408159"/>
              <a:gd name="connsiteY6-410" fmla="*/ 91907 h 2520965"/>
              <a:gd name="connsiteX7-411" fmla="*/ 2395598 w 2408159"/>
              <a:gd name="connsiteY7-412" fmla="*/ 88893 h 2520965"/>
              <a:gd name="connsiteX8-413" fmla="*/ 2174589 w 2408159"/>
              <a:gd name="connsiteY8-414" fmla="*/ 55705 h 2520965"/>
              <a:gd name="connsiteX9-415" fmla="*/ 1928130 w 2408159"/>
              <a:gd name="connsiteY9-416" fmla="*/ 40078 h 2520965"/>
              <a:gd name="connsiteX0-417" fmla="*/ 104785 w 2408159"/>
              <a:gd name="connsiteY0-418" fmla="*/ 2520965 h 2520965"/>
              <a:gd name="connsiteX1-419" fmla="*/ 85537 w 2408159"/>
              <a:gd name="connsiteY1-420" fmla="*/ 2468375 h 2520965"/>
              <a:gd name="connsiteX2-421" fmla="*/ 0 w 2408159"/>
              <a:gd name="connsiteY2-422" fmla="*/ 1902600 h 2520965"/>
              <a:gd name="connsiteX3-423" fmla="*/ 1902600 w 2408159"/>
              <a:gd name="connsiteY3-424" fmla="*/ 0 h 2520965"/>
              <a:gd name="connsiteX4-425" fmla="*/ 2286040 w 2408159"/>
              <a:gd name="connsiteY4-426" fmla="*/ 38654 h 2520965"/>
              <a:gd name="connsiteX5-427" fmla="*/ 2407041 w 2408159"/>
              <a:gd name="connsiteY5-428" fmla="*/ 69766 h 2520965"/>
              <a:gd name="connsiteX6-429" fmla="*/ 2408159 w 2408159"/>
              <a:gd name="connsiteY6-430" fmla="*/ 91907 h 2520965"/>
              <a:gd name="connsiteX7-431" fmla="*/ 2395598 w 2408159"/>
              <a:gd name="connsiteY7-432" fmla="*/ 88893 h 2520965"/>
              <a:gd name="connsiteX8-433" fmla="*/ 2174589 w 2408159"/>
              <a:gd name="connsiteY8-434" fmla="*/ 55705 h 2520965"/>
              <a:gd name="connsiteX0-435" fmla="*/ 104785 w 2408159"/>
              <a:gd name="connsiteY0-436" fmla="*/ 2520965 h 2520965"/>
              <a:gd name="connsiteX1-437" fmla="*/ 85537 w 2408159"/>
              <a:gd name="connsiteY1-438" fmla="*/ 2468375 h 2520965"/>
              <a:gd name="connsiteX2-439" fmla="*/ 0 w 2408159"/>
              <a:gd name="connsiteY2-440" fmla="*/ 1902600 h 2520965"/>
              <a:gd name="connsiteX3-441" fmla="*/ 1902600 w 2408159"/>
              <a:gd name="connsiteY3-442" fmla="*/ 0 h 2520965"/>
              <a:gd name="connsiteX4-443" fmla="*/ 2286040 w 2408159"/>
              <a:gd name="connsiteY4-444" fmla="*/ 38654 h 2520965"/>
              <a:gd name="connsiteX5-445" fmla="*/ 2407041 w 2408159"/>
              <a:gd name="connsiteY5-446" fmla="*/ 69766 h 2520965"/>
              <a:gd name="connsiteX6-447" fmla="*/ 2408159 w 2408159"/>
              <a:gd name="connsiteY6-448" fmla="*/ 91907 h 2520965"/>
              <a:gd name="connsiteX7-449" fmla="*/ 2395598 w 2408159"/>
              <a:gd name="connsiteY7-450" fmla="*/ 88893 h 2520965"/>
              <a:gd name="connsiteX0-451" fmla="*/ 104785 w 2408159"/>
              <a:gd name="connsiteY0-452" fmla="*/ 2520965 h 2520965"/>
              <a:gd name="connsiteX1-453" fmla="*/ 85537 w 2408159"/>
              <a:gd name="connsiteY1-454" fmla="*/ 2468375 h 2520965"/>
              <a:gd name="connsiteX2-455" fmla="*/ 0 w 2408159"/>
              <a:gd name="connsiteY2-456" fmla="*/ 1902600 h 2520965"/>
              <a:gd name="connsiteX3-457" fmla="*/ 1902600 w 2408159"/>
              <a:gd name="connsiteY3-458" fmla="*/ 0 h 2520965"/>
              <a:gd name="connsiteX4-459" fmla="*/ 2286040 w 2408159"/>
              <a:gd name="connsiteY4-460" fmla="*/ 38654 h 2520965"/>
              <a:gd name="connsiteX5-461" fmla="*/ 2407041 w 2408159"/>
              <a:gd name="connsiteY5-462" fmla="*/ 69766 h 2520965"/>
              <a:gd name="connsiteX6-463" fmla="*/ 2408159 w 2408159"/>
              <a:gd name="connsiteY6-464" fmla="*/ 91907 h 2520965"/>
              <a:gd name="connsiteX0-465" fmla="*/ 104785 w 2407041"/>
              <a:gd name="connsiteY0-466" fmla="*/ 2520965 h 2520965"/>
              <a:gd name="connsiteX1-467" fmla="*/ 85537 w 2407041"/>
              <a:gd name="connsiteY1-468" fmla="*/ 2468375 h 2520965"/>
              <a:gd name="connsiteX2-469" fmla="*/ 0 w 2407041"/>
              <a:gd name="connsiteY2-470" fmla="*/ 1902600 h 2520965"/>
              <a:gd name="connsiteX3-471" fmla="*/ 1902600 w 2407041"/>
              <a:gd name="connsiteY3-472" fmla="*/ 0 h 2520965"/>
              <a:gd name="connsiteX4-473" fmla="*/ 2286040 w 2407041"/>
              <a:gd name="connsiteY4-474" fmla="*/ 38654 h 2520965"/>
              <a:gd name="connsiteX5-475" fmla="*/ 2407041 w 2407041"/>
              <a:gd name="connsiteY5-476" fmla="*/ 69766 h 25209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1" name="任意多边形: 形状 40"/>
          <p:cNvSpPr/>
          <p:nvPr>
            <p:custDataLst>
              <p:tags r:id="rId24"/>
            </p:custDataLst>
          </p:nvPr>
        </p:nvSpPr>
        <p:spPr>
          <a:xfrm rot="11361091">
            <a:off x="874395" y="999490"/>
            <a:ext cx="2306320" cy="2413635"/>
          </a:xfrm>
          <a:custGeom>
            <a:avLst/>
            <a:gdLst>
              <a:gd name="connsiteX0" fmla="*/ 1819555 w 2357652"/>
              <a:gd name="connsiteY0" fmla="*/ 820 h 2459550"/>
              <a:gd name="connsiteX1" fmla="*/ 2319618 w 2357652"/>
              <a:gd name="connsiteY1" fmla="*/ 69877 h 2459550"/>
              <a:gd name="connsiteX2" fmla="*/ 2355557 w 2357652"/>
              <a:gd name="connsiteY2" fmla="*/ 77297 h 2459550"/>
              <a:gd name="connsiteX3" fmla="*/ 2357652 w 2357652"/>
              <a:gd name="connsiteY3" fmla="*/ 118777 h 2459550"/>
              <a:gd name="connsiteX4" fmla="*/ 2209631 w 2357652"/>
              <a:gd name="connsiteY4" fmla="*/ 80717 h 2459550"/>
              <a:gd name="connsiteX5" fmla="*/ 1847604 w 2357652"/>
              <a:gd name="connsiteY5" fmla="*/ 44222 h 2459550"/>
              <a:gd name="connsiteX6" fmla="*/ 51254 w 2357652"/>
              <a:gd name="connsiteY6" fmla="*/ 1840572 h 2459550"/>
              <a:gd name="connsiteX7" fmla="*/ 132014 w 2357652"/>
              <a:gd name="connsiteY7" fmla="*/ 2374752 h 2459550"/>
              <a:gd name="connsiteX8" fmla="*/ 162358 w 2357652"/>
              <a:gd name="connsiteY8" fmla="*/ 2457658 h 2459550"/>
              <a:gd name="connsiteX9" fmla="*/ 124887 w 2357652"/>
              <a:gd name="connsiteY9" fmla="*/ 2459550 h 2459550"/>
              <a:gd name="connsiteX10" fmla="*/ 122545 w 2357652"/>
              <a:gd name="connsiteY10" fmla="*/ 2452218 h 2459550"/>
              <a:gd name="connsiteX11" fmla="*/ 54255 w 2357652"/>
              <a:gd name="connsiteY11" fmla="*/ 2214589 h 2459550"/>
              <a:gd name="connsiteX12" fmla="*/ 280 w 2357652"/>
              <a:gd name="connsiteY12" fmla="*/ 1820889 h 2459550"/>
              <a:gd name="connsiteX13" fmla="*/ 76480 w 2357652"/>
              <a:gd name="connsiteY13" fmla="*/ 1366864 h 2459550"/>
              <a:gd name="connsiteX14" fmla="*/ 142634 w 2357652"/>
              <a:gd name="connsiteY14" fmla="*/ 1152403 h 2459550"/>
              <a:gd name="connsiteX15" fmla="*/ 150864 w 2357652"/>
              <a:gd name="connsiteY15" fmla="*/ 1125813 h 2459550"/>
              <a:gd name="connsiteX16" fmla="*/ 162205 w 2357652"/>
              <a:gd name="connsiteY16" fmla="*/ 1112864 h 2459550"/>
              <a:gd name="connsiteX17" fmla="*/ 307461 w 2357652"/>
              <a:gd name="connsiteY17" fmla="*/ 834258 h 2459550"/>
              <a:gd name="connsiteX18" fmla="*/ 671793 w 2357652"/>
              <a:gd name="connsiteY18" fmla="*/ 443733 h 2459550"/>
              <a:gd name="connsiteX19" fmla="*/ 1169474 w 2357652"/>
              <a:gd name="connsiteY19" fmla="*/ 119883 h 2459550"/>
              <a:gd name="connsiteX20" fmla="*/ 1819555 w 2357652"/>
              <a:gd name="connsiteY20" fmla="*/ 820 h 2459550"/>
              <a:gd name="connsiteX0-1" fmla="*/ 1819555 w 2357652"/>
              <a:gd name="connsiteY0-2" fmla="*/ 820 h 2459550"/>
              <a:gd name="connsiteX1-3" fmla="*/ 2319618 w 2357652"/>
              <a:gd name="connsiteY1-4" fmla="*/ 69877 h 2459550"/>
              <a:gd name="connsiteX2-5" fmla="*/ 2355557 w 2357652"/>
              <a:gd name="connsiteY2-6" fmla="*/ 77297 h 2459550"/>
              <a:gd name="connsiteX3-7" fmla="*/ 2357652 w 2357652"/>
              <a:gd name="connsiteY3-8" fmla="*/ 118777 h 2459550"/>
              <a:gd name="connsiteX4-9" fmla="*/ 2209631 w 2357652"/>
              <a:gd name="connsiteY4-10" fmla="*/ 80717 h 2459550"/>
              <a:gd name="connsiteX5-11" fmla="*/ 1847604 w 2357652"/>
              <a:gd name="connsiteY5-12" fmla="*/ 44222 h 2459550"/>
              <a:gd name="connsiteX6-13" fmla="*/ 51254 w 2357652"/>
              <a:gd name="connsiteY6-14" fmla="*/ 1840572 h 2459550"/>
              <a:gd name="connsiteX7-15" fmla="*/ 132014 w 2357652"/>
              <a:gd name="connsiteY7-16" fmla="*/ 2374752 h 2459550"/>
              <a:gd name="connsiteX8-17" fmla="*/ 162358 w 2357652"/>
              <a:gd name="connsiteY8-18" fmla="*/ 2457658 h 2459550"/>
              <a:gd name="connsiteX9-19" fmla="*/ 124887 w 2357652"/>
              <a:gd name="connsiteY9-20" fmla="*/ 2459550 h 2459550"/>
              <a:gd name="connsiteX10-21" fmla="*/ 122545 w 2357652"/>
              <a:gd name="connsiteY10-22" fmla="*/ 2452218 h 2459550"/>
              <a:gd name="connsiteX11-23" fmla="*/ 54255 w 2357652"/>
              <a:gd name="connsiteY11-24" fmla="*/ 2214589 h 2459550"/>
              <a:gd name="connsiteX12-25" fmla="*/ 280 w 2357652"/>
              <a:gd name="connsiteY12-26" fmla="*/ 1820889 h 2459550"/>
              <a:gd name="connsiteX13-27" fmla="*/ 76480 w 2357652"/>
              <a:gd name="connsiteY13-28" fmla="*/ 1366864 h 2459550"/>
              <a:gd name="connsiteX14-29" fmla="*/ 142634 w 2357652"/>
              <a:gd name="connsiteY14-30" fmla="*/ 1152403 h 2459550"/>
              <a:gd name="connsiteX15-31" fmla="*/ 150864 w 2357652"/>
              <a:gd name="connsiteY15-32" fmla="*/ 1125813 h 2459550"/>
              <a:gd name="connsiteX16-33" fmla="*/ 162205 w 2357652"/>
              <a:gd name="connsiteY16-34" fmla="*/ 1112864 h 2459550"/>
              <a:gd name="connsiteX17-35" fmla="*/ 307461 w 2357652"/>
              <a:gd name="connsiteY17-36" fmla="*/ 834258 h 2459550"/>
              <a:gd name="connsiteX18-37" fmla="*/ 671793 w 2357652"/>
              <a:gd name="connsiteY18-38" fmla="*/ 443733 h 2459550"/>
              <a:gd name="connsiteX19-39" fmla="*/ 1169474 w 2357652"/>
              <a:gd name="connsiteY19-40" fmla="*/ 119883 h 2459550"/>
              <a:gd name="connsiteX20-41" fmla="*/ 1910995 w 2357652"/>
              <a:gd name="connsiteY20-42" fmla="*/ 92260 h 2459550"/>
              <a:gd name="connsiteX0-43" fmla="*/ 1819555 w 2357652"/>
              <a:gd name="connsiteY0-44" fmla="*/ 820 h 2459550"/>
              <a:gd name="connsiteX1-45" fmla="*/ 2319618 w 2357652"/>
              <a:gd name="connsiteY1-46" fmla="*/ 69877 h 2459550"/>
              <a:gd name="connsiteX2-47" fmla="*/ 2355557 w 2357652"/>
              <a:gd name="connsiteY2-48" fmla="*/ 77297 h 2459550"/>
              <a:gd name="connsiteX3-49" fmla="*/ 2357652 w 2357652"/>
              <a:gd name="connsiteY3-50" fmla="*/ 118777 h 2459550"/>
              <a:gd name="connsiteX4-51" fmla="*/ 2209631 w 2357652"/>
              <a:gd name="connsiteY4-52" fmla="*/ 80717 h 2459550"/>
              <a:gd name="connsiteX5-53" fmla="*/ 1847604 w 2357652"/>
              <a:gd name="connsiteY5-54" fmla="*/ 44222 h 2459550"/>
              <a:gd name="connsiteX6-55" fmla="*/ 51254 w 2357652"/>
              <a:gd name="connsiteY6-56" fmla="*/ 1840572 h 2459550"/>
              <a:gd name="connsiteX7-57" fmla="*/ 132014 w 2357652"/>
              <a:gd name="connsiteY7-58" fmla="*/ 2374752 h 2459550"/>
              <a:gd name="connsiteX8-59" fmla="*/ 162358 w 2357652"/>
              <a:gd name="connsiteY8-60" fmla="*/ 2457658 h 2459550"/>
              <a:gd name="connsiteX9-61" fmla="*/ 124887 w 2357652"/>
              <a:gd name="connsiteY9-62" fmla="*/ 2459550 h 2459550"/>
              <a:gd name="connsiteX10-63" fmla="*/ 122545 w 2357652"/>
              <a:gd name="connsiteY10-64" fmla="*/ 2452218 h 2459550"/>
              <a:gd name="connsiteX11-65" fmla="*/ 54255 w 2357652"/>
              <a:gd name="connsiteY11-66" fmla="*/ 2214589 h 2459550"/>
              <a:gd name="connsiteX12-67" fmla="*/ 280 w 2357652"/>
              <a:gd name="connsiteY12-68" fmla="*/ 1820889 h 2459550"/>
              <a:gd name="connsiteX13-69" fmla="*/ 76480 w 2357652"/>
              <a:gd name="connsiteY13-70" fmla="*/ 1366864 h 2459550"/>
              <a:gd name="connsiteX14-71" fmla="*/ 142634 w 2357652"/>
              <a:gd name="connsiteY14-72" fmla="*/ 1152403 h 2459550"/>
              <a:gd name="connsiteX15-73" fmla="*/ 150864 w 2357652"/>
              <a:gd name="connsiteY15-74" fmla="*/ 1125813 h 2459550"/>
              <a:gd name="connsiteX16-75" fmla="*/ 162205 w 2357652"/>
              <a:gd name="connsiteY16-76" fmla="*/ 1112864 h 2459550"/>
              <a:gd name="connsiteX17-77" fmla="*/ 307461 w 2357652"/>
              <a:gd name="connsiteY17-78" fmla="*/ 834258 h 2459550"/>
              <a:gd name="connsiteX18-79" fmla="*/ 671793 w 2357652"/>
              <a:gd name="connsiteY18-80" fmla="*/ 443733 h 2459550"/>
              <a:gd name="connsiteX19-81" fmla="*/ 1169474 w 2357652"/>
              <a:gd name="connsiteY19-82" fmla="*/ 119883 h 2459550"/>
              <a:gd name="connsiteX0-83" fmla="*/ 2319618 w 2357652"/>
              <a:gd name="connsiteY0-84" fmla="*/ 25655 h 2415328"/>
              <a:gd name="connsiteX1-85" fmla="*/ 2355557 w 2357652"/>
              <a:gd name="connsiteY1-86" fmla="*/ 33075 h 2415328"/>
              <a:gd name="connsiteX2-87" fmla="*/ 2357652 w 2357652"/>
              <a:gd name="connsiteY2-88" fmla="*/ 74555 h 2415328"/>
              <a:gd name="connsiteX3-89" fmla="*/ 2209631 w 2357652"/>
              <a:gd name="connsiteY3-90" fmla="*/ 36495 h 2415328"/>
              <a:gd name="connsiteX4-91" fmla="*/ 1847604 w 2357652"/>
              <a:gd name="connsiteY4-92" fmla="*/ 0 h 2415328"/>
              <a:gd name="connsiteX5-93" fmla="*/ 51254 w 2357652"/>
              <a:gd name="connsiteY5-94" fmla="*/ 1796350 h 2415328"/>
              <a:gd name="connsiteX6-95" fmla="*/ 132014 w 2357652"/>
              <a:gd name="connsiteY6-96" fmla="*/ 2330530 h 2415328"/>
              <a:gd name="connsiteX7-97" fmla="*/ 162358 w 2357652"/>
              <a:gd name="connsiteY7-98" fmla="*/ 2413436 h 2415328"/>
              <a:gd name="connsiteX8-99" fmla="*/ 124887 w 2357652"/>
              <a:gd name="connsiteY8-100" fmla="*/ 2415328 h 2415328"/>
              <a:gd name="connsiteX9-101" fmla="*/ 122545 w 2357652"/>
              <a:gd name="connsiteY9-102" fmla="*/ 2407996 h 2415328"/>
              <a:gd name="connsiteX10-103" fmla="*/ 54255 w 2357652"/>
              <a:gd name="connsiteY10-104" fmla="*/ 2170367 h 2415328"/>
              <a:gd name="connsiteX11-105" fmla="*/ 280 w 2357652"/>
              <a:gd name="connsiteY11-106" fmla="*/ 1776667 h 2415328"/>
              <a:gd name="connsiteX12-107" fmla="*/ 76480 w 2357652"/>
              <a:gd name="connsiteY12-108" fmla="*/ 1322642 h 2415328"/>
              <a:gd name="connsiteX13-109" fmla="*/ 142634 w 2357652"/>
              <a:gd name="connsiteY13-110" fmla="*/ 1108181 h 2415328"/>
              <a:gd name="connsiteX14-111" fmla="*/ 150864 w 2357652"/>
              <a:gd name="connsiteY14-112" fmla="*/ 1081591 h 2415328"/>
              <a:gd name="connsiteX15-113" fmla="*/ 162205 w 2357652"/>
              <a:gd name="connsiteY15-114" fmla="*/ 1068642 h 2415328"/>
              <a:gd name="connsiteX16-115" fmla="*/ 307461 w 2357652"/>
              <a:gd name="connsiteY16-116" fmla="*/ 790036 h 2415328"/>
              <a:gd name="connsiteX17-117" fmla="*/ 671793 w 2357652"/>
              <a:gd name="connsiteY17-118" fmla="*/ 399511 h 2415328"/>
              <a:gd name="connsiteX18-119" fmla="*/ 1169474 w 2357652"/>
              <a:gd name="connsiteY18-120" fmla="*/ 75661 h 2415328"/>
              <a:gd name="connsiteX0-121" fmla="*/ 2355557 w 2357652"/>
              <a:gd name="connsiteY0-122" fmla="*/ 33075 h 2415328"/>
              <a:gd name="connsiteX1-123" fmla="*/ 2357652 w 2357652"/>
              <a:gd name="connsiteY1-124" fmla="*/ 74555 h 2415328"/>
              <a:gd name="connsiteX2-125" fmla="*/ 2209631 w 2357652"/>
              <a:gd name="connsiteY2-126" fmla="*/ 36495 h 2415328"/>
              <a:gd name="connsiteX3-127" fmla="*/ 1847604 w 2357652"/>
              <a:gd name="connsiteY3-128" fmla="*/ 0 h 2415328"/>
              <a:gd name="connsiteX4-129" fmla="*/ 51254 w 2357652"/>
              <a:gd name="connsiteY4-130" fmla="*/ 1796350 h 2415328"/>
              <a:gd name="connsiteX5-131" fmla="*/ 132014 w 2357652"/>
              <a:gd name="connsiteY5-132" fmla="*/ 2330530 h 2415328"/>
              <a:gd name="connsiteX6-133" fmla="*/ 162358 w 2357652"/>
              <a:gd name="connsiteY6-134" fmla="*/ 2413436 h 2415328"/>
              <a:gd name="connsiteX7-135" fmla="*/ 124887 w 2357652"/>
              <a:gd name="connsiteY7-136" fmla="*/ 2415328 h 2415328"/>
              <a:gd name="connsiteX8-137" fmla="*/ 122545 w 2357652"/>
              <a:gd name="connsiteY8-138" fmla="*/ 2407996 h 2415328"/>
              <a:gd name="connsiteX9-139" fmla="*/ 54255 w 2357652"/>
              <a:gd name="connsiteY9-140" fmla="*/ 2170367 h 2415328"/>
              <a:gd name="connsiteX10-141" fmla="*/ 280 w 2357652"/>
              <a:gd name="connsiteY10-142" fmla="*/ 1776667 h 2415328"/>
              <a:gd name="connsiteX11-143" fmla="*/ 76480 w 2357652"/>
              <a:gd name="connsiteY11-144" fmla="*/ 1322642 h 2415328"/>
              <a:gd name="connsiteX12-145" fmla="*/ 142634 w 2357652"/>
              <a:gd name="connsiteY12-146" fmla="*/ 1108181 h 2415328"/>
              <a:gd name="connsiteX13-147" fmla="*/ 150864 w 2357652"/>
              <a:gd name="connsiteY13-148" fmla="*/ 1081591 h 2415328"/>
              <a:gd name="connsiteX14-149" fmla="*/ 162205 w 2357652"/>
              <a:gd name="connsiteY14-150" fmla="*/ 1068642 h 2415328"/>
              <a:gd name="connsiteX15-151" fmla="*/ 307461 w 2357652"/>
              <a:gd name="connsiteY15-152" fmla="*/ 790036 h 2415328"/>
              <a:gd name="connsiteX16-153" fmla="*/ 671793 w 2357652"/>
              <a:gd name="connsiteY16-154" fmla="*/ 399511 h 2415328"/>
              <a:gd name="connsiteX17-155" fmla="*/ 1169474 w 2357652"/>
              <a:gd name="connsiteY17-156" fmla="*/ 75661 h 2415328"/>
              <a:gd name="connsiteX0-157" fmla="*/ 2357652 w 2357652"/>
              <a:gd name="connsiteY0-158" fmla="*/ 74555 h 2415328"/>
              <a:gd name="connsiteX1-159" fmla="*/ 2209631 w 2357652"/>
              <a:gd name="connsiteY1-160" fmla="*/ 36495 h 2415328"/>
              <a:gd name="connsiteX2-161" fmla="*/ 1847604 w 2357652"/>
              <a:gd name="connsiteY2-162" fmla="*/ 0 h 2415328"/>
              <a:gd name="connsiteX3-163" fmla="*/ 51254 w 2357652"/>
              <a:gd name="connsiteY3-164" fmla="*/ 1796350 h 2415328"/>
              <a:gd name="connsiteX4-165" fmla="*/ 132014 w 2357652"/>
              <a:gd name="connsiteY4-166" fmla="*/ 2330530 h 2415328"/>
              <a:gd name="connsiteX5-167" fmla="*/ 162358 w 2357652"/>
              <a:gd name="connsiteY5-168" fmla="*/ 2413436 h 2415328"/>
              <a:gd name="connsiteX6-169" fmla="*/ 124887 w 2357652"/>
              <a:gd name="connsiteY6-170" fmla="*/ 2415328 h 2415328"/>
              <a:gd name="connsiteX7-171" fmla="*/ 122545 w 2357652"/>
              <a:gd name="connsiteY7-172" fmla="*/ 2407996 h 2415328"/>
              <a:gd name="connsiteX8-173" fmla="*/ 54255 w 2357652"/>
              <a:gd name="connsiteY8-174" fmla="*/ 2170367 h 2415328"/>
              <a:gd name="connsiteX9-175" fmla="*/ 280 w 2357652"/>
              <a:gd name="connsiteY9-176" fmla="*/ 1776667 h 2415328"/>
              <a:gd name="connsiteX10-177" fmla="*/ 76480 w 2357652"/>
              <a:gd name="connsiteY10-178" fmla="*/ 1322642 h 2415328"/>
              <a:gd name="connsiteX11-179" fmla="*/ 142634 w 2357652"/>
              <a:gd name="connsiteY11-180" fmla="*/ 1108181 h 2415328"/>
              <a:gd name="connsiteX12-181" fmla="*/ 150864 w 2357652"/>
              <a:gd name="connsiteY12-182" fmla="*/ 1081591 h 2415328"/>
              <a:gd name="connsiteX13-183" fmla="*/ 162205 w 2357652"/>
              <a:gd name="connsiteY13-184" fmla="*/ 1068642 h 2415328"/>
              <a:gd name="connsiteX14-185" fmla="*/ 307461 w 2357652"/>
              <a:gd name="connsiteY14-186" fmla="*/ 790036 h 2415328"/>
              <a:gd name="connsiteX15-187" fmla="*/ 671793 w 2357652"/>
              <a:gd name="connsiteY15-188" fmla="*/ 399511 h 2415328"/>
              <a:gd name="connsiteX16-189" fmla="*/ 1169474 w 2357652"/>
              <a:gd name="connsiteY16-190" fmla="*/ 75661 h 2415328"/>
              <a:gd name="connsiteX0-191" fmla="*/ 2357652 w 2357652"/>
              <a:gd name="connsiteY0-192" fmla="*/ 74555 h 2415328"/>
              <a:gd name="connsiteX1-193" fmla="*/ 2209631 w 2357652"/>
              <a:gd name="connsiteY1-194" fmla="*/ 36495 h 2415328"/>
              <a:gd name="connsiteX2-195" fmla="*/ 1847604 w 2357652"/>
              <a:gd name="connsiteY2-196" fmla="*/ 0 h 2415328"/>
              <a:gd name="connsiteX3-197" fmla="*/ 51254 w 2357652"/>
              <a:gd name="connsiteY3-198" fmla="*/ 1796350 h 2415328"/>
              <a:gd name="connsiteX4-199" fmla="*/ 132014 w 2357652"/>
              <a:gd name="connsiteY4-200" fmla="*/ 2330530 h 2415328"/>
              <a:gd name="connsiteX5-201" fmla="*/ 162358 w 2357652"/>
              <a:gd name="connsiteY5-202" fmla="*/ 2413436 h 2415328"/>
              <a:gd name="connsiteX6-203" fmla="*/ 124887 w 2357652"/>
              <a:gd name="connsiteY6-204" fmla="*/ 2415328 h 2415328"/>
              <a:gd name="connsiteX7-205" fmla="*/ 122545 w 2357652"/>
              <a:gd name="connsiteY7-206" fmla="*/ 2407996 h 2415328"/>
              <a:gd name="connsiteX8-207" fmla="*/ 54255 w 2357652"/>
              <a:gd name="connsiteY8-208" fmla="*/ 2170367 h 2415328"/>
              <a:gd name="connsiteX9-209" fmla="*/ 280 w 2357652"/>
              <a:gd name="connsiteY9-210" fmla="*/ 1776667 h 2415328"/>
              <a:gd name="connsiteX10-211" fmla="*/ 76480 w 2357652"/>
              <a:gd name="connsiteY10-212" fmla="*/ 1322642 h 2415328"/>
              <a:gd name="connsiteX11-213" fmla="*/ 142634 w 2357652"/>
              <a:gd name="connsiteY11-214" fmla="*/ 1108181 h 2415328"/>
              <a:gd name="connsiteX12-215" fmla="*/ 150864 w 2357652"/>
              <a:gd name="connsiteY12-216" fmla="*/ 1081591 h 2415328"/>
              <a:gd name="connsiteX13-217" fmla="*/ 162205 w 2357652"/>
              <a:gd name="connsiteY13-218" fmla="*/ 1068642 h 2415328"/>
              <a:gd name="connsiteX14-219" fmla="*/ 307461 w 2357652"/>
              <a:gd name="connsiteY14-220" fmla="*/ 790036 h 2415328"/>
              <a:gd name="connsiteX15-221" fmla="*/ 671793 w 2357652"/>
              <a:gd name="connsiteY15-222" fmla="*/ 399511 h 2415328"/>
              <a:gd name="connsiteX0-223" fmla="*/ 2357652 w 2357652"/>
              <a:gd name="connsiteY0-224" fmla="*/ 74555 h 2415328"/>
              <a:gd name="connsiteX1-225" fmla="*/ 2209631 w 2357652"/>
              <a:gd name="connsiteY1-226" fmla="*/ 36495 h 2415328"/>
              <a:gd name="connsiteX2-227" fmla="*/ 1847604 w 2357652"/>
              <a:gd name="connsiteY2-228" fmla="*/ 0 h 2415328"/>
              <a:gd name="connsiteX3-229" fmla="*/ 51254 w 2357652"/>
              <a:gd name="connsiteY3-230" fmla="*/ 1796350 h 2415328"/>
              <a:gd name="connsiteX4-231" fmla="*/ 132014 w 2357652"/>
              <a:gd name="connsiteY4-232" fmla="*/ 2330530 h 2415328"/>
              <a:gd name="connsiteX5-233" fmla="*/ 162358 w 2357652"/>
              <a:gd name="connsiteY5-234" fmla="*/ 2413436 h 2415328"/>
              <a:gd name="connsiteX6-235" fmla="*/ 124887 w 2357652"/>
              <a:gd name="connsiteY6-236" fmla="*/ 2415328 h 2415328"/>
              <a:gd name="connsiteX7-237" fmla="*/ 122545 w 2357652"/>
              <a:gd name="connsiteY7-238" fmla="*/ 2407996 h 2415328"/>
              <a:gd name="connsiteX8-239" fmla="*/ 54255 w 2357652"/>
              <a:gd name="connsiteY8-240" fmla="*/ 2170367 h 2415328"/>
              <a:gd name="connsiteX9-241" fmla="*/ 280 w 2357652"/>
              <a:gd name="connsiteY9-242" fmla="*/ 1776667 h 2415328"/>
              <a:gd name="connsiteX10-243" fmla="*/ 76480 w 2357652"/>
              <a:gd name="connsiteY10-244" fmla="*/ 1322642 h 2415328"/>
              <a:gd name="connsiteX11-245" fmla="*/ 142634 w 2357652"/>
              <a:gd name="connsiteY11-246" fmla="*/ 1108181 h 2415328"/>
              <a:gd name="connsiteX12-247" fmla="*/ 150864 w 2357652"/>
              <a:gd name="connsiteY12-248" fmla="*/ 1081591 h 2415328"/>
              <a:gd name="connsiteX13-249" fmla="*/ 162205 w 2357652"/>
              <a:gd name="connsiteY13-250" fmla="*/ 1068642 h 2415328"/>
              <a:gd name="connsiteX14-251" fmla="*/ 307461 w 2357652"/>
              <a:gd name="connsiteY14-252" fmla="*/ 790036 h 2415328"/>
              <a:gd name="connsiteX0-253" fmla="*/ 2357652 w 2357652"/>
              <a:gd name="connsiteY0-254" fmla="*/ 74555 h 2415328"/>
              <a:gd name="connsiteX1-255" fmla="*/ 2209631 w 2357652"/>
              <a:gd name="connsiteY1-256" fmla="*/ 36495 h 2415328"/>
              <a:gd name="connsiteX2-257" fmla="*/ 1847604 w 2357652"/>
              <a:gd name="connsiteY2-258" fmla="*/ 0 h 2415328"/>
              <a:gd name="connsiteX3-259" fmla="*/ 51254 w 2357652"/>
              <a:gd name="connsiteY3-260" fmla="*/ 1796350 h 2415328"/>
              <a:gd name="connsiteX4-261" fmla="*/ 132014 w 2357652"/>
              <a:gd name="connsiteY4-262" fmla="*/ 2330530 h 2415328"/>
              <a:gd name="connsiteX5-263" fmla="*/ 162358 w 2357652"/>
              <a:gd name="connsiteY5-264" fmla="*/ 2413436 h 2415328"/>
              <a:gd name="connsiteX6-265" fmla="*/ 124887 w 2357652"/>
              <a:gd name="connsiteY6-266" fmla="*/ 2415328 h 2415328"/>
              <a:gd name="connsiteX7-267" fmla="*/ 122545 w 2357652"/>
              <a:gd name="connsiteY7-268" fmla="*/ 2407996 h 2415328"/>
              <a:gd name="connsiteX8-269" fmla="*/ 54255 w 2357652"/>
              <a:gd name="connsiteY8-270" fmla="*/ 2170367 h 2415328"/>
              <a:gd name="connsiteX9-271" fmla="*/ 280 w 2357652"/>
              <a:gd name="connsiteY9-272" fmla="*/ 1776667 h 2415328"/>
              <a:gd name="connsiteX10-273" fmla="*/ 76480 w 2357652"/>
              <a:gd name="connsiteY10-274" fmla="*/ 1322642 h 2415328"/>
              <a:gd name="connsiteX11-275" fmla="*/ 142634 w 2357652"/>
              <a:gd name="connsiteY11-276" fmla="*/ 1108181 h 2415328"/>
              <a:gd name="connsiteX12-277" fmla="*/ 150864 w 2357652"/>
              <a:gd name="connsiteY12-278" fmla="*/ 1081591 h 2415328"/>
              <a:gd name="connsiteX13-279" fmla="*/ 162205 w 2357652"/>
              <a:gd name="connsiteY13-280" fmla="*/ 1068642 h 2415328"/>
              <a:gd name="connsiteX0-281" fmla="*/ 2357652 w 2357652"/>
              <a:gd name="connsiteY0-282" fmla="*/ 74555 h 2415328"/>
              <a:gd name="connsiteX1-283" fmla="*/ 2209631 w 2357652"/>
              <a:gd name="connsiteY1-284" fmla="*/ 36495 h 2415328"/>
              <a:gd name="connsiteX2-285" fmla="*/ 1847604 w 2357652"/>
              <a:gd name="connsiteY2-286" fmla="*/ 0 h 2415328"/>
              <a:gd name="connsiteX3-287" fmla="*/ 51254 w 2357652"/>
              <a:gd name="connsiteY3-288" fmla="*/ 1796350 h 2415328"/>
              <a:gd name="connsiteX4-289" fmla="*/ 132014 w 2357652"/>
              <a:gd name="connsiteY4-290" fmla="*/ 2330530 h 2415328"/>
              <a:gd name="connsiteX5-291" fmla="*/ 162358 w 2357652"/>
              <a:gd name="connsiteY5-292" fmla="*/ 2413436 h 2415328"/>
              <a:gd name="connsiteX6-293" fmla="*/ 124887 w 2357652"/>
              <a:gd name="connsiteY6-294" fmla="*/ 2415328 h 2415328"/>
              <a:gd name="connsiteX7-295" fmla="*/ 122545 w 2357652"/>
              <a:gd name="connsiteY7-296" fmla="*/ 2407996 h 2415328"/>
              <a:gd name="connsiteX8-297" fmla="*/ 54255 w 2357652"/>
              <a:gd name="connsiteY8-298" fmla="*/ 2170367 h 2415328"/>
              <a:gd name="connsiteX9-299" fmla="*/ 280 w 2357652"/>
              <a:gd name="connsiteY9-300" fmla="*/ 1776667 h 2415328"/>
              <a:gd name="connsiteX10-301" fmla="*/ 76480 w 2357652"/>
              <a:gd name="connsiteY10-302" fmla="*/ 1322642 h 2415328"/>
              <a:gd name="connsiteX11-303" fmla="*/ 142634 w 2357652"/>
              <a:gd name="connsiteY11-304" fmla="*/ 1108181 h 2415328"/>
              <a:gd name="connsiteX12-305" fmla="*/ 150864 w 2357652"/>
              <a:gd name="connsiteY12-306" fmla="*/ 1081591 h 2415328"/>
              <a:gd name="connsiteX0-307" fmla="*/ 2357652 w 2357652"/>
              <a:gd name="connsiteY0-308" fmla="*/ 74555 h 2415328"/>
              <a:gd name="connsiteX1-309" fmla="*/ 2209631 w 2357652"/>
              <a:gd name="connsiteY1-310" fmla="*/ 36495 h 2415328"/>
              <a:gd name="connsiteX2-311" fmla="*/ 1847604 w 2357652"/>
              <a:gd name="connsiteY2-312" fmla="*/ 0 h 2415328"/>
              <a:gd name="connsiteX3-313" fmla="*/ 51254 w 2357652"/>
              <a:gd name="connsiteY3-314" fmla="*/ 1796350 h 2415328"/>
              <a:gd name="connsiteX4-315" fmla="*/ 132014 w 2357652"/>
              <a:gd name="connsiteY4-316" fmla="*/ 2330530 h 2415328"/>
              <a:gd name="connsiteX5-317" fmla="*/ 162358 w 2357652"/>
              <a:gd name="connsiteY5-318" fmla="*/ 2413436 h 2415328"/>
              <a:gd name="connsiteX6-319" fmla="*/ 124887 w 2357652"/>
              <a:gd name="connsiteY6-320" fmla="*/ 2415328 h 2415328"/>
              <a:gd name="connsiteX7-321" fmla="*/ 122545 w 2357652"/>
              <a:gd name="connsiteY7-322" fmla="*/ 2407996 h 2415328"/>
              <a:gd name="connsiteX8-323" fmla="*/ 54255 w 2357652"/>
              <a:gd name="connsiteY8-324" fmla="*/ 2170367 h 2415328"/>
              <a:gd name="connsiteX9-325" fmla="*/ 280 w 2357652"/>
              <a:gd name="connsiteY9-326" fmla="*/ 1776667 h 2415328"/>
              <a:gd name="connsiteX10-327" fmla="*/ 76480 w 2357652"/>
              <a:gd name="connsiteY10-328" fmla="*/ 1322642 h 2415328"/>
              <a:gd name="connsiteX11-329" fmla="*/ 142634 w 2357652"/>
              <a:gd name="connsiteY11-330" fmla="*/ 1108181 h 2415328"/>
              <a:gd name="connsiteX0-331" fmla="*/ 2357652 w 2357652"/>
              <a:gd name="connsiteY0-332" fmla="*/ 74555 h 2415328"/>
              <a:gd name="connsiteX1-333" fmla="*/ 2209631 w 2357652"/>
              <a:gd name="connsiteY1-334" fmla="*/ 36495 h 2415328"/>
              <a:gd name="connsiteX2-335" fmla="*/ 1847604 w 2357652"/>
              <a:gd name="connsiteY2-336" fmla="*/ 0 h 2415328"/>
              <a:gd name="connsiteX3-337" fmla="*/ 51254 w 2357652"/>
              <a:gd name="connsiteY3-338" fmla="*/ 1796350 h 2415328"/>
              <a:gd name="connsiteX4-339" fmla="*/ 132014 w 2357652"/>
              <a:gd name="connsiteY4-340" fmla="*/ 2330530 h 2415328"/>
              <a:gd name="connsiteX5-341" fmla="*/ 162358 w 2357652"/>
              <a:gd name="connsiteY5-342" fmla="*/ 2413436 h 2415328"/>
              <a:gd name="connsiteX6-343" fmla="*/ 124887 w 2357652"/>
              <a:gd name="connsiteY6-344" fmla="*/ 2415328 h 2415328"/>
              <a:gd name="connsiteX7-345" fmla="*/ 122545 w 2357652"/>
              <a:gd name="connsiteY7-346" fmla="*/ 2407996 h 2415328"/>
              <a:gd name="connsiteX8-347" fmla="*/ 54255 w 2357652"/>
              <a:gd name="connsiteY8-348" fmla="*/ 2170367 h 2415328"/>
              <a:gd name="connsiteX9-349" fmla="*/ 280 w 2357652"/>
              <a:gd name="connsiteY9-350" fmla="*/ 1776667 h 2415328"/>
              <a:gd name="connsiteX10-351" fmla="*/ 76480 w 2357652"/>
              <a:gd name="connsiteY10-352" fmla="*/ 1322642 h 2415328"/>
              <a:gd name="connsiteX0-353" fmla="*/ 2357652 w 2357652"/>
              <a:gd name="connsiteY0-354" fmla="*/ 74555 h 2415328"/>
              <a:gd name="connsiteX1-355" fmla="*/ 2209631 w 2357652"/>
              <a:gd name="connsiteY1-356" fmla="*/ 36495 h 2415328"/>
              <a:gd name="connsiteX2-357" fmla="*/ 1847604 w 2357652"/>
              <a:gd name="connsiteY2-358" fmla="*/ 0 h 2415328"/>
              <a:gd name="connsiteX3-359" fmla="*/ 51254 w 2357652"/>
              <a:gd name="connsiteY3-360" fmla="*/ 1796350 h 2415328"/>
              <a:gd name="connsiteX4-361" fmla="*/ 132014 w 2357652"/>
              <a:gd name="connsiteY4-362" fmla="*/ 2330530 h 2415328"/>
              <a:gd name="connsiteX5-363" fmla="*/ 162358 w 2357652"/>
              <a:gd name="connsiteY5-364" fmla="*/ 2413436 h 2415328"/>
              <a:gd name="connsiteX6-365" fmla="*/ 124887 w 2357652"/>
              <a:gd name="connsiteY6-366" fmla="*/ 2415328 h 2415328"/>
              <a:gd name="connsiteX7-367" fmla="*/ 122545 w 2357652"/>
              <a:gd name="connsiteY7-368" fmla="*/ 2407996 h 2415328"/>
              <a:gd name="connsiteX8-369" fmla="*/ 54255 w 2357652"/>
              <a:gd name="connsiteY8-370" fmla="*/ 2170367 h 2415328"/>
              <a:gd name="connsiteX9-371" fmla="*/ 280 w 2357652"/>
              <a:gd name="connsiteY9-372" fmla="*/ 1776667 h 2415328"/>
              <a:gd name="connsiteX0-373" fmla="*/ 2306398 w 2306398"/>
              <a:gd name="connsiteY0-374" fmla="*/ 74555 h 2415328"/>
              <a:gd name="connsiteX1-375" fmla="*/ 2158377 w 2306398"/>
              <a:gd name="connsiteY1-376" fmla="*/ 36495 h 2415328"/>
              <a:gd name="connsiteX2-377" fmla="*/ 1796350 w 2306398"/>
              <a:gd name="connsiteY2-378" fmla="*/ 0 h 2415328"/>
              <a:gd name="connsiteX3-379" fmla="*/ 0 w 2306398"/>
              <a:gd name="connsiteY3-380" fmla="*/ 1796350 h 2415328"/>
              <a:gd name="connsiteX4-381" fmla="*/ 80760 w 2306398"/>
              <a:gd name="connsiteY4-382" fmla="*/ 2330530 h 2415328"/>
              <a:gd name="connsiteX5-383" fmla="*/ 111104 w 2306398"/>
              <a:gd name="connsiteY5-384" fmla="*/ 2413436 h 2415328"/>
              <a:gd name="connsiteX6-385" fmla="*/ 73633 w 2306398"/>
              <a:gd name="connsiteY6-386" fmla="*/ 2415328 h 2415328"/>
              <a:gd name="connsiteX7-387" fmla="*/ 71291 w 2306398"/>
              <a:gd name="connsiteY7-388" fmla="*/ 2407996 h 2415328"/>
              <a:gd name="connsiteX8-389" fmla="*/ 3001 w 2306398"/>
              <a:gd name="connsiteY8-390" fmla="*/ 2170367 h 2415328"/>
              <a:gd name="connsiteX0-391" fmla="*/ 2306398 w 2306398"/>
              <a:gd name="connsiteY0-392" fmla="*/ 74555 h 2415328"/>
              <a:gd name="connsiteX1-393" fmla="*/ 2158377 w 2306398"/>
              <a:gd name="connsiteY1-394" fmla="*/ 36495 h 2415328"/>
              <a:gd name="connsiteX2-395" fmla="*/ 1796350 w 2306398"/>
              <a:gd name="connsiteY2-396" fmla="*/ 0 h 2415328"/>
              <a:gd name="connsiteX3-397" fmla="*/ 0 w 2306398"/>
              <a:gd name="connsiteY3-398" fmla="*/ 1796350 h 2415328"/>
              <a:gd name="connsiteX4-399" fmla="*/ 80760 w 2306398"/>
              <a:gd name="connsiteY4-400" fmla="*/ 2330530 h 2415328"/>
              <a:gd name="connsiteX5-401" fmla="*/ 111104 w 2306398"/>
              <a:gd name="connsiteY5-402" fmla="*/ 2413436 h 2415328"/>
              <a:gd name="connsiteX6-403" fmla="*/ 73633 w 2306398"/>
              <a:gd name="connsiteY6-404" fmla="*/ 2415328 h 2415328"/>
              <a:gd name="connsiteX7-405" fmla="*/ 71291 w 2306398"/>
              <a:gd name="connsiteY7-406" fmla="*/ 2407996 h 2415328"/>
              <a:gd name="connsiteX0-407" fmla="*/ 2306398 w 2306398"/>
              <a:gd name="connsiteY0-408" fmla="*/ 74555 h 2415328"/>
              <a:gd name="connsiteX1-409" fmla="*/ 2158377 w 2306398"/>
              <a:gd name="connsiteY1-410" fmla="*/ 36495 h 2415328"/>
              <a:gd name="connsiteX2-411" fmla="*/ 1796350 w 2306398"/>
              <a:gd name="connsiteY2-412" fmla="*/ 0 h 2415328"/>
              <a:gd name="connsiteX3-413" fmla="*/ 0 w 2306398"/>
              <a:gd name="connsiteY3-414" fmla="*/ 1796350 h 2415328"/>
              <a:gd name="connsiteX4-415" fmla="*/ 80760 w 2306398"/>
              <a:gd name="connsiteY4-416" fmla="*/ 2330530 h 2415328"/>
              <a:gd name="connsiteX5-417" fmla="*/ 111104 w 2306398"/>
              <a:gd name="connsiteY5-418" fmla="*/ 2413436 h 2415328"/>
              <a:gd name="connsiteX6-419" fmla="*/ 73633 w 2306398"/>
              <a:gd name="connsiteY6-420" fmla="*/ 2415328 h 2415328"/>
              <a:gd name="connsiteX0-421" fmla="*/ 2306398 w 2306398"/>
              <a:gd name="connsiteY0-422" fmla="*/ 74555 h 2413436"/>
              <a:gd name="connsiteX1-423" fmla="*/ 2158377 w 2306398"/>
              <a:gd name="connsiteY1-424" fmla="*/ 36495 h 2413436"/>
              <a:gd name="connsiteX2-425" fmla="*/ 1796350 w 2306398"/>
              <a:gd name="connsiteY2-426" fmla="*/ 0 h 2413436"/>
              <a:gd name="connsiteX3-427" fmla="*/ 0 w 2306398"/>
              <a:gd name="connsiteY3-428" fmla="*/ 1796350 h 2413436"/>
              <a:gd name="connsiteX4-429" fmla="*/ 80760 w 2306398"/>
              <a:gd name="connsiteY4-430" fmla="*/ 2330530 h 2413436"/>
              <a:gd name="connsiteX5-431" fmla="*/ 111104 w 2306398"/>
              <a:gd name="connsiteY5-432" fmla="*/ 2413436 h 24134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2" name="任意多边形: 形状 41"/>
          <p:cNvSpPr/>
          <p:nvPr>
            <p:custDataLst>
              <p:tags r:id="rId25"/>
            </p:custDataLst>
          </p:nvPr>
        </p:nvSpPr>
        <p:spPr>
          <a:xfrm rot="11361091">
            <a:off x="882015" y="996950"/>
            <a:ext cx="2200275" cy="2299970"/>
          </a:xfrm>
          <a:custGeom>
            <a:avLst/>
            <a:gdLst>
              <a:gd name="connsiteX0" fmla="*/ 1688400 w 2200258"/>
              <a:gd name="connsiteY0" fmla="*/ 0 h 2299792"/>
              <a:gd name="connsiteX1" fmla="*/ 2190479 w 2200258"/>
              <a:gd name="connsiteY1" fmla="*/ 75907 h 2299792"/>
              <a:gd name="connsiteX2" fmla="*/ 2200258 w 2200258"/>
              <a:gd name="connsiteY2" fmla="*/ 79486 h 2299792"/>
              <a:gd name="connsiteX3" fmla="*/ 2198280 w 2200258"/>
              <a:gd name="connsiteY3" fmla="*/ 118652 h 2299792"/>
              <a:gd name="connsiteX4" fmla="*/ 2120379 w 2200258"/>
              <a:gd name="connsiteY4" fmla="*/ 95201 h 2299792"/>
              <a:gd name="connsiteX5" fmla="*/ 2022301 w 2200258"/>
              <a:gd name="connsiteY5" fmla="*/ 72486 h 2299792"/>
              <a:gd name="connsiteX6" fmla="*/ 1715008 w 2200258"/>
              <a:gd name="connsiteY6" fmla="*/ 39446 h 2299792"/>
              <a:gd name="connsiteX7" fmla="*/ 1610345 w 2200258"/>
              <a:gd name="connsiteY7" fmla="*/ 41530 h 2299792"/>
              <a:gd name="connsiteX8" fmla="*/ 1200770 w 2200258"/>
              <a:gd name="connsiteY8" fmla="*/ 124873 h 2299792"/>
              <a:gd name="connsiteX9" fmla="*/ 643557 w 2200258"/>
              <a:gd name="connsiteY9" fmla="*/ 398717 h 2299792"/>
              <a:gd name="connsiteX10" fmla="*/ 233982 w 2200258"/>
              <a:gd name="connsiteY10" fmla="*/ 891636 h 2299792"/>
              <a:gd name="connsiteX11" fmla="*/ 107776 w 2200258"/>
              <a:gd name="connsiteY11" fmla="*/ 1241680 h 2299792"/>
              <a:gd name="connsiteX12" fmla="*/ 107193 w 2200258"/>
              <a:gd name="connsiteY12" fmla="*/ 1247547 h 2299792"/>
              <a:gd name="connsiteX13" fmla="*/ 100037 w 2200258"/>
              <a:gd name="connsiteY13" fmla="*/ 1249865 h 2299792"/>
              <a:gd name="connsiteX14" fmla="*/ 81582 w 2200258"/>
              <a:gd name="connsiteY14" fmla="*/ 1320261 h 2299792"/>
              <a:gd name="connsiteX15" fmla="*/ 48245 w 2200258"/>
              <a:gd name="connsiteY15" fmla="*/ 1817942 h 2299792"/>
              <a:gd name="connsiteX16" fmla="*/ 141209 w 2200258"/>
              <a:gd name="connsiteY16" fmla="*/ 2266485 h 2299792"/>
              <a:gd name="connsiteX17" fmla="*/ 150091 w 2200258"/>
              <a:gd name="connsiteY17" fmla="*/ 2298066 h 2299792"/>
              <a:gd name="connsiteX18" fmla="*/ 115916 w 2200258"/>
              <a:gd name="connsiteY18" fmla="*/ 2299792 h 2299792"/>
              <a:gd name="connsiteX19" fmla="*/ 75907 w 2200258"/>
              <a:gd name="connsiteY19" fmla="*/ 2190479 h 2299792"/>
              <a:gd name="connsiteX20" fmla="*/ 0 w 2200258"/>
              <a:gd name="connsiteY20" fmla="*/ 1688400 h 2299792"/>
              <a:gd name="connsiteX21" fmla="*/ 1688400 w 2200258"/>
              <a:gd name="connsiteY21" fmla="*/ 0 h 2299792"/>
              <a:gd name="connsiteX0-1" fmla="*/ 100037 w 2200258"/>
              <a:gd name="connsiteY0-2" fmla="*/ 1249865 h 2299792"/>
              <a:gd name="connsiteX1-3" fmla="*/ 81582 w 2200258"/>
              <a:gd name="connsiteY1-4" fmla="*/ 1320261 h 2299792"/>
              <a:gd name="connsiteX2-5" fmla="*/ 48245 w 2200258"/>
              <a:gd name="connsiteY2-6" fmla="*/ 1817942 h 2299792"/>
              <a:gd name="connsiteX3-7" fmla="*/ 141209 w 2200258"/>
              <a:gd name="connsiteY3-8" fmla="*/ 2266485 h 2299792"/>
              <a:gd name="connsiteX4-9" fmla="*/ 150091 w 2200258"/>
              <a:gd name="connsiteY4-10" fmla="*/ 2298066 h 2299792"/>
              <a:gd name="connsiteX5-11" fmla="*/ 115916 w 2200258"/>
              <a:gd name="connsiteY5-12" fmla="*/ 2299792 h 2299792"/>
              <a:gd name="connsiteX6-13" fmla="*/ 75907 w 2200258"/>
              <a:gd name="connsiteY6-14" fmla="*/ 2190479 h 2299792"/>
              <a:gd name="connsiteX7-15" fmla="*/ 0 w 2200258"/>
              <a:gd name="connsiteY7-16" fmla="*/ 1688400 h 2299792"/>
              <a:gd name="connsiteX8-17" fmla="*/ 1688400 w 2200258"/>
              <a:gd name="connsiteY8-18" fmla="*/ 0 h 2299792"/>
              <a:gd name="connsiteX9-19" fmla="*/ 2190479 w 2200258"/>
              <a:gd name="connsiteY9-20" fmla="*/ 75907 h 2299792"/>
              <a:gd name="connsiteX10-21" fmla="*/ 2200258 w 2200258"/>
              <a:gd name="connsiteY10-22" fmla="*/ 79486 h 2299792"/>
              <a:gd name="connsiteX11-23" fmla="*/ 2198280 w 2200258"/>
              <a:gd name="connsiteY11-24" fmla="*/ 118652 h 2299792"/>
              <a:gd name="connsiteX12-25" fmla="*/ 2120379 w 2200258"/>
              <a:gd name="connsiteY12-26" fmla="*/ 95201 h 2299792"/>
              <a:gd name="connsiteX13-27" fmla="*/ 2022301 w 2200258"/>
              <a:gd name="connsiteY13-28" fmla="*/ 72486 h 2299792"/>
              <a:gd name="connsiteX14-29" fmla="*/ 1715008 w 2200258"/>
              <a:gd name="connsiteY14-30" fmla="*/ 39446 h 2299792"/>
              <a:gd name="connsiteX15-31" fmla="*/ 1610345 w 2200258"/>
              <a:gd name="connsiteY15-32" fmla="*/ 41530 h 2299792"/>
              <a:gd name="connsiteX16-33" fmla="*/ 1200770 w 2200258"/>
              <a:gd name="connsiteY16-34" fmla="*/ 124873 h 2299792"/>
              <a:gd name="connsiteX17-35" fmla="*/ 643557 w 2200258"/>
              <a:gd name="connsiteY17-36" fmla="*/ 398717 h 2299792"/>
              <a:gd name="connsiteX18-37" fmla="*/ 233982 w 2200258"/>
              <a:gd name="connsiteY18-38" fmla="*/ 891636 h 2299792"/>
              <a:gd name="connsiteX19-39" fmla="*/ 107776 w 2200258"/>
              <a:gd name="connsiteY19-40" fmla="*/ 1241680 h 2299792"/>
              <a:gd name="connsiteX20-41" fmla="*/ 107193 w 2200258"/>
              <a:gd name="connsiteY20-42" fmla="*/ 1247547 h 2299792"/>
              <a:gd name="connsiteX21-43" fmla="*/ 191477 w 2200258"/>
              <a:gd name="connsiteY21-44" fmla="*/ 1341305 h 2299792"/>
              <a:gd name="connsiteX0-45" fmla="*/ 100037 w 2200258"/>
              <a:gd name="connsiteY0-46" fmla="*/ 1249865 h 2299792"/>
              <a:gd name="connsiteX1-47" fmla="*/ 81582 w 2200258"/>
              <a:gd name="connsiteY1-48" fmla="*/ 1320261 h 2299792"/>
              <a:gd name="connsiteX2-49" fmla="*/ 48245 w 2200258"/>
              <a:gd name="connsiteY2-50" fmla="*/ 1817942 h 2299792"/>
              <a:gd name="connsiteX3-51" fmla="*/ 141209 w 2200258"/>
              <a:gd name="connsiteY3-52" fmla="*/ 2266485 h 2299792"/>
              <a:gd name="connsiteX4-53" fmla="*/ 150091 w 2200258"/>
              <a:gd name="connsiteY4-54" fmla="*/ 2298066 h 2299792"/>
              <a:gd name="connsiteX5-55" fmla="*/ 115916 w 2200258"/>
              <a:gd name="connsiteY5-56" fmla="*/ 2299792 h 2299792"/>
              <a:gd name="connsiteX6-57" fmla="*/ 75907 w 2200258"/>
              <a:gd name="connsiteY6-58" fmla="*/ 2190479 h 2299792"/>
              <a:gd name="connsiteX7-59" fmla="*/ 0 w 2200258"/>
              <a:gd name="connsiteY7-60" fmla="*/ 1688400 h 2299792"/>
              <a:gd name="connsiteX8-61" fmla="*/ 1688400 w 2200258"/>
              <a:gd name="connsiteY8-62" fmla="*/ 0 h 2299792"/>
              <a:gd name="connsiteX9-63" fmla="*/ 2190479 w 2200258"/>
              <a:gd name="connsiteY9-64" fmla="*/ 75907 h 2299792"/>
              <a:gd name="connsiteX10-65" fmla="*/ 2200258 w 2200258"/>
              <a:gd name="connsiteY10-66" fmla="*/ 79486 h 2299792"/>
              <a:gd name="connsiteX11-67" fmla="*/ 2198280 w 2200258"/>
              <a:gd name="connsiteY11-68" fmla="*/ 118652 h 2299792"/>
              <a:gd name="connsiteX12-69" fmla="*/ 2120379 w 2200258"/>
              <a:gd name="connsiteY12-70" fmla="*/ 95201 h 2299792"/>
              <a:gd name="connsiteX13-71" fmla="*/ 2022301 w 2200258"/>
              <a:gd name="connsiteY13-72" fmla="*/ 72486 h 2299792"/>
              <a:gd name="connsiteX14-73" fmla="*/ 1715008 w 2200258"/>
              <a:gd name="connsiteY14-74" fmla="*/ 39446 h 2299792"/>
              <a:gd name="connsiteX15-75" fmla="*/ 1610345 w 2200258"/>
              <a:gd name="connsiteY15-76" fmla="*/ 41530 h 2299792"/>
              <a:gd name="connsiteX16-77" fmla="*/ 1200770 w 2200258"/>
              <a:gd name="connsiteY16-78" fmla="*/ 124873 h 2299792"/>
              <a:gd name="connsiteX17-79" fmla="*/ 643557 w 2200258"/>
              <a:gd name="connsiteY17-80" fmla="*/ 398717 h 2299792"/>
              <a:gd name="connsiteX18-81" fmla="*/ 233982 w 2200258"/>
              <a:gd name="connsiteY18-82" fmla="*/ 891636 h 2299792"/>
              <a:gd name="connsiteX19-83" fmla="*/ 107776 w 2200258"/>
              <a:gd name="connsiteY19-84" fmla="*/ 1241680 h 2299792"/>
              <a:gd name="connsiteX20-85" fmla="*/ 191477 w 2200258"/>
              <a:gd name="connsiteY20-86" fmla="*/ 1341305 h 2299792"/>
              <a:gd name="connsiteX0-87" fmla="*/ 100037 w 2200258"/>
              <a:gd name="connsiteY0-88" fmla="*/ 1249865 h 2299792"/>
              <a:gd name="connsiteX1-89" fmla="*/ 81582 w 2200258"/>
              <a:gd name="connsiteY1-90" fmla="*/ 1320261 h 2299792"/>
              <a:gd name="connsiteX2-91" fmla="*/ 48245 w 2200258"/>
              <a:gd name="connsiteY2-92" fmla="*/ 1817942 h 2299792"/>
              <a:gd name="connsiteX3-93" fmla="*/ 141209 w 2200258"/>
              <a:gd name="connsiteY3-94" fmla="*/ 2266485 h 2299792"/>
              <a:gd name="connsiteX4-95" fmla="*/ 150091 w 2200258"/>
              <a:gd name="connsiteY4-96" fmla="*/ 2298066 h 2299792"/>
              <a:gd name="connsiteX5-97" fmla="*/ 115916 w 2200258"/>
              <a:gd name="connsiteY5-98" fmla="*/ 2299792 h 2299792"/>
              <a:gd name="connsiteX6-99" fmla="*/ 75907 w 2200258"/>
              <a:gd name="connsiteY6-100" fmla="*/ 2190479 h 2299792"/>
              <a:gd name="connsiteX7-101" fmla="*/ 0 w 2200258"/>
              <a:gd name="connsiteY7-102" fmla="*/ 1688400 h 2299792"/>
              <a:gd name="connsiteX8-103" fmla="*/ 1688400 w 2200258"/>
              <a:gd name="connsiteY8-104" fmla="*/ 0 h 2299792"/>
              <a:gd name="connsiteX9-105" fmla="*/ 2190479 w 2200258"/>
              <a:gd name="connsiteY9-106" fmla="*/ 75907 h 2299792"/>
              <a:gd name="connsiteX10-107" fmla="*/ 2200258 w 2200258"/>
              <a:gd name="connsiteY10-108" fmla="*/ 79486 h 2299792"/>
              <a:gd name="connsiteX11-109" fmla="*/ 2198280 w 2200258"/>
              <a:gd name="connsiteY11-110" fmla="*/ 118652 h 2299792"/>
              <a:gd name="connsiteX12-111" fmla="*/ 2120379 w 2200258"/>
              <a:gd name="connsiteY12-112" fmla="*/ 95201 h 2299792"/>
              <a:gd name="connsiteX13-113" fmla="*/ 2022301 w 2200258"/>
              <a:gd name="connsiteY13-114" fmla="*/ 72486 h 2299792"/>
              <a:gd name="connsiteX14-115" fmla="*/ 1715008 w 2200258"/>
              <a:gd name="connsiteY14-116" fmla="*/ 39446 h 2299792"/>
              <a:gd name="connsiteX15-117" fmla="*/ 1610345 w 2200258"/>
              <a:gd name="connsiteY15-118" fmla="*/ 41530 h 2299792"/>
              <a:gd name="connsiteX16-119" fmla="*/ 1200770 w 2200258"/>
              <a:gd name="connsiteY16-120" fmla="*/ 124873 h 2299792"/>
              <a:gd name="connsiteX17-121" fmla="*/ 643557 w 2200258"/>
              <a:gd name="connsiteY17-122" fmla="*/ 398717 h 2299792"/>
              <a:gd name="connsiteX18-123" fmla="*/ 233982 w 2200258"/>
              <a:gd name="connsiteY18-124" fmla="*/ 891636 h 2299792"/>
              <a:gd name="connsiteX19-125" fmla="*/ 191477 w 2200258"/>
              <a:gd name="connsiteY19-126" fmla="*/ 1341305 h 2299792"/>
              <a:gd name="connsiteX0-127" fmla="*/ 81582 w 2200258"/>
              <a:gd name="connsiteY0-128" fmla="*/ 1320261 h 2299792"/>
              <a:gd name="connsiteX1-129" fmla="*/ 48245 w 2200258"/>
              <a:gd name="connsiteY1-130" fmla="*/ 1817942 h 2299792"/>
              <a:gd name="connsiteX2-131" fmla="*/ 141209 w 2200258"/>
              <a:gd name="connsiteY2-132" fmla="*/ 2266485 h 2299792"/>
              <a:gd name="connsiteX3-133" fmla="*/ 150091 w 2200258"/>
              <a:gd name="connsiteY3-134" fmla="*/ 2298066 h 2299792"/>
              <a:gd name="connsiteX4-135" fmla="*/ 115916 w 2200258"/>
              <a:gd name="connsiteY4-136" fmla="*/ 2299792 h 2299792"/>
              <a:gd name="connsiteX5-137" fmla="*/ 75907 w 2200258"/>
              <a:gd name="connsiteY5-138" fmla="*/ 2190479 h 2299792"/>
              <a:gd name="connsiteX6-139" fmla="*/ 0 w 2200258"/>
              <a:gd name="connsiteY6-140" fmla="*/ 1688400 h 2299792"/>
              <a:gd name="connsiteX7-141" fmla="*/ 1688400 w 2200258"/>
              <a:gd name="connsiteY7-142" fmla="*/ 0 h 2299792"/>
              <a:gd name="connsiteX8-143" fmla="*/ 2190479 w 2200258"/>
              <a:gd name="connsiteY8-144" fmla="*/ 75907 h 2299792"/>
              <a:gd name="connsiteX9-145" fmla="*/ 2200258 w 2200258"/>
              <a:gd name="connsiteY9-146" fmla="*/ 79486 h 2299792"/>
              <a:gd name="connsiteX10-147" fmla="*/ 2198280 w 2200258"/>
              <a:gd name="connsiteY10-148" fmla="*/ 118652 h 2299792"/>
              <a:gd name="connsiteX11-149" fmla="*/ 2120379 w 2200258"/>
              <a:gd name="connsiteY11-150" fmla="*/ 95201 h 2299792"/>
              <a:gd name="connsiteX12-151" fmla="*/ 2022301 w 2200258"/>
              <a:gd name="connsiteY12-152" fmla="*/ 72486 h 2299792"/>
              <a:gd name="connsiteX13-153" fmla="*/ 1715008 w 2200258"/>
              <a:gd name="connsiteY13-154" fmla="*/ 39446 h 2299792"/>
              <a:gd name="connsiteX14-155" fmla="*/ 1610345 w 2200258"/>
              <a:gd name="connsiteY14-156" fmla="*/ 41530 h 2299792"/>
              <a:gd name="connsiteX15-157" fmla="*/ 1200770 w 2200258"/>
              <a:gd name="connsiteY15-158" fmla="*/ 124873 h 2299792"/>
              <a:gd name="connsiteX16-159" fmla="*/ 643557 w 2200258"/>
              <a:gd name="connsiteY16-160" fmla="*/ 398717 h 2299792"/>
              <a:gd name="connsiteX17-161" fmla="*/ 233982 w 2200258"/>
              <a:gd name="connsiteY17-162" fmla="*/ 891636 h 2299792"/>
              <a:gd name="connsiteX18-163" fmla="*/ 191477 w 2200258"/>
              <a:gd name="connsiteY18-164" fmla="*/ 1341305 h 2299792"/>
              <a:gd name="connsiteX0-165" fmla="*/ 48245 w 2200258"/>
              <a:gd name="connsiteY0-166" fmla="*/ 1817942 h 2299792"/>
              <a:gd name="connsiteX1-167" fmla="*/ 141209 w 2200258"/>
              <a:gd name="connsiteY1-168" fmla="*/ 2266485 h 2299792"/>
              <a:gd name="connsiteX2-169" fmla="*/ 150091 w 2200258"/>
              <a:gd name="connsiteY2-170" fmla="*/ 2298066 h 2299792"/>
              <a:gd name="connsiteX3-171" fmla="*/ 115916 w 2200258"/>
              <a:gd name="connsiteY3-172" fmla="*/ 2299792 h 2299792"/>
              <a:gd name="connsiteX4-173" fmla="*/ 75907 w 2200258"/>
              <a:gd name="connsiteY4-174" fmla="*/ 2190479 h 2299792"/>
              <a:gd name="connsiteX5-175" fmla="*/ 0 w 2200258"/>
              <a:gd name="connsiteY5-176" fmla="*/ 1688400 h 2299792"/>
              <a:gd name="connsiteX6-177" fmla="*/ 1688400 w 2200258"/>
              <a:gd name="connsiteY6-178" fmla="*/ 0 h 2299792"/>
              <a:gd name="connsiteX7-179" fmla="*/ 2190479 w 2200258"/>
              <a:gd name="connsiteY7-180" fmla="*/ 75907 h 2299792"/>
              <a:gd name="connsiteX8-181" fmla="*/ 2200258 w 2200258"/>
              <a:gd name="connsiteY8-182" fmla="*/ 79486 h 2299792"/>
              <a:gd name="connsiteX9-183" fmla="*/ 2198280 w 2200258"/>
              <a:gd name="connsiteY9-184" fmla="*/ 118652 h 2299792"/>
              <a:gd name="connsiteX10-185" fmla="*/ 2120379 w 2200258"/>
              <a:gd name="connsiteY10-186" fmla="*/ 95201 h 2299792"/>
              <a:gd name="connsiteX11-187" fmla="*/ 2022301 w 2200258"/>
              <a:gd name="connsiteY11-188" fmla="*/ 72486 h 2299792"/>
              <a:gd name="connsiteX12-189" fmla="*/ 1715008 w 2200258"/>
              <a:gd name="connsiteY12-190" fmla="*/ 39446 h 2299792"/>
              <a:gd name="connsiteX13-191" fmla="*/ 1610345 w 2200258"/>
              <a:gd name="connsiteY13-192" fmla="*/ 41530 h 2299792"/>
              <a:gd name="connsiteX14-193" fmla="*/ 1200770 w 2200258"/>
              <a:gd name="connsiteY14-194" fmla="*/ 124873 h 2299792"/>
              <a:gd name="connsiteX15-195" fmla="*/ 643557 w 2200258"/>
              <a:gd name="connsiteY15-196" fmla="*/ 398717 h 2299792"/>
              <a:gd name="connsiteX16-197" fmla="*/ 233982 w 2200258"/>
              <a:gd name="connsiteY16-198" fmla="*/ 891636 h 2299792"/>
              <a:gd name="connsiteX17-199" fmla="*/ 191477 w 2200258"/>
              <a:gd name="connsiteY17-200" fmla="*/ 1341305 h 2299792"/>
              <a:gd name="connsiteX0-201" fmla="*/ 141209 w 2200258"/>
              <a:gd name="connsiteY0-202" fmla="*/ 2266485 h 2299792"/>
              <a:gd name="connsiteX1-203" fmla="*/ 150091 w 2200258"/>
              <a:gd name="connsiteY1-204" fmla="*/ 2298066 h 2299792"/>
              <a:gd name="connsiteX2-205" fmla="*/ 115916 w 2200258"/>
              <a:gd name="connsiteY2-206" fmla="*/ 2299792 h 2299792"/>
              <a:gd name="connsiteX3-207" fmla="*/ 75907 w 2200258"/>
              <a:gd name="connsiteY3-208" fmla="*/ 2190479 h 2299792"/>
              <a:gd name="connsiteX4-209" fmla="*/ 0 w 2200258"/>
              <a:gd name="connsiteY4-210" fmla="*/ 1688400 h 2299792"/>
              <a:gd name="connsiteX5-211" fmla="*/ 1688400 w 2200258"/>
              <a:gd name="connsiteY5-212" fmla="*/ 0 h 2299792"/>
              <a:gd name="connsiteX6-213" fmla="*/ 2190479 w 2200258"/>
              <a:gd name="connsiteY6-214" fmla="*/ 75907 h 2299792"/>
              <a:gd name="connsiteX7-215" fmla="*/ 2200258 w 2200258"/>
              <a:gd name="connsiteY7-216" fmla="*/ 79486 h 2299792"/>
              <a:gd name="connsiteX8-217" fmla="*/ 2198280 w 2200258"/>
              <a:gd name="connsiteY8-218" fmla="*/ 118652 h 2299792"/>
              <a:gd name="connsiteX9-219" fmla="*/ 2120379 w 2200258"/>
              <a:gd name="connsiteY9-220" fmla="*/ 95201 h 2299792"/>
              <a:gd name="connsiteX10-221" fmla="*/ 2022301 w 2200258"/>
              <a:gd name="connsiteY10-222" fmla="*/ 72486 h 2299792"/>
              <a:gd name="connsiteX11-223" fmla="*/ 1715008 w 2200258"/>
              <a:gd name="connsiteY11-224" fmla="*/ 39446 h 2299792"/>
              <a:gd name="connsiteX12-225" fmla="*/ 1610345 w 2200258"/>
              <a:gd name="connsiteY12-226" fmla="*/ 41530 h 2299792"/>
              <a:gd name="connsiteX13-227" fmla="*/ 1200770 w 2200258"/>
              <a:gd name="connsiteY13-228" fmla="*/ 124873 h 2299792"/>
              <a:gd name="connsiteX14-229" fmla="*/ 643557 w 2200258"/>
              <a:gd name="connsiteY14-230" fmla="*/ 398717 h 2299792"/>
              <a:gd name="connsiteX15-231" fmla="*/ 233982 w 2200258"/>
              <a:gd name="connsiteY15-232" fmla="*/ 891636 h 2299792"/>
              <a:gd name="connsiteX16-233" fmla="*/ 191477 w 2200258"/>
              <a:gd name="connsiteY16-234" fmla="*/ 1341305 h 2299792"/>
              <a:gd name="connsiteX0-235" fmla="*/ 141209 w 2200258"/>
              <a:gd name="connsiteY0-236" fmla="*/ 2266485 h 2299792"/>
              <a:gd name="connsiteX1-237" fmla="*/ 150091 w 2200258"/>
              <a:gd name="connsiteY1-238" fmla="*/ 2298066 h 2299792"/>
              <a:gd name="connsiteX2-239" fmla="*/ 115916 w 2200258"/>
              <a:gd name="connsiteY2-240" fmla="*/ 2299792 h 2299792"/>
              <a:gd name="connsiteX3-241" fmla="*/ 75907 w 2200258"/>
              <a:gd name="connsiteY3-242" fmla="*/ 2190479 h 2299792"/>
              <a:gd name="connsiteX4-243" fmla="*/ 0 w 2200258"/>
              <a:gd name="connsiteY4-244" fmla="*/ 1688400 h 2299792"/>
              <a:gd name="connsiteX5-245" fmla="*/ 1688400 w 2200258"/>
              <a:gd name="connsiteY5-246" fmla="*/ 0 h 2299792"/>
              <a:gd name="connsiteX6-247" fmla="*/ 2190479 w 2200258"/>
              <a:gd name="connsiteY6-248" fmla="*/ 75907 h 2299792"/>
              <a:gd name="connsiteX7-249" fmla="*/ 2200258 w 2200258"/>
              <a:gd name="connsiteY7-250" fmla="*/ 79486 h 2299792"/>
              <a:gd name="connsiteX8-251" fmla="*/ 2198280 w 2200258"/>
              <a:gd name="connsiteY8-252" fmla="*/ 118652 h 2299792"/>
              <a:gd name="connsiteX9-253" fmla="*/ 2120379 w 2200258"/>
              <a:gd name="connsiteY9-254" fmla="*/ 95201 h 2299792"/>
              <a:gd name="connsiteX10-255" fmla="*/ 2022301 w 2200258"/>
              <a:gd name="connsiteY10-256" fmla="*/ 72486 h 2299792"/>
              <a:gd name="connsiteX11-257" fmla="*/ 1715008 w 2200258"/>
              <a:gd name="connsiteY11-258" fmla="*/ 39446 h 2299792"/>
              <a:gd name="connsiteX12-259" fmla="*/ 1610345 w 2200258"/>
              <a:gd name="connsiteY12-260" fmla="*/ 41530 h 2299792"/>
              <a:gd name="connsiteX13-261" fmla="*/ 1200770 w 2200258"/>
              <a:gd name="connsiteY13-262" fmla="*/ 124873 h 2299792"/>
              <a:gd name="connsiteX14-263" fmla="*/ 643557 w 2200258"/>
              <a:gd name="connsiteY14-264" fmla="*/ 398717 h 2299792"/>
              <a:gd name="connsiteX15-265" fmla="*/ 191477 w 2200258"/>
              <a:gd name="connsiteY15-266" fmla="*/ 1341305 h 2299792"/>
              <a:gd name="connsiteX0-267" fmla="*/ 141209 w 2200258"/>
              <a:gd name="connsiteY0-268" fmla="*/ 2266485 h 2299792"/>
              <a:gd name="connsiteX1-269" fmla="*/ 150091 w 2200258"/>
              <a:gd name="connsiteY1-270" fmla="*/ 2298066 h 2299792"/>
              <a:gd name="connsiteX2-271" fmla="*/ 115916 w 2200258"/>
              <a:gd name="connsiteY2-272" fmla="*/ 2299792 h 2299792"/>
              <a:gd name="connsiteX3-273" fmla="*/ 75907 w 2200258"/>
              <a:gd name="connsiteY3-274" fmla="*/ 2190479 h 2299792"/>
              <a:gd name="connsiteX4-275" fmla="*/ 0 w 2200258"/>
              <a:gd name="connsiteY4-276" fmla="*/ 1688400 h 2299792"/>
              <a:gd name="connsiteX5-277" fmla="*/ 1688400 w 2200258"/>
              <a:gd name="connsiteY5-278" fmla="*/ 0 h 2299792"/>
              <a:gd name="connsiteX6-279" fmla="*/ 2190479 w 2200258"/>
              <a:gd name="connsiteY6-280" fmla="*/ 75907 h 2299792"/>
              <a:gd name="connsiteX7-281" fmla="*/ 2200258 w 2200258"/>
              <a:gd name="connsiteY7-282" fmla="*/ 79486 h 2299792"/>
              <a:gd name="connsiteX8-283" fmla="*/ 2198280 w 2200258"/>
              <a:gd name="connsiteY8-284" fmla="*/ 118652 h 2299792"/>
              <a:gd name="connsiteX9-285" fmla="*/ 2120379 w 2200258"/>
              <a:gd name="connsiteY9-286" fmla="*/ 95201 h 2299792"/>
              <a:gd name="connsiteX10-287" fmla="*/ 2022301 w 2200258"/>
              <a:gd name="connsiteY10-288" fmla="*/ 72486 h 2299792"/>
              <a:gd name="connsiteX11-289" fmla="*/ 1715008 w 2200258"/>
              <a:gd name="connsiteY11-290" fmla="*/ 39446 h 2299792"/>
              <a:gd name="connsiteX12-291" fmla="*/ 1610345 w 2200258"/>
              <a:gd name="connsiteY12-292" fmla="*/ 41530 h 2299792"/>
              <a:gd name="connsiteX13-293" fmla="*/ 1200770 w 2200258"/>
              <a:gd name="connsiteY13-294" fmla="*/ 124873 h 2299792"/>
              <a:gd name="connsiteX14-295" fmla="*/ 643557 w 2200258"/>
              <a:gd name="connsiteY14-296" fmla="*/ 398717 h 2299792"/>
              <a:gd name="connsiteX0-297" fmla="*/ 141209 w 2200258"/>
              <a:gd name="connsiteY0-298" fmla="*/ 2266485 h 2299792"/>
              <a:gd name="connsiteX1-299" fmla="*/ 150091 w 2200258"/>
              <a:gd name="connsiteY1-300" fmla="*/ 2298066 h 2299792"/>
              <a:gd name="connsiteX2-301" fmla="*/ 115916 w 2200258"/>
              <a:gd name="connsiteY2-302" fmla="*/ 2299792 h 2299792"/>
              <a:gd name="connsiteX3-303" fmla="*/ 75907 w 2200258"/>
              <a:gd name="connsiteY3-304" fmla="*/ 2190479 h 2299792"/>
              <a:gd name="connsiteX4-305" fmla="*/ 0 w 2200258"/>
              <a:gd name="connsiteY4-306" fmla="*/ 1688400 h 2299792"/>
              <a:gd name="connsiteX5-307" fmla="*/ 1688400 w 2200258"/>
              <a:gd name="connsiteY5-308" fmla="*/ 0 h 2299792"/>
              <a:gd name="connsiteX6-309" fmla="*/ 2190479 w 2200258"/>
              <a:gd name="connsiteY6-310" fmla="*/ 75907 h 2299792"/>
              <a:gd name="connsiteX7-311" fmla="*/ 2200258 w 2200258"/>
              <a:gd name="connsiteY7-312" fmla="*/ 79486 h 2299792"/>
              <a:gd name="connsiteX8-313" fmla="*/ 2198280 w 2200258"/>
              <a:gd name="connsiteY8-314" fmla="*/ 118652 h 2299792"/>
              <a:gd name="connsiteX9-315" fmla="*/ 2120379 w 2200258"/>
              <a:gd name="connsiteY9-316" fmla="*/ 95201 h 2299792"/>
              <a:gd name="connsiteX10-317" fmla="*/ 2022301 w 2200258"/>
              <a:gd name="connsiteY10-318" fmla="*/ 72486 h 2299792"/>
              <a:gd name="connsiteX11-319" fmla="*/ 1715008 w 2200258"/>
              <a:gd name="connsiteY11-320" fmla="*/ 39446 h 2299792"/>
              <a:gd name="connsiteX12-321" fmla="*/ 1610345 w 2200258"/>
              <a:gd name="connsiteY12-322" fmla="*/ 41530 h 2299792"/>
              <a:gd name="connsiteX13-323" fmla="*/ 1200770 w 2200258"/>
              <a:gd name="connsiteY13-324" fmla="*/ 124873 h 2299792"/>
              <a:gd name="connsiteX0-325" fmla="*/ 141209 w 2200258"/>
              <a:gd name="connsiteY0-326" fmla="*/ 2266485 h 2299792"/>
              <a:gd name="connsiteX1-327" fmla="*/ 150091 w 2200258"/>
              <a:gd name="connsiteY1-328" fmla="*/ 2298066 h 2299792"/>
              <a:gd name="connsiteX2-329" fmla="*/ 115916 w 2200258"/>
              <a:gd name="connsiteY2-330" fmla="*/ 2299792 h 2299792"/>
              <a:gd name="connsiteX3-331" fmla="*/ 75907 w 2200258"/>
              <a:gd name="connsiteY3-332" fmla="*/ 2190479 h 2299792"/>
              <a:gd name="connsiteX4-333" fmla="*/ 0 w 2200258"/>
              <a:gd name="connsiteY4-334" fmla="*/ 1688400 h 2299792"/>
              <a:gd name="connsiteX5-335" fmla="*/ 1688400 w 2200258"/>
              <a:gd name="connsiteY5-336" fmla="*/ 0 h 2299792"/>
              <a:gd name="connsiteX6-337" fmla="*/ 2190479 w 2200258"/>
              <a:gd name="connsiteY6-338" fmla="*/ 75907 h 2299792"/>
              <a:gd name="connsiteX7-339" fmla="*/ 2200258 w 2200258"/>
              <a:gd name="connsiteY7-340" fmla="*/ 79486 h 2299792"/>
              <a:gd name="connsiteX8-341" fmla="*/ 2198280 w 2200258"/>
              <a:gd name="connsiteY8-342" fmla="*/ 118652 h 2299792"/>
              <a:gd name="connsiteX9-343" fmla="*/ 2120379 w 2200258"/>
              <a:gd name="connsiteY9-344" fmla="*/ 95201 h 2299792"/>
              <a:gd name="connsiteX10-345" fmla="*/ 2022301 w 2200258"/>
              <a:gd name="connsiteY10-346" fmla="*/ 72486 h 2299792"/>
              <a:gd name="connsiteX11-347" fmla="*/ 1715008 w 2200258"/>
              <a:gd name="connsiteY11-348" fmla="*/ 39446 h 2299792"/>
              <a:gd name="connsiteX12-349" fmla="*/ 1610345 w 2200258"/>
              <a:gd name="connsiteY12-350" fmla="*/ 41530 h 2299792"/>
              <a:gd name="connsiteX0-351" fmla="*/ 141209 w 2200258"/>
              <a:gd name="connsiteY0-352" fmla="*/ 2266485 h 2299792"/>
              <a:gd name="connsiteX1-353" fmla="*/ 150091 w 2200258"/>
              <a:gd name="connsiteY1-354" fmla="*/ 2298066 h 2299792"/>
              <a:gd name="connsiteX2-355" fmla="*/ 115916 w 2200258"/>
              <a:gd name="connsiteY2-356" fmla="*/ 2299792 h 2299792"/>
              <a:gd name="connsiteX3-357" fmla="*/ 75907 w 2200258"/>
              <a:gd name="connsiteY3-358" fmla="*/ 2190479 h 2299792"/>
              <a:gd name="connsiteX4-359" fmla="*/ 0 w 2200258"/>
              <a:gd name="connsiteY4-360" fmla="*/ 1688400 h 2299792"/>
              <a:gd name="connsiteX5-361" fmla="*/ 1688400 w 2200258"/>
              <a:gd name="connsiteY5-362" fmla="*/ 0 h 2299792"/>
              <a:gd name="connsiteX6-363" fmla="*/ 2190479 w 2200258"/>
              <a:gd name="connsiteY6-364" fmla="*/ 75907 h 2299792"/>
              <a:gd name="connsiteX7-365" fmla="*/ 2200258 w 2200258"/>
              <a:gd name="connsiteY7-366" fmla="*/ 79486 h 2299792"/>
              <a:gd name="connsiteX8-367" fmla="*/ 2198280 w 2200258"/>
              <a:gd name="connsiteY8-368" fmla="*/ 118652 h 2299792"/>
              <a:gd name="connsiteX9-369" fmla="*/ 2120379 w 2200258"/>
              <a:gd name="connsiteY9-370" fmla="*/ 95201 h 2299792"/>
              <a:gd name="connsiteX10-371" fmla="*/ 2022301 w 2200258"/>
              <a:gd name="connsiteY10-372" fmla="*/ 72486 h 2299792"/>
              <a:gd name="connsiteX11-373" fmla="*/ 1715008 w 2200258"/>
              <a:gd name="connsiteY11-374" fmla="*/ 39446 h 2299792"/>
              <a:gd name="connsiteX0-375" fmla="*/ 141209 w 2200258"/>
              <a:gd name="connsiteY0-376" fmla="*/ 2266485 h 2299792"/>
              <a:gd name="connsiteX1-377" fmla="*/ 150091 w 2200258"/>
              <a:gd name="connsiteY1-378" fmla="*/ 2298066 h 2299792"/>
              <a:gd name="connsiteX2-379" fmla="*/ 115916 w 2200258"/>
              <a:gd name="connsiteY2-380" fmla="*/ 2299792 h 2299792"/>
              <a:gd name="connsiteX3-381" fmla="*/ 75907 w 2200258"/>
              <a:gd name="connsiteY3-382" fmla="*/ 2190479 h 2299792"/>
              <a:gd name="connsiteX4-383" fmla="*/ 0 w 2200258"/>
              <a:gd name="connsiteY4-384" fmla="*/ 1688400 h 2299792"/>
              <a:gd name="connsiteX5-385" fmla="*/ 1688400 w 2200258"/>
              <a:gd name="connsiteY5-386" fmla="*/ 0 h 2299792"/>
              <a:gd name="connsiteX6-387" fmla="*/ 2190479 w 2200258"/>
              <a:gd name="connsiteY6-388" fmla="*/ 75907 h 2299792"/>
              <a:gd name="connsiteX7-389" fmla="*/ 2200258 w 2200258"/>
              <a:gd name="connsiteY7-390" fmla="*/ 79486 h 2299792"/>
              <a:gd name="connsiteX8-391" fmla="*/ 2198280 w 2200258"/>
              <a:gd name="connsiteY8-392" fmla="*/ 118652 h 2299792"/>
              <a:gd name="connsiteX9-393" fmla="*/ 2120379 w 2200258"/>
              <a:gd name="connsiteY9-394" fmla="*/ 95201 h 2299792"/>
              <a:gd name="connsiteX10-395" fmla="*/ 2022301 w 2200258"/>
              <a:gd name="connsiteY10-396" fmla="*/ 72486 h 2299792"/>
              <a:gd name="connsiteX0-397" fmla="*/ 141209 w 2200258"/>
              <a:gd name="connsiteY0-398" fmla="*/ 2266485 h 2299792"/>
              <a:gd name="connsiteX1-399" fmla="*/ 150091 w 2200258"/>
              <a:gd name="connsiteY1-400" fmla="*/ 2298066 h 2299792"/>
              <a:gd name="connsiteX2-401" fmla="*/ 115916 w 2200258"/>
              <a:gd name="connsiteY2-402" fmla="*/ 2299792 h 2299792"/>
              <a:gd name="connsiteX3-403" fmla="*/ 75907 w 2200258"/>
              <a:gd name="connsiteY3-404" fmla="*/ 2190479 h 2299792"/>
              <a:gd name="connsiteX4-405" fmla="*/ 0 w 2200258"/>
              <a:gd name="connsiteY4-406" fmla="*/ 1688400 h 2299792"/>
              <a:gd name="connsiteX5-407" fmla="*/ 1688400 w 2200258"/>
              <a:gd name="connsiteY5-408" fmla="*/ 0 h 2299792"/>
              <a:gd name="connsiteX6-409" fmla="*/ 2190479 w 2200258"/>
              <a:gd name="connsiteY6-410" fmla="*/ 75907 h 2299792"/>
              <a:gd name="connsiteX7-411" fmla="*/ 2200258 w 2200258"/>
              <a:gd name="connsiteY7-412" fmla="*/ 79486 h 2299792"/>
              <a:gd name="connsiteX8-413" fmla="*/ 2198280 w 2200258"/>
              <a:gd name="connsiteY8-414" fmla="*/ 118652 h 2299792"/>
              <a:gd name="connsiteX9-415" fmla="*/ 2120379 w 2200258"/>
              <a:gd name="connsiteY9-416" fmla="*/ 95201 h 2299792"/>
              <a:gd name="connsiteX0-417" fmla="*/ 141209 w 2200258"/>
              <a:gd name="connsiteY0-418" fmla="*/ 2266485 h 2299792"/>
              <a:gd name="connsiteX1-419" fmla="*/ 150091 w 2200258"/>
              <a:gd name="connsiteY1-420" fmla="*/ 2298066 h 2299792"/>
              <a:gd name="connsiteX2-421" fmla="*/ 115916 w 2200258"/>
              <a:gd name="connsiteY2-422" fmla="*/ 2299792 h 2299792"/>
              <a:gd name="connsiteX3-423" fmla="*/ 75907 w 2200258"/>
              <a:gd name="connsiteY3-424" fmla="*/ 2190479 h 2299792"/>
              <a:gd name="connsiteX4-425" fmla="*/ 0 w 2200258"/>
              <a:gd name="connsiteY4-426" fmla="*/ 1688400 h 2299792"/>
              <a:gd name="connsiteX5-427" fmla="*/ 1688400 w 2200258"/>
              <a:gd name="connsiteY5-428" fmla="*/ 0 h 2299792"/>
              <a:gd name="connsiteX6-429" fmla="*/ 2190479 w 2200258"/>
              <a:gd name="connsiteY6-430" fmla="*/ 75907 h 2299792"/>
              <a:gd name="connsiteX7-431" fmla="*/ 2200258 w 2200258"/>
              <a:gd name="connsiteY7-432" fmla="*/ 79486 h 2299792"/>
              <a:gd name="connsiteX8-433" fmla="*/ 2198280 w 2200258"/>
              <a:gd name="connsiteY8-434" fmla="*/ 118652 h 2299792"/>
              <a:gd name="connsiteX0-435" fmla="*/ 141209 w 2200258"/>
              <a:gd name="connsiteY0-436" fmla="*/ 2266485 h 2299792"/>
              <a:gd name="connsiteX1-437" fmla="*/ 150091 w 2200258"/>
              <a:gd name="connsiteY1-438" fmla="*/ 2298066 h 2299792"/>
              <a:gd name="connsiteX2-439" fmla="*/ 115916 w 2200258"/>
              <a:gd name="connsiteY2-440" fmla="*/ 2299792 h 2299792"/>
              <a:gd name="connsiteX3-441" fmla="*/ 75907 w 2200258"/>
              <a:gd name="connsiteY3-442" fmla="*/ 2190479 h 2299792"/>
              <a:gd name="connsiteX4-443" fmla="*/ 0 w 2200258"/>
              <a:gd name="connsiteY4-444" fmla="*/ 1688400 h 2299792"/>
              <a:gd name="connsiteX5-445" fmla="*/ 1688400 w 2200258"/>
              <a:gd name="connsiteY5-446" fmla="*/ 0 h 2299792"/>
              <a:gd name="connsiteX6-447" fmla="*/ 2190479 w 2200258"/>
              <a:gd name="connsiteY6-448" fmla="*/ 75907 h 2299792"/>
              <a:gd name="connsiteX7-449" fmla="*/ 2200258 w 2200258"/>
              <a:gd name="connsiteY7-450" fmla="*/ 79486 h 2299792"/>
              <a:gd name="connsiteX0-451" fmla="*/ 150091 w 2200258"/>
              <a:gd name="connsiteY0-452" fmla="*/ 2298066 h 2299792"/>
              <a:gd name="connsiteX1-453" fmla="*/ 115916 w 2200258"/>
              <a:gd name="connsiteY1-454" fmla="*/ 2299792 h 2299792"/>
              <a:gd name="connsiteX2-455" fmla="*/ 75907 w 2200258"/>
              <a:gd name="connsiteY2-456" fmla="*/ 2190479 h 2299792"/>
              <a:gd name="connsiteX3-457" fmla="*/ 0 w 2200258"/>
              <a:gd name="connsiteY3-458" fmla="*/ 1688400 h 2299792"/>
              <a:gd name="connsiteX4-459" fmla="*/ 1688400 w 2200258"/>
              <a:gd name="connsiteY4-460" fmla="*/ 0 h 2299792"/>
              <a:gd name="connsiteX5-461" fmla="*/ 2190479 w 2200258"/>
              <a:gd name="connsiteY5-462" fmla="*/ 75907 h 2299792"/>
              <a:gd name="connsiteX6-463" fmla="*/ 2200258 w 2200258"/>
              <a:gd name="connsiteY6-464" fmla="*/ 79486 h 2299792"/>
              <a:gd name="connsiteX0-465" fmla="*/ 115916 w 2200258"/>
              <a:gd name="connsiteY0-466" fmla="*/ 2299792 h 2299792"/>
              <a:gd name="connsiteX1-467" fmla="*/ 75907 w 2200258"/>
              <a:gd name="connsiteY1-468" fmla="*/ 2190479 h 2299792"/>
              <a:gd name="connsiteX2-469" fmla="*/ 0 w 2200258"/>
              <a:gd name="connsiteY2-470" fmla="*/ 1688400 h 2299792"/>
              <a:gd name="connsiteX3-471" fmla="*/ 1688400 w 2200258"/>
              <a:gd name="connsiteY3-472" fmla="*/ 0 h 2299792"/>
              <a:gd name="connsiteX4-473" fmla="*/ 2190479 w 2200258"/>
              <a:gd name="connsiteY4-474" fmla="*/ 75907 h 2299792"/>
              <a:gd name="connsiteX5-475" fmla="*/ 2200258 w 2200258"/>
              <a:gd name="connsiteY5-476" fmla="*/ 79486 h 229979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3" name="任意多边形: 形状 42"/>
          <p:cNvSpPr/>
          <p:nvPr>
            <p:custDataLst>
              <p:tags r:id="rId26"/>
            </p:custDataLst>
          </p:nvPr>
        </p:nvSpPr>
        <p:spPr>
          <a:xfrm rot="11361091">
            <a:off x="897255" y="1002030"/>
            <a:ext cx="2077085" cy="2169795"/>
          </a:xfrm>
          <a:custGeom>
            <a:avLst/>
            <a:gdLst>
              <a:gd name="connsiteX0" fmla="*/ 1576880 w 2129549"/>
              <a:gd name="connsiteY0" fmla="*/ 3 h 2235262"/>
              <a:gd name="connsiteX1" fmla="*/ 2079319 w 2129549"/>
              <a:gd name="connsiteY1" fmla="*/ 80042 h 2235262"/>
              <a:gd name="connsiteX2" fmla="*/ 2118665 w 2129549"/>
              <a:gd name="connsiteY2" fmla="*/ 92278 h 2235262"/>
              <a:gd name="connsiteX3" fmla="*/ 2129549 w 2129549"/>
              <a:gd name="connsiteY3" fmla="*/ 97649 h 2235262"/>
              <a:gd name="connsiteX4" fmla="*/ 2127280 w 2129549"/>
              <a:gd name="connsiteY4" fmla="*/ 142583 h 2235262"/>
              <a:gd name="connsiteX5" fmla="*/ 2088879 w 2129549"/>
              <a:gd name="connsiteY5" fmla="*/ 128528 h 2235262"/>
              <a:gd name="connsiteX6" fmla="*/ 1621593 w 2129549"/>
              <a:gd name="connsiteY6" fmla="*/ 57881 h 2235262"/>
              <a:gd name="connsiteX7" fmla="*/ 50193 w 2129549"/>
              <a:gd name="connsiteY7" fmla="*/ 1629281 h 2235262"/>
              <a:gd name="connsiteX8" fmla="*/ 120840 w 2129549"/>
              <a:gd name="connsiteY8" fmla="*/ 2096567 h 2235262"/>
              <a:gd name="connsiteX9" fmla="*/ 168774 w 2129549"/>
              <a:gd name="connsiteY9" fmla="*/ 2227534 h 2235262"/>
              <a:gd name="connsiteX10" fmla="*/ 118139 w 2129549"/>
              <a:gd name="connsiteY10" fmla="*/ 2235262 h 2235262"/>
              <a:gd name="connsiteX11" fmla="*/ 116648 w 2129549"/>
              <a:gd name="connsiteY11" fmla="*/ 2232748 h 2235262"/>
              <a:gd name="connsiteX12" fmla="*/ 88594 w 2129549"/>
              <a:gd name="connsiteY12" fmla="*/ 2156492 h 2235262"/>
              <a:gd name="connsiteX13" fmla="*/ 488 w 2129549"/>
              <a:gd name="connsiteY13" fmla="*/ 1627854 h 2235262"/>
              <a:gd name="connsiteX14" fmla="*/ 52875 w 2129549"/>
              <a:gd name="connsiteY14" fmla="*/ 1225423 h 2235262"/>
              <a:gd name="connsiteX15" fmla="*/ 53758 w 2129549"/>
              <a:gd name="connsiteY15" fmla="*/ 1216741 h 2235262"/>
              <a:gd name="connsiteX16" fmla="*/ 62512 w 2129549"/>
              <a:gd name="connsiteY16" fmla="*/ 1210578 h 2235262"/>
              <a:gd name="connsiteX17" fmla="*/ 79069 w 2129549"/>
              <a:gd name="connsiteY17" fmla="*/ 1184942 h 2235262"/>
              <a:gd name="connsiteX18" fmla="*/ 162413 w 2129549"/>
              <a:gd name="connsiteY18" fmla="*/ 930148 h 2235262"/>
              <a:gd name="connsiteX19" fmla="*/ 467213 w 2129549"/>
              <a:gd name="connsiteY19" fmla="*/ 472948 h 2235262"/>
              <a:gd name="connsiteX20" fmla="*/ 855357 w 2129549"/>
              <a:gd name="connsiteY20" fmla="*/ 203867 h 2235262"/>
              <a:gd name="connsiteX21" fmla="*/ 1498294 w 2129549"/>
              <a:gd name="connsiteY21" fmla="*/ 3842 h 2235262"/>
              <a:gd name="connsiteX22" fmla="*/ 1576880 w 2129549"/>
              <a:gd name="connsiteY22" fmla="*/ 3 h 2235262"/>
              <a:gd name="connsiteX0-1" fmla="*/ 2079319 w 2170759"/>
              <a:gd name="connsiteY0-2" fmla="*/ 80042 h 2235262"/>
              <a:gd name="connsiteX1-3" fmla="*/ 2118665 w 2170759"/>
              <a:gd name="connsiteY1-4" fmla="*/ 92278 h 2235262"/>
              <a:gd name="connsiteX2-5" fmla="*/ 2129549 w 2170759"/>
              <a:gd name="connsiteY2-6" fmla="*/ 97649 h 2235262"/>
              <a:gd name="connsiteX3-7" fmla="*/ 2127280 w 2170759"/>
              <a:gd name="connsiteY3-8" fmla="*/ 142583 h 2235262"/>
              <a:gd name="connsiteX4-9" fmla="*/ 2088879 w 2170759"/>
              <a:gd name="connsiteY4-10" fmla="*/ 128528 h 2235262"/>
              <a:gd name="connsiteX5-11" fmla="*/ 1621593 w 2170759"/>
              <a:gd name="connsiteY5-12" fmla="*/ 57881 h 2235262"/>
              <a:gd name="connsiteX6-13" fmla="*/ 50193 w 2170759"/>
              <a:gd name="connsiteY6-14" fmla="*/ 1629281 h 2235262"/>
              <a:gd name="connsiteX7-15" fmla="*/ 120840 w 2170759"/>
              <a:gd name="connsiteY7-16" fmla="*/ 2096567 h 2235262"/>
              <a:gd name="connsiteX8-17" fmla="*/ 168774 w 2170759"/>
              <a:gd name="connsiteY8-18" fmla="*/ 2227534 h 2235262"/>
              <a:gd name="connsiteX9-19" fmla="*/ 118139 w 2170759"/>
              <a:gd name="connsiteY9-20" fmla="*/ 2235262 h 2235262"/>
              <a:gd name="connsiteX10-21" fmla="*/ 116648 w 2170759"/>
              <a:gd name="connsiteY10-22" fmla="*/ 2232748 h 2235262"/>
              <a:gd name="connsiteX11-23" fmla="*/ 88594 w 2170759"/>
              <a:gd name="connsiteY11-24" fmla="*/ 2156492 h 2235262"/>
              <a:gd name="connsiteX12-25" fmla="*/ 488 w 2170759"/>
              <a:gd name="connsiteY12-26" fmla="*/ 1627854 h 2235262"/>
              <a:gd name="connsiteX13-27" fmla="*/ 52875 w 2170759"/>
              <a:gd name="connsiteY13-28" fmla="*/ 1225423 h 2235262"/>
              <a:gd name="connsiteX14-29" fmla="*/ 53758 w 2170759"/>
              <a:gd name="connsiteY14-30" fmla="*/ 1216741 h 2235262"/>
              <a:gd name="connsiteX15-31" fmla="*/ 62512 w 2170759"/>
              <a:gd name="connsiteY15-32" fmla="*/ 1210578 h 2235262"/>
              <a:gd name="connsiteX16-33" fmla="*/ 79069 w 2170759"/>
              <a:gd name="connsiteY16-34" fmla="*/ 1184942 h 2235262"/>
              <a:gd name="connsiteX17-35" fmla="*/ 162413 w 2170759"/>
              <a:gd name="connsiteY17-36" fmla="*/ 930148 h 2235262"/>
              <a:gd name="connsiteX18-37" fmla="*/ 467213 w 2170759"/>
              <a:gd name="connsiteY18-38" fmla="*/ 472948 h 2235262"/>
              <a:gd name="connsiteX19-39" fmla="*/ 855357 w 2170759"/>
              <a:gd name="connsiteY19-40" fmla="*/ 203867 h 2235262"/>
              <a:gd name="connsiteX20-41" fmla="*/ 1498294 w 2170759"/>
              <a:gd name="connsiteY20-42" fmla="*/ 3842 h 2235262"/>
              <a:gd name="connsiteX21-43" fmla="*/ 1576880 w 2170759"/>
              <a:gd name="connsiteY21-44" fmla="*/ 3 h 2235262"/>
              <a:gd name="connsiteX22-45" fmla="*/ 2170759 w 2170759"/>
              <a:gd name="connsiteY22-46" fmla="*/ 171482 h 2235262"/>
              <a:gd name="connsiteX0-47" fmla="*/ 2079319 w 2129549"/>
              <a:gd name="connsiteY0-48" fmla="*/ 80039 h 2235259"/>
              <a:gd name="connsiteX1-49" fmla="*/ 2118665 w 2129549"/>
              <a:gd name="connsiteY1-50" fmla="*/ 92275 h 2235259"/>
              <a:gd name="connsiteX2-51" fmla="*/ 2129549 w 2129549"/>
              <a:gd name="connsiteY2-52" fmla="*/ 97646 h 2235259"/>
              <a:gd name="connsiteX3-53" fmla="*/ 2127280 w 2129549"/>
              <a:gd name="connsiteY3-54" fmla="*/ 142580 h 2235259"/>
              <a:gd name="connsiteX4-55" fmla="*/ 2088879 w 2129549"/>
              <a:gd name="connsiteY4-56" fmla="*/ 128525 h 2235259"/>
              <a:gd name="connsiteX5-57" fmla="*/ 1621593 w 2129549"/>
              <a:gd name="connsiteY5-58" fmla="*/ 57878 h 2235259"/>
              <a:gd name="connsiteX6-59" fmla="*/ 50193 w 2129549"/>
              <a:gd name="connsiteY6-60" fmla="*/ 1629278 h 2235259"/>
              <a:gd name="connsiteX7-61" fmla="*/ 120840 w 2129549"/>
              <a:gd name="connsiteY7-62" fmla="*/ 2096564 h 2235259"/>
              <a:gd name="connsiteX8-63" fmla="*/ 168774 w 2129549"/>
              <a:gd name="connsiteY8-64" fmla="*/ 2227531 h 2235259"/>
              <a:gd name="connsiteX9-65" fmla="*/ 118139 w 2129549"/>
              <a:gd name="connsiteY9-66" fmla="*/ 2235259 h 2235259"/>
              <a:gd name="connsiteX10-67" fmla="*/ 116648 w 2129549"/>
              <a:gd name="connsiteY10-68" fmla="*/ 2232745 h 2235259"/>
              <a:gd name="connsiteX11-69" fmla="*/ 88594 w 2129549"/>
              <a:gd name="connsiteY11-70" fmla="*/ 2156489 h 2235259"/>
              <a:gd name="connsiteX12-71" fmla="*/ 488 w 2129549"/>
              <a:gd name="connsiteY12-72" fmla="*/ 1627851 h 2235259"/>
              <a:gd name="connsiteX13-73" fmla="*/ 52875 w 2129549"/>
              <a:gd name="connsiteY13-74" fmla="*/ 1225420 h 2235259"/>
              <a:gd name="connsiteX14-75" fmla="*/ 53758 w 2129549"/>
              <a:gd name="connsiteY14-76" fmla="*/ 1216738 h 2235259"/>
              <a:gd name="connsiteX15-77" fmla="*/ 62512 w 2129549"/>
              <a:gd name="connsiteY15-78" fmla="*/ 1210575 h 2235259"/>
              <a:gd name="connsiteX16-79" fmla="*/ 79069 w 2129549"/>
              <a:gd name="connsiteY16-80" fmla="*/ 1184939 h 2235259"/>
              <a:gd name="connsiteX17-81" fmla="*/ 162413 w 2129549"/>
              <a:gd name="connsiteY17-82" fmla="*/ 930145 h 2235259"/>
              <a:gd name="connsiteX18-83" fmla="*/ 467213 w 2129549"/>
              <a:gd name="connsiteY18-84" fmla="*/ 472945 h 2235259"/>
              <a:gd name="connsiteX19-85" fmla="*/ 855357 w 2129549"/>
              <a:gd name="connsiteY19-86" fmla="*/ 203864 h 2235259"/>
              <a:gd name="connsiteX20-87" fmla="*/ 1498294 w 2129549"/>
              <a:gd name="connsiteY20-88" fmla="*/ 3839 h 2235259"/>
              <a:gd name="connsiteX21-89" fmla="*/ 1576880 w 2129549"/>
              <a:gd name="connsiteY21-90" fmla="*/ 0 h 2235259"/>
              <a:gd name="connsiteX0-91" fmla="*/ 2118665 w 2129549"/>
              <a:gd name="connsiteY0-92" fmla="*/ 92275 h 2235259"/>
              <a:gd name="connsiteX1-93" fmla="*/ 2129549 w 2129549"/>
              <a:gd name="connsiteY1-94" fmla="*/ 97646 h 2235259"/>
              <a:gd name="connsiteX2-95" fmla="*/ 2127280 w 2129549"/>
              <a:gd name="connsiteY2-96" fmla="*/ 142580 h 2235259"/>
              <a:gd name="connsiteX3-97" fmla="*/ 2088879 w 2129549"/>
              <a:gd name="connsiteY3-98" fmla="*/ 128525 h 2235259"/>
              <a:gd name="connsiteX4-99" fmla="*/ 1621593 w 2129549"/>
              <a:gd name="connsiteY4-100" fmla="*/ 57878 h 2235259"/>
              <a:gd name="connsiteX5-101" fmla="*/ 50193 w 2129549"/>
              <a:gd name="connsiteY5-102" fmla="*/ 1629278 h 2235259"/>
              <a:gd name="connsiteX6-103" fmla="*/ 120840 w 2129549"/>
              <a:gd name="connsiteY6-104" fmla="*/ 2096564 h 2235259"/>
              <a:gd name="connsiteX7-105" fmla="*/ 168774 w 2129549"/>
              <a:gd name="connsiteY7-106" fmla="*/ 2227531 h 2235259"/>
              <a:gd name="connsiteX8-107" fmla="*/ 118139 w 2129549"/>
              <a:gd name="connsiteY8-108" fmla="*/ 2235259 h 2235259"/>
              <a:gd name="connsiteX9-109" fmla="*/ 116648 w 2129549"/>
              <a:gd name="connsiteY9-110" fmla="*/ 2232745 h 2235259"/>
              <a:gd name="connsiteX10-111" fmla="*/ 88594 w 2129549"/>
              <a:gd name="connsiteY10-112" fmla="*/ 2156489 h 2235259"/>
              <a:gd name="connsiteX11-113" fmla="*/ 488 w 2129549"/>
              <a:gd name="connsiteY11-114" fmla="*/ 1627851 h 2235259"/>
              <a:gd name="connsiteX12-115" fmla="*/ 52875 w 2129549"/>
              <a:gd name="connsiteY12-116" fmla="*/ 1225420 h 2235259"/>
              <a:gd name="connsiteX13-117" fmla="*/ 53758 w 2129549"/>
              <a:gd name="connsiteY13-118" fmla="*/ 1216738 h 2235259"/>
              <a:gd name="connsiteX14-119" fmla="*/ 62512 w 2129549"/>
              <a:gd name="connsiteY14-120" fmla="*/ 1210575 h 2235259"/>
              <a:gd name="connsiteX15-121" fmla="*/ 79069 w 2129549"/>
              <a:gd name="connsiteY15-122" fmla="*/ 1184939 h 2235259"/>
              <a:gd name="connsiteX16-123" fmla="*/ 162413 w 2129549"/>
              <a:gd name="connsiteY16-124" fmla="*/ 930145 h 2235259"/>
              <a:gd name="connsiteX17-125" fmla="*/ 467213 w 2129549"/>
              <a:gd name="connsiteY17-126" fmla="*/ 472945 h 2235259"/>
              <a:gd name="connsiteX18-127" fmla="*/ 855357 w 2129549"/>
              <a:gd name="connsiteY18-128" fmla="*/ 203864 h 2235259"/>
              <a:gd name="connsiteX19-129" fmla="*/ 1498294 w 2129549"/>
              <a:gd name="connsiteY19-130" fmla="*/ 3839 h 2235259"/>
              <a:gd name="connsiteX20-131" fmla="*/ 1576880 w 2129549"/>
              <a:gd name="connsiteY20-132" fmla="*/ 0 h 2235259"/>
              <a:gd name="connsiteX0-133" fmla="*/ 2118665 w 2127280"/>
              <a:gd name="connsiteY0-134" fmla="*/ 92275 h 2235259"/>
              <a:gd name="connsiteX1-135" fmla="*/ 2127280 w 2127280"/>
              <a:gd name="connsiteY1-136" fmla="*/ 142580 h 2235259"/>
              <a:gd name="connsiteX2-137" fmla="*/ 2088879 w 2127280"/>
              <a:gd name="connsiteY2-138" fmla="*/ 128525 h 2235259"/>
              <a:gd name="connsiteX3-139" fmla="*/ 1621593 w 2127280"/>
              <a:gd name="connsiteY3-140" fmla="*/ 57878 h 2235259"/>
              <a:gd name="connsiteX4-141" fmla="*/ 50193 w 2127280"/>
              <a:gd name="connsiteY4-142" fmla="*/ 1629278 h 2235259"/>
              <a:gd name="connsiteX5-143" fmla="*/ 120840 w 2127280"/>
              <a:gd name="connsiteY5-144" fmla="*/ 2096564 h 2235259"/>
              <a:gd name="connsiteX6-145" fmla="*/ 168774 w 2127280"/>
              <a:gd name="connsiteY6-146" fmla="*/ 2227531 h 2235259"/>
              <a:gd name="connsiteX7-147" fmla="*/ 118139 w 2127280"/>
              <a:gd name="connsiteY7-148" fmla="*/ 2235259 h 2235259"/>
              <a:gd name="connsiteX8-149" fmla="*/ 116648 w 2127280"/>
              <a:gd name="connsiteY8-150" fmla="*/ 2232745 h 2235259"/>
              <a:gd name="connsiteX9-151" fmla="*/ 88594 w 2127280"/>
              <a:gd name="connsiteY9-152" fmla="*/ 2156489 h 2235259"/>
              <a:gd name="connsiteX10-153" fmla="*/ 488 w 2127280"/>
              <a:gd name="connsiteY10-154" fmla="*/ 1627851 h 2235259"/>
              <a:gd name="connsiteX11-155" fmla="*/ 52875 w 2127280"/>
              <a:gd name="connsiteY11-156" fmla="*/ 1225420 h 2235259"/>
              <a:gd name="connsiteX12-157" fmla="*/ 53758 w 2127280"/>
              <a:gd name="connsiteY12-158" fmla="*/ 1216738 h 2235259"/>
              <a:gd name="connsiteX13-159" fmla="*/ 62512 w 2127280"/>
              <a:gd name="connsiteY13-160" fmla="*/ 1210575 h 2235259"/>
              <a:gd name="connsiteX14-161" fmla="*/ 79069 w 2127280"/>
              <a:gd name="connsiteY14-162" fmla="*/ 1184939 h 2235259"/>
              <a:gd name="connsiteX15-163" fmla="*/ 162413 w 2127280"/>
              <a:gd name="connsiteY15-164" fmla="*/ 930145 h 2235259"/>
              <a:gd name="connsiteX16-165" fmla="*/ 467213 w 2127280"/>
              <a:gd name="connsiteY16-166" fmla="*/ 472945 h 2235259"/>
              <a:gd name="connsiteX17-167" fmla="*/ 855357 w 2127280"/>
              <a:gd name="connsiteY17-168" fmla="*/ 203864 h 2235259"/>
              <a:gd name="connsiteX18-169" fmla="*/ 1498294 w 2127280"/>
              <a:gd name="connsiteY18-170" fmla="*/ 3839 h 2235259"/>
              <a:gd name="connsiteX19-171" fmla="*/ 1576880 w 2127280"/>
              <a:gd name="connsiteY19-172" fmla="*/ 0 h 2235259"/>
              <a:gd name="connsiteX0-173" fmla="*/ 2127280 w 2127280"/>
              <a:gd name="connsiteY0-174" fmla="*/ 142580 h 2235259"/>
              <a:gd name="connsiteX1-175" fmla="*/ 2088879 w 2127280"/>
              <a:gd name="connsiteY1-176" fmla="*/ 128525 h 2235259"/>
              <a:gd name="connsiteX2-177" fmla="*/ 1621593 w 2127280"/>
              <a:gd name="connsiteY2-178" fmla="*/ 57878 h 2235259"/>
              <a:gd name="connsiteX3-179" fmla="*/ 50193 w 2127280"/>
              <a:gd name="connsiteY3-180" fmla="*/ 1629278 h 2235259"/>
              <a:gd name="connsiteX4-181" fmla="*/ 120840 w 2127280"/>
              <a:gd name="connsiteY4-182" fmla="*/ 2096564 h 2235259"/>
              <a:gd name="connsiteX5-183" fmla="*/ 168774 w 2127280"/>
              <a:gd name="connsiteY5-184" fmla="*/ 2227531 h 2235259"/>
              <a:gd name="connsiteX6-185" fmla="*/ 118139 w 2127280"/>
              <a:gd name="connsiteY6-186" fmla="*/ 2235259 h 2235259"/>
              <a:gd name="connsiteX7-187" fmla="*/ 116648 w 2127280"/>
              <a:gd name="connsiteY7-188" fmla="*/ 2232745 h 2235259"/>
              <a:gd name="connsiteX8-189" fmla="*/ 88594 w 2127280"/>
              <a:gd name="connsiteY8-190" fmla="*/ 2156489 h 2235259"/>
              <a:gd name="connsiteX9-191" fmla="*/ 488 w 2127280"/>
              <a:gd name="connsiteY9-192" fmla="*/ 1627851 h 2235259"/>
              <a:gd name="connsiteX10-193" fmla="*/ 52875 w 2127280"/>
              <a:gd name="connsiteY10-194" fmla="*/ 1225420 h 2235259"/>
              <a:gd name="connsiteX11-195" fmla="*/ 53758 w 2127280"/>
              <a:gd name="connsiteY11-196" fmla="*/ 1216738 h 2235259"/>
              <a:gd name="connsiteX12-197" fmla="*/ 62512 w 2127280"/>
              <a:gd name="connsiteY12-198" fmla="*/ 1210575 h 2235259"/>
              <a:gd name="connsiteX13-199" fmla="*/ 79069 w 2127280"/>
              <a:gd name="connsiteY13-200" fmla="*/ 1184939 h 2235259"/>
              <a:gd name="connsiteX14-201" fmla="*/ 162413 w 2127280"/>
              <a:gd name="connsiteY14-202" fmla="*/ 930145 h 2235259"/>
              <a:gd name="connsiteX15-203" fmla="*/ 467213 w 2127280"/>
              <a:gd name="connsiteY15-204" fmla="*/ 472945 h 2235259"/>
              <a:gd name="connsiteX16-205" fmla="*/ 855357 w 2127280"/>
              <a:gd name="connsiteY16-206" fmla="*/ 203864 h 2235259"/>
              <a:gd name="connsiteX17-207" fmla="*/ 1498294 w 2127280"/>
              <a:gd name="connsiteY17-208" fmla="*/ 3839 h 2235259"/>
              <a:gd name="connsiteX18-209" fmla="*/ 1576880 w 2127280"/>
              <a:gd name="connsiteY18-210" fmla="*/ 0 h 2235259"/>
              <a:gd name="connsiteX0-211" fmla="*/ 2127280 w 2127280"/>
              <a:gd name="connsiteY0-212" fmla="*/ 138741 h 2231420"/>
              <a:gd name="connsiteX1-213" fmla="*/ 2088879 w 2127280"/>
              <a:gd name="connsiteY1-214" fmla="*/ 124686 h 2231420"/>
              <a:gd name="connsiteX2-215" fmla="*/ 1621593 w 2127280"/>
              <a:gd name="connsiteY2-216" fmla="*/ 54039 h 2231420"/>
              <a:gd name="connsiteX3-217" fmla="*/ 50193 w 2127280"/>
              <a:gd name="connsiteY3-218" fmla="*/ 1625439 h 2231420"/>
              <a:gd name="connsiteX4-219" fmla="*/ 120840 w 2127280"/>
              <a:gd name="connsiteY4-220" fmla="*/ 2092725 h 2231420"/>
              <a:gd name="connsiteX5-221" fmla="*/ 168774 w 2127280"/>
              <a:gd name="connsiteY5-222" fmla="*/ 2223692 h 2231420"/>
              <a:gd name="connsiteX6-223" fmla="*/ 118139 w 2127280"/>
              <a:gd name="connsiteY6-224" fmla="*/ 2231420 h 2231420"/>
              <a:gd name="connsiteX7-225" fmla="*/ 116648 w 2127280"/>
              <a:gd name="connsiteY7-226" fmla="*/ 2228906 h 2231420"/>
              <a:gd name="connsiteX8-227" fmla="*/ 88594 w 2127280"/>
              <a:gd name="connsiteY8-228" fmla="*/ 2152650 h 2231420"/>
              <a:gd name="connsiteX9-229" fmla="*/ 488 w 2127280"/>
              <a:gd name="connsiteY9-230" fmla="*/ 1624012 h 2231420"/>
              <a:gd name="connsiteX10-231" fmla="*/ 52875 w 2127280"/>
              <a:gd name="connsiteY10-232" fmla="*/ 1221581 h 2231420"/>
              <a:gd name="connsiteX11-233" fmla="*/ 53758 w 2127280"/>
              <a:gd name="connsiteY11-234" fmla="*/ 1212899 h 2231420"/>
              <a:gd name="connsiteX12-235" fmla="*/ 62512 w 2127280"/>
              <a:gd name="connsiteY12-236" fmla="*/ 1206736 h 2231420"/>
              <a:gd name="connsiteX13-237" fmla="*/ 79069 w 2127280"/>
              <a:gd name="connsiteY13-238" fmla="*/ 1181100 h 2231420"/>
              <a:gd name="connsiteX14-239" fmla="*/ 162413 w 2127280"/>
              <a:gd name="connsiteY14-240" fmla="*/ 926306 h 2231420"/>
              <a:gd name="connsiteX15-241" fmla="*/ 467213 w 2127280"/>
              <a:gd name="connsiteY15-242" fmla="*/ 469106 h 2231420"/>
              <a:gd name="connsiteX16-243" fmla="*/ 855357 w 2127280"/>
              <a:gd name="connsiteY16-244" fmla="*/ 200025 h 2231420"/>
              <a:gd name="connsiteX17-245" fmla="*/ 1498294 w 2127280"/>
              <a:gd name="connsiteY17-246" fmla="*/ 0 h 2231420"/>
              <a:gd name="connsiteX0-247" fmla="*/ 2127280 w 2127280"/>
              <a:gd name="connsiteY0-248" fmla="*/ 84702 h 2177381"/>
              <a:gd name="connsiteX1-249" fmla="*/ 2088879 w 2127280"/>
              <a:gd name="connsiteY1-250" fmla="*/ 70647 h 2177381"/>
              <a:gd name="connsiteX2-251" fmla="*/ 1621593 w 2127280"/>
              <a:gd name="connsiteY2-252" fmla="*/ 0 h 2177381"/>
              <a:gd name="connsiteX3-253" fmla="*/ 50193 w 2127280"/>
              <a:gd name="connsiteY3-254" fmla="*/ 1571400 h 2177381"/>
              <a:gd name="connsiteX4-255" fmla="*/ 120840 w 2127280"/>
              <a:gd name="connsiteY4-256" fmla="*/ 2038686 h 2177381"/>
              <a:gd name="connsiteX5-257" fmla="*/ 168774 w 2127280"/>
              <a:gd name="connsiteY5-258" fmla="*/ 2169653 h 2177381"/>
              <a:gd name="connsiteX6-259" fmla="*/ 118139 w 2127280"/>
              <a:gd name="connsiteY6-260" fmla="*/ 2177381 h 2177381"/>
              <a:gd name="connsiteX7-261" fmla="*/ 116648 w 2127280"/>
              <a:gd name="connsiteY7-262" fmla="*/ 2174867 h 2177381"/>
              <a:gd name="connsiteX8-263" fmla="*/ 88594 w 2127280"/>
              <a:gd name="connsiteY8-264" fmla="*/ 2098611 h 2177381"/>
              <a:gd name="connsiteX9-265" fmla="*/ 488 w 2127280"/>
              <a:gd name="connsiteY9-266" fmla="*/ 1569973 h 2177381"/>
              <a:gd name="connsiteX10-267" fmla="*/ 52875 w 2127280"/>
              <a:gd name="connsiteY10-268" fmla="*/ 1167542 h 2177381"/>
              <a:gd name="connsiteX11-269" fmla="*/ 53758 w 2127280"/>
              <a:gd name="connsiteY11-270" fmla="*/ 1158860 h 2177381"/>
              <a:gd name="connsiteX12-271" fmla="*/ 62512 w 2127280"/>
              <a:gd name="connsiteY12-272" fmla="*/ 1152697 h 2177381"/>
              <a:gd name="connsiteX13-273" fmla="*/ 79069 w 2127280"/>
              <a:gd name="connsiteY13-274" fmla="*/ 1127061 h 2177381"/>
              <a:gd name="connsiteX14-275" fmla="*/ 162413 w 2127280"/>
              <a:gd name="connsiteY14-276" fmla="*/ 872267 h 2177381"/>
              <a:gd name="connsiteX15-277" fmla="*/ 467213 w 2127280"/>
              <a:gd name="connsiteY15-278" fmla="*/ 415067 h 2177381"/>
              <a:gd name="connsiteX16-279" fmla="*/ 855357 w 2127280"/>
              <a:gd name="connsiteY16-280" fmla="*/ 145986 h 2177381"/>
              <a:gd name="connsiteX0-281" fmla="*/ 2127280 w 2127280"/>
              <a:gd name="connsiteY0-282" fmla="*/ 84702 h 2177381"/>
              <a:gd name="connsiteX1-283" fmla="*/ 2088879 w 2127280"/>
              <a:gd name="connsiteY1-284" fmla="*/ 70647 h 2177381"/>
              <a:gd name="connsiteX2-285" fmla="*/ 1621593 w 2127280"/>
              <a:gd name="connsiteY2-286" fmla="*/ 0 h 2177381"/>
              <a:gd name="connsiteX3-287" fmla="*/ 50193 w 2127280"/>
              <a:gd name="connsiteY3-288" fmla="*/ 1571400 h 2177381"/>
              <a:gd name="connsiteX4-289" fmla="*/ 120840 w 2127280"/>
              <a:gd name="connsiteY4-290" fmla="*/ 2038686 h 2177381"/>
              <a:gd name="connsiteX5-291" fmla="*/ 168774 w 2127280"/>
              <a:gd name="connsiteY5-292" fmla="*/ 2169653 h 2177381"/>
              <a:gd name="connsiteX6-293" fmla="*/ 118139 w 2127280"/>
              <a:gd name="connsiteY6-294" fmla="*/ 2177381 h 2177381"/>
              <a:gd name="connsiteX7-295" fmla="*/ 116648 w 2127280"/>
              <a:gd name="connsiteY7-296" fmla="*/ 2174867 h 2177381"/>
              <a:gd name="connsiteX8-297" fmla="*/ 88594 w 2127280"/>
              <a:gd name="connsiteY8-298" fmla="*/ 2098611 h 2177381"/>
              <a:gd name="connsiteX9-299" fmla="*/ 488 w 2127280"/>
              <a:gd name="connsiteY9-300" fmla="*/ 1569973 h 2177381"/>
              <a:gd name="connsiteX10-301" fmla="*/ 52875 w 2127280"/>
              <a:gd name="connsiteY10-302" fmla="*/ 1167542 h 2177381"/>
              <a:gd name="connsiteX11-303" fmla="*/ 53758 w 2127280"/>
              <a:gd name="connsiteY11-304" fmla="*/ 1158860 h 2177381"/>
              <a:gd name="connsiteX12-305" fmla="*/ 62512 w 2127280"/>
              <a:gd name="connsiteY12-306" fmla="*/ 1152697 h 2177381"/>
              <a:gd name="connsiteX13-307" fmla="*/ 79069 w 2127280"/>
              <a:gd name="connsiteY13-308" fmla="*/ 1127061 h 2177381"/>
              <a:gd name="connsiteX14-309" fmla="*/ 162413 w 2127280"/>
              <a:gd name="connsiteY14-310" fmla="*/ 872267 h 2177381"/>
              <a:gd name="connsiteX15-311" fmla="*/ 467213 w 2127280"/>
              <a:gd name="connsiteY15-312" fmla="*/ 415067 h 2177381"/>
              <a:gd name="connsiteX0-313" fmla="*/ 2127280 w 2127280"/>
              <a:gd name="connsiteY0-314" fmla="*/ 84702 h 2177381"/>
              <a:gd name="connsiteX1-315" fmla="*/ 2088879 w 2127280"/>
              <a:gd name="connsiteY1-316" fmla="*/ 70647 h 2177381"/>
              <a:gd name="connsiteX2-317" fmla="*/ 1621593 w 2127280"/>
              <a:gd name="connsiteY2-318" fmla="*/ 0 h 2177381"/>
              <a:gd name="connsiteX3-319" fmla="*/ 50193 w 2127280"/>
              <a:gd name="connsiteY3-320" fmla="*/ 1571400 h 2177381"/>
              <a:gd name="connsiteX4-321" fmla="*/ 120840 w 2127280"/>
              <a:gd name="connsiteY4-322" fmla="*/ 2038686 h 2177381"/>
              <a:gd name="connsiteX5-323" fmla="*/ 168774 w 2127280"/>
              <a:gd name="connsiteY5-324" fmla="*/ 2169653 h 2177381"/>
              <a:gd name="connsiteX6-325" fmla="*/ 118139 w 2127280"/>
              <a:gd name="connsiteY6-326" fmla="*/ 2177381 h 2177381"/>
              <a:gd name="connsiteX7-327" fmla="*/ 116648 w 2127280"/>
              <a:gd name="connsiteY7-328" fmla="*/ 2174867 h 2177381"/>
              <a:gd name="connsiteX8-329" fmla="*/ 88594 w 2127280"/>
              <a:gd name="connsiteY8-330" fmla="*/ 2098611 h 2177381"/>
              <a:gd name="connsiteX9-331" fmla="*/ 488 w 2127280"/>
              <a:gd name="connsiteY9-332" fmla="*/ 1569973 h 2177381"/>
              <a:gd name="connsiteX10-333" fmla="*/ 52875 w 2127280"/>
              <a:gd name="connsiteY10-334" fmla="*/ 1167542 h 2177381"/>
              <a:gd name="connsiteX11-335" fmla="*/ 53758 w 2127280"/>
              <a:gd name="connsiteY11-336" fmla="*/ 1158860 h 2177381"/>
              <a:gd name="connsiteX12-337" fmla="*/ 62512 w 2127280"/>
              <a:gd name="connsiteY12-338" fmla="*/ 1152697 h 2177381"/>
              <a:gd name="connsiteX13-339" fmla="*/ 79069 w 2127280"/>
              <a:gd name="connsiteY13-340" fmla="*/ 1127061 h 2177381"/>
              <a:gd name="connsiteX14-341" fmla="*/ 162413 w 2127280"/>
              <a:gd name="connsiteY14-342" fmla="*/ 872267 h 2177381"/>
              <a:gd name="connsiteX0-343" fmla="*/ 2127280 w 2127280"/>
              <a:gd name="connsiteY0-344" fmla="*/ 84702 h 2177381"/>
              <a:gd name="connsiteX1-345" fmla="*/ 2088879 w 2127280"/>
              <a:gd name="connsiteY1-346" fmla="*/ 70647 h 2177381"/>
              <a:gd name="connsiteX2-347" fmla="*/ 1621593 w 2127280"/>
              <a:gd name="connsiteY2-348" fmla="*/ 0 h 2177381"/>
              <a:gd name="connsiteX3-349" fmla="*/ 50193 w 2127280"/>
              <a:gd name="connsiteY3-350" fmla="*/ 1571400 h 2177381"/>
              <a:gd name="connsiteX4-351" fmla="*/ 120840 w 2127280"/>
              <a:gd name="connsiteY4-352" fmla="*/ 2038686 h 2177381"/>
              <a:gd name="connsiteX5-353" fmla="*/ 168774 w 2127280"/>
              <a:gd name="connsiteY5-354" fmla="*/ 2169653 h 2177381"/>
              <a:gd name="connsiteX6-355" fmla="*/ 118139 w 2127280"/>
              <a:gd name="connsiteY6-356" fmla="*/ 2177381 h 2177381"/>
              <a:gd name="connsiteX7-357" fmla="*/ 116648 w 2127280"/>
              <a:gd name="connsiteY7-358" fmla="*/ 2174867 h 2177381"/>
              <a:gd name="connsiteX8-359" fmla="*/ 88594 w 2127280"/>
              <a:gd name="connsiteY8-360" fmla="*/ 2098611 h 2177381"/>
              <a:gd name="connsiteX9-361" fmla="*/ 488 w 2127280"/>
              <a:gd name="connsiteY9-362" fmla="*/ 1569973 h 2177381"/>
              <a:gd name="connsiteX10-363" fmla="*/ 52875 w 2127280"/>
              <a:gd name="connsiteY10-364" fmla="*/ 1167542 h 2177381"/>
              <a:gd name="connsiteX11-365" fmla="*/ 53758 w 2127280"/>
              <a:gd name="connsiteY11-366" fmla="*/ 1158860 h 2177381"/>
              <a:gd name="connsiteX12-367" fmla="*/ 62512 w 2127280"/>
              <a:gd name="connsiteY12-368" fmla="*/ 1152697 h 2177381"/>
              <a:gd name="connsiteX13-369" fmla="*/ 79069 w 2127280"/>
              <a:gd name="connsiteY13-370" fmla="*/ 1127061 h 2177381"/>
              <a:gd name="connsiteX0-371" fmla="*/ 2127280 w 2127280"/>
              <a:gd name="connsiteY0-372" fmla="*/ 84702 h 2177381"/>
              <a:gd name="connsiteX1-373" fmla="*/ 2088879 w 2127280"/>
              <a:gd name="connsiteY1-374" fmla="*/ 70647 h 2177381"/>
              <a:gd name="connsiteX2-375" fmla="*/ 1621593 w 2127280"/>
              <a:gd name="connsiteY2-376" fmla="*/ 0 h 2177381"/>
              <a:gd name="connsiteX3-377" fmla="*/ 50193 w 2127280"/>
              <a:gd name="connsiteY3-378" fmla="*/ 1571400 h 2177381"/>
              <a:gd name="connsiteX4-379" fmla="*/ 120840 w 2127280"/>
              <a:gd name="connsiteY4-380" fmla="*/ 2038686 h 2177381"/>
              <a:gd name="connsiteX5-381" fmla="*/ 168774 w 2127280"/>
              <a:gd name="connsiteY5-382" fmla="*/ 2169653 h 2177381"/>
              <a:gd name="connsiteX6-383" fmla="*/ 118139 w 2127280"/>
              <a:gd name="connsiteY6-384" fmla="*/ 2177381 h 2177381"/>
              <a:gd name="connsiteX7-385" fmla="*/ 116648 w 2127280"/>
              <a:gd name="connsiteY7-386" fmla="*/ 2174867 h 2177381"/>
              <a:gd name="connsiteX8-387" fmla="*/ 88594 w 2127280"/>
              <a:gd name="connsiteY8-388" fmla="*/ 2098611 h 2177381"/>
              <a:gd name="connsiteX9-389" fmla="*/ 488 w 2127280"/>
              <a:gd name="connsiteY9-390" fmla="*/ 1569973 h 2177381"/>
              <a:gd name="connsiteX10-391" fmla="*/ 52875 w 2127280"/>
              <a:gd name="connsiteY10-392" fmla="*/ 1167542 h 2177381"/>
              <a:gd name="connsiteX11-393" fmla="*/ 53758 w 2127280"/>
              <a:gd name="connsiteY11-394" fmla="*/ 1158860 h 2177381"/>
              <a:gd name="connsiteX12-395" fmla="*/ 62512 w 2127280"/>
              <a:gd name="connsiteY12-396" fmla="*/ 1152697 h 2177381"/>
              <a:gd name="connsiteX0-397" fmla="*/ 2127280 w 2127280"/>
              <a:gd name="connsiteY0-398" fmla="*/ 84702 h 2177381"/>
              <a:gd name="connsiteX1-399" fmla="*/ 2088879 w 2127280"/>
              <a:gd name="connsiteY1-400" fmla="*/ 70647 h 2177381"/>
              <a:gd name="connsiteX2-401" fmla="*/ 1621593 w 2127280"/>
              <a:gd name="connsiteY2-402" fmla="*/ 0 h 2177381"/>
              <a:gd name="connsiteX3-403" fmla="*/ 50193 w 2127280"/>
              <a:gd name="connsiteY3-404" fmla="*/ 1571400 h 2177381"/>
              <a:gd name="connsiteX4-405" fmla="*/ 120840 w 2127280"/>
              <a:gd name="connsiteY4-406" fmla="*/ 2038686 h 2177381"/>
              <a:gd name="connsiteX5-407" fmla="*/ 168774 w 2127280"/>
              <a:gd name="connsiteY5-408" fmla="*/ 2169653 h 2177381"/>
              <a:gd name="connsiteX6-409" fmla="*/ 118139 w 2127280"/>
              <a:gd name="connsiteY6-410" fmla="*/ 2177381 h 2177381"/>
              <a:gd name="connsiteX7-411" fmla="*/ 116648 w 2127280"/>
              <a:gd name="connsiteY7-412" fmla="*/ 2174867 h 2177381"/>
              <a:gd name="connsiteX8-413" fmla="*/ 88594 w 2127280"/>
              <a:gd name="connsiteY8-414" fmla="*/ 2098611 h 2177381"/>
              <a:gd name="connsiteX9-415" fmla="*/ 488 w 2127280"/>
              <a:gd name="connsiteY9-416" fmla="*/ 1569973 h 2177381"/>
              <a:gd name="connsiteX10-417" fmla="*/ 52875 w 2127280"/>
              <a:gd name="connsiteY10-418" fmla="*/ 1167542 h 2177381"/>
              <a:gd name="connsiteX11-419" fmla="*/ 53758 w 2127280"/>
              <a:gd name="connsiteY11-420" fmla="*/ 1158860 h 2177381"/>
              <a:gd name="connsiteX0-421" fmla="*/ 2127280 w 2127280"/>
              <a:gd name="connsiteY0-422" fmla="*/ 84702 h 2177381"/>
              <a:gd name="connsiteX1-423" fmla="*/ 2088879 w 2127280"/>
              <a:gd name="connsiteY1-424" fmla="*/ 70647 h 2177381"/>
              <a:gd name="connsiteX2-425" fmla="*/ 1621593 w 2127280"/>
              <a:gd name="connsiteY2-426" fmla="*/ 0 h 2177381"/>
              <a:gd name="connsiteX3-427" fmla="*/ 50193 w 2127280"/>
              <a:gd name="connsiteY3-428" fmla="*/ 1571400 h 2177381"/>
              <a:gd name="connsiteX4-429" fmla="*/ 120840 w 2127280"/>
              <a:gd name="connsiteY4-430" fmla="*/ 2038686 h 2177381"/>
              <a:gd name="connsiteX5-431" fmla="*/ 168774 w 2127280"/>
              <a:gd name="connsiteY5-432" fmla="*/ 2169653 h 2177381"/>
              <a:gd name="connsiteX6-433" fmla="*/ 118139 w 2127280"/>
              <a:gd name="connsiteY6-434" fmla="*/ 2177381 h 2177381"/>
              <a:gd name="connsiteX7-435" fmla="*/ 116648 w 2127280"/>
              <a:gd name="connsiteY7-436" fmla="*/ 2174867 h 2177381"/>
              <a:gd name="connsiteX8-437" fmla="*/ 88594 w 2127280"/>
              <a:gd name="connsiteY8-438" fmla="*/ 2098611 h 2177381"/>
              <a:gd name="connsiteX9-439" fmla="*/ 488 w 2127280"/>
              <a:gd name="connsiteY9-440" fmla="*/ 1569973 h 2177381"/>
              <a:gd name="connsiteX10-441" fmla="*/ 52875 w 2127280"/>
              <a:gd name="connsiteY10-442" fmla="*/ 1167542 h 2177381"/>
              <a:gd name="connsiteX0-443" fmla="*/ 2126792 w 2126792"/>
              <a:gd name="connsiteY0-444" fmla="*/ 84702 h 2177381"/>
              <a:gd name="connsiteX1-445" fmla="*/ 2088391 w 2126792"/>
              <a:gd name="connsiteY1-446" fmla="*/ 70647 h 2177381"/>
              <a:gd name="connsiteX2-447" fmla="*/ 1621105 w 2126792"/>
              <a:gd name="connsiteY2-448" fmla="*/ 0 h 2177381"/>
              <a:gd name="connsiteX3-449" fmla="*/ 49705 w 2126792"/>
              <a:gd name="connsiteY3-450" fmla="*/ 1571400 h 2177381"/>
              <a:gd name="connsiteX4-451" fmla="*/ 120352 w 2126792"/>
              <a:gd name="connsiteY4-452" fmla="*/ 2038686 h 2177381"/>
              <a:gd name="connsiteX5-453" fmla="*/ 168286 w 2126792"/>
              <a:gd name="connsiteY5-454" fmla="*/ 2169653 h 2177381"/>
              <a:gd name="connsiteX6-455" fmla="*/ 117651 w 2126792"/>
              <a:gd name="connsiteY6-456" fmla="*/ 2177381 h 2177381"/>
              <a:gd name="connsiteX7-457" fmla="*/ 116160 w 2126792"/>
              <a:gd name="connsiteY7-458" fmla="*/ 2174867 h 2177381"/>
              <a:gd name="connsiteX8-459" fmla="*/ 88106 w 2126792"/>
              <a:gd name="connsiteY8-460" fmla="*/ 2098611 h 2177381"/>
              <a:gd name="connsiteX9-461" fmla="*/ 0 w 2126792"/>
              <a:gd name="connsiteY9-462" fmla="*/ 1569973 h 2177381"/>
              <a:gd name="connsiteX0-463" fmla="*/ 2077087 w 2077087"/>
              <a:gd name="connsiteY0-464" fmla="*/ 84702 h 2177381"/>
              <a:gd name="connsiteX1-465" fmla="*/ 2038686 w 2077087"/>
              <a:gd name="connsiteY1-466" fmla="*/ 70647 h 2177381"/>
              <a:gd name="connsiteX2-467" fmla="*/ 1571400 w 2077087"/>
              <a:gd name="connsiteY2-468" fmla="*/ 0 h 2177381"/>
              <a:gd name="connsiteX3-469" fmla="*/ 0 w 2077087"/>
              <a:gd name="connsiteY3-470" fmla="*/ 1571400 h 2177381"/>
              <a:gd name="connsiteX4-471" fmla="*/ 70647 w 2077087"/>
              <a:gd name="connsiteY4-472" fmla="*/ 2038686 h 2177381"/>
              <a:gd name="connsiteX5-473" fmla="*/ 118581 w 2077087"/>
              <a:gd name="connsiteY5-474" fmla="*/ 2169653 h 2177381"/>
              <a:gd name="connsiteX6-475" fmla="*/ 67946 w 2077087"/>
              <a:gd name="connsiteY6-476" fmla="*/ 2177381 h 2177381"/>
              <a:gd name="connsiteX7-477" fmla="*/ 66455 w 2077087"/>
              <a:gd name="connsiteY7-478" fmla="*/ 2174867 h 2177381"/>
              <a:gd name="connsiteX8-479" fmla="*/ 38401 w 2077087"/>
              <a:gd name="connsiteY8-480" fmla="*/ 2098611 h 2177381"/>
              <a:gd name="connsiteX0-481" fmla="*/ 2077087 w 2077087"/>
              <a:gd name="connsiteY0-482" fmla="*/ 84702 h 2177381"/>
              <a:gd name="connsiteX1-483" fmla="*/ 2038686 w 2077087"/>
              <a:gd name="connsiteY1-484" fmla="*/ 70647 h 2177381"/>
              <a:gd name="connsiteX2-485" fmla="*/ 1571400 w 2077087"/>
              <a:gd name="connsiteY2-486" fmla="*/ 0 h 2177381"/>
              <a:gd name="connsiteX3-487" fmla="*/ 0 w 2077087"/>
              <a:gd name="connsiteY3-488" fmla="*/ 1571400 h 2177381"/>
              <a:gd name="connsiteX4-489" fmla="*/ 70647 w 2077087"/>
              <a:gd name="connsiteY4-490" fmla="*/ 2038686 h 2177381"/>
              <a:gd name="connsiteX5-491" fmla="*/ 118581 w 2077087"/>
              <a:gd name="connsiteY5-492" fmla="*/ 2169653 h 2177381"/>
              <a:gd name="connsiteX6-493" fmla="*/ 67946 w 2077087"/>
              <a:gd name="connsiteY6-494" fmla="*/ 2177381 h 2177381"/>
              <a:gd name="connsiteX7-495" fmla="*/ 66455 w 2077087"/>
              <a:gd name="connsiteY7-496" fmla="*/ 2174867 h 2177381"/>
              <a:gd name="connsiteX0-497" fmla="*/ 2077087 w 2077087"/>
              <a:gd name="connsiteY0-498" fmla="*/ 84702 h 2177381"/>
              <a:gd name="connsiteX1-499" fmla="*/ 2038686 w 2077087"/>
              <a:gd name="connsiteY1-500" fmla="*/ 70647 h 2177381"/>
              <a:gd name="connsiteX2-501" fmla="*/ 1571400 w 2077087"/>
              <a:gd name="connsiteY2-502" fmla="*/ 0 h 2177381"/>
              <a:gd name="connsiteX3-503" fmla="*/ 0 w 2077087"/>
              <a:gd name="connsiteY3-504" fmla="*/ 1571400 h 2177381"/>
              <a:gd name="connsiteX4-505" fmla="*/ 70647 w 2077087"/>
              <a:gd name="connsiteY4-506" fmla="*/ 2038686 h 2177381"/>
              <a:gd name="connsiteX5-507" fmla="*/ 118581 w 2077087"/>
              <a:gd name="connsiteY5-508" fmla="*/ 2169653 h 2177381"/>
              <a:gd name="connsiteX6-509" fmla="*/ 67946 w 2077087"/>
              <a:gd name="connsiteY6-510" fmla="*/ 2177381 h 2177381"/>
              <a:gd name="connsiteX0-511" fmla="*/ 2077087 w 2077087"/>
              <a:gd name="connsiteY0-512" fmla="*/ 84702 h 2169653"/>
              <a:gd name="connsiteX1-513" fmla="*/ 2038686 w 2077087"/>
              <a:gd name="connsiteY1-514" fmla="*/ 70647 h 2169653"/>
              <a:gd name="connsiteX2-515" fmla="*/ 1571400 w 2077087"/>
              <a:gd name="connsiteY2-516" fmla="*/ 0 h 2169653"/>
              <a:gd name="connsiteX3-517" fmla="*/ 0 w 2077087"/>
              <a:gd name="connsiteY3-518" fmla="*/ 1571400 h 2169653"/>
              <a:gd name="connsiteX4-519" fmla="*/ 70647 w 2077087"/>
              <a:gd name="connsiteY4-520" fmla="*/ 2038686 h 2169653"/>
              <a:gd name="connsiteX5-521" fmla="*/ 118581 w 2077087"/>
              <a:gd name="connsiteY5-522" fmla="*/ 2169653 h 216965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4" name="任意多边形: 形状 43"/>
          <p:cNvSpPr/>
          <p:nvPr>
            <p:custDataLst>
              <p:tags r:id="rId27"/>
            </p:custDataLst>
          </p:nvPr>
        </p:nvSpPr>
        <p:spPr>
          <a:xfrm rot="11361091">
            <a:off x="939800" y="1028065"/>
            <a:ext cx="1832610" cy="1911350"/>
          </a:xfrm>
          <a:custGeom>
            <a:avLst/>
            <a:gdLst>
              <a:gd name="connsiteX0" fmla="*/ 1353600 w 1832676"/>
              <a:gd name="connsiteY0" fmla="*/ 0 h 1911428"/>
              <a:gd name="connsiteX1" fmla="*/ 1756119 w 1832676"/>
              <a:gd name="connsiteY1" fmla="*/ 60855 h 1911428"/>
              <a:gd name="connsiteX2" fmla="*/ 1832676 w 1832676"/>
              <a:gd name="connsiteY2" fmla="*/ 88875 h 1911428"/>
              <a:gd name="connsiteX3" fmla="*/ 1823150 w 1832676"/>
              <a:gd name="connsiteY3" fmla="*/ 151288 h 1911428"/>
              <a:gd name="connsiteX4" fmla="*/ 1755255 w 1832676"/>
              <a:gd name="connsiteY4" fmla="*/ 122052 h 1911428"/>
              <a:gd name="connsiteX5" fmla="*/ 1663689 w 1832676"/>
              <a:gd name="connsiteY5" fmla="*/ 94872 h 1911428"/>
              <a:gd name="connsiteX6" fmla="*/ 1581049 w 1832676"/>
              <a:gd name="connsiteY6" fmla="*/ 81875 h 1911428"/>
              <a:gd name="connsiteX7" fmla="*/ 1557351 w 1832676"/>
              <a:gd name="connsiteY7" fmla="*/ 73553 h 1911428"/>
              <a:gd name="connsiteX8" fmla="*/ 1435089 w 1832676"/>
              <a:gd name="connsiteY8" fmla="*/ 42485 h 1911428"/>
              <a:gd name="connsiteX9" fmla="*/ 1353494 w 1832676"/>
              <a:gd name="connsiteY9" fmla="*/ 33964 h 1911428"/>
              <a:gd name="connsiteX10" fmla="*/ 1142195 w 1832676"/>
              <a:gd name="connsiteY10" fmla="*/ 61535 h 1911428"/>
              <a:gd name="connsiteX11" fmla="*/ 677851 w 1832676"/>
              <a:gd name="connsiteY11" fmla="*/ 218697 h 1911428"/>
              <a:gd name="connsiteX12" fmla="*/ 232557 w 1832676"/>
              <a:gd name="connsiteY12" fmla="*/ 647322 h 1911428"/>
              <a:gd name="connsiteX13" fmla="*/ 49201 w 1832676"/>
              <a:gd name="connsiteY13" fmla="*/ 1140241 h 1911428"/>
              <a:gd name="connsiteX14" fmla="*/ 46820 w 1832676"/>
              <a:gd name="connsiteY14" fmla="*/ 1556960 h 1911428"/>
              <a:gd name="connsiteX15" fmla="*/ 53647 w 1832676"/>
              <a:gd name="connsiteY15" fmla="*/ 1592511 h 1911428"/>
              <a:gd name="connsiteX16" fmla="*/ 63171 w 1832676"/>
              <a:gd name="connsiteY16" fmla="*/ 1599418 h 1911428"/>
              <a:gd name="connsiteX17" fmla="*/ 69740 w 1832676"/>
              <a:gd name="connsiteY17" fmla="*/ 1621831 h 1911428"/>
              <a:gd name="connsiteX18" fmla="*/ 142070 w 1832676"/>
              <a:gd name="connsiteY18" fmla="*/ 1854616 h 1911428"/>
              <a:gd name="connsiteX19" fmla="*/ 156606 w 1832676"/>
              <a:gd name="connsiteY19" fmla="*/ 1902345 h 1911428"/>
              <a:gd name="connsiteX20" fmla="*/ 121280 w 1832676"/>
              <a:gd name="connsiteY20" fmla="*/ 1911428 h 1911428"/>
              <a:gd name="connsiteX21" fmla="*/ 106373 w 1832676"/>
              <a:gd name="connsiteY21" fmla="*/ 1880482 h 1911428"/>
              <a:gd name="connsiteX22" fmla="*/ 0 w 1832676"/>
              <a:gd name="connsiteY22" fmla="*/ 1353600 h 1911428"/>
              <a:gd name="connsiteX23" fmla="*/ 1353600 w 1832676"/>
              <a:gd name="connsiteY23" fmla="*/ 0 h 1911428"/>
              <a:gd name="connsiteX0-1" fmla="*/ 1755255 w 1846695"/>
              <a:gd name="connsiteY0-2" fmla="*/ 122052 h 1911428"/>
              <a:gd name="connsiteX1-3" fmla="*/ 1663689 w 1846695"/>
              <a:gd name="connsiteY1-4" fmla="*/ 94872 h 1911428"/>
              <a:gd name="connsiteX2-5" fmla="*/ 1581049 w 1846695"/>
              <a:gd name="connsiteY2-6" fmla="*/ 81875 h 1911428"/>
              <a:gd name="connsiteX3-7" fmla="*/ 1557351 w 1846695"/>
              <a:gd name="connsiteY3-8" fmla="*/ 73553 h 1911428"/>
              <a:gd name="connsiteX4-9" fmla="*/ 1435089 w 1846695"/>
              <a:gd name="connsiteY4-10" fmla="*/ 42485 h 1911428"/>
              <a:gd name="connsiteX5-11" fmla="*/ 1353494 w 1846695"/>
              <a:gd name="connsiteY5-12" fmla="*/ 33964 h 1911428"/>
              <a:gd name="connsiteX6-13" fmla="*/ 1142195 w 1846695"/>
              <a:gd name="connsiteY6-14" fmla="*/ 61535 h 1911428"/>
              <a:gd name="connsiteX7-15" fmla="*/ 677851 w 1846695"/>
              <a:gd name="connsiteY7-16" fmla="*/ 218697 h 1911428"/>
              <a:gd name="connsiteX8-17" fmla="*/ 232557 w 1846695"/>
              <a:gd name="connsiteY8-18" fmla="*/ 647322 h 1911428"/>
              <a:gd name="connsiteX9-19" fmla="*/ 49201 w 1846695"/>
              <a:gd name="connsiteY9-20" fmla="*/ 1140241 h 1911428"/>
              <a:gd name="connsiteX10-21" fmla="*/ 46820 w 1846695"/>
              <a:gd name="connsiteY10-22" fmla="*/ 1556960 h 1911428"/>
              <a:gd name="connsiteX11-23" fmla="*/ 53647 w 1846695"/>
              <a:gd name="connsiteY11-24" fmla="*/ 1592511 h 1911428"/>
              <a:gd name="connsiteX12-25" fmla="*/ 63171 w 1846695"/>
              <a:gd name="connsiteY12-26" fmla="*/ 1599418 h 1911428"/>
              <a:gd name="connsiteX13-27" fmla="*/ 69740 w 1846695"/>
              <a:gd name="connsiteY13-28" fmla="*/ 1621831 h 1911428"/>
              <a:gd name="connsiteX14-29" fmla="*/ 142070 w 1846695"/>
              <a:gd name="connsiteY14-30" fmla="*/ 1854616 h 1911428"/>
              <a:gd name="connsiteX15-31" fmla="*/ 156606 w 1846695"/>
              <a:gd name="connsiteY15-32" fmla="*/ 1902345 h 1911428"/>
              <a:gd name="connsiteX16-33" fmla="*/ 121280 w 1846695"/>
              <a:gd name="connsiteY16-34" fmla="*/ 1911428 h 1911428"/>
              <a:gd name="connsiteX17-35" fmla="*/ 106373 w 1846695"/>
              <a:gd name="connsiteY17-36" fmla="*/ 1880482 h 1911428"/>
              <a:gd name="connsiteX18-37" fmla="*/ 0 w 1846695"/>
              <a:gd name="connsiteY18-38" fmla="*/ 1353600 h 1911428"/>
              <a:gd name="connsiteX19-39" fmla="*/ 1353600 w 1846695"/>
              <a:gd name="connsiteY19-40" fmla="*/ 0 h 1911428"/>
              <a:gd name="connsiteX20-41" fmla="*/ 1756119 w 1846695"/>
              <a:gd name="connsiteY20-42" fmla="*/ 60855 h 1911428"/>
              <a:gd name="connsiteX21-43" fmla="*/ 1832676 w 1846695"/>
              <a:gd name="connsiteY21-44" fmla="*/ 88875 h 1911428"/>
              <a:gd name="connsiteX22-45" fmla="*/ 1823150 w 1846695"/>
              <a:gd name="connsiteY22-46" fmla="*/ 151288 h 1911428"/>
              <a:gd name="connsiteX23-47" fmla="*/ 1846695 w 1846695"/>
              <a:gd name="connsiteY23-48" fmla="*/ 213492 h 1911428"/>
              <a:gd name="connsiteX0-49" fmla="*/ 1755255 w 1832676"/>
              <a:gd name="connsiteY0-50" fmla="*/ 122052 h 1911428"/>
              <a:gd name="connsiteX1-51" fmla="*/ 1663689 w 1832676"/>
              <a:gd name="connsiteY1-52" fmla="*/ 94872 h 1911428"/>
              <a:gd name="connsiteX2-53" fmla="*/ 1581049 w 1832676"/>
              <a:gd name="connsiteY2-54" fmla="*/ 81875 h 1911428"/>
              <a:gd name="connsiteX3-55" fmla="*/ 1557351 w 1832676"/>
              <a:gd name="connsiteY3-56" fmla="*/ 73553 h 1911428"/>
              <a:gd name="connsiteX4-57" fmla="*/ 1435089 w 1832676"/>
              <a:gd name="connsiteY4-58" fmla="*/ 42485 h 1911428"/>
              <a:gd name="connsiteX5-59" fmla="*/ 1353494 w 1832676"/>
              <a:gd name="connsiteY5-60" fmla="*/ 33964 h 1911428"/>
              <a:gd name="connsiteX6-61" fmla="*/ 1142195 w 1832676"/>
              <a:gd name="connsiteY6-62" fmla="*/ 61535 h 1911428"/>
              <a:gd name="connsiteX7-63" fmla="*/ 677851 w 1832676"/>
              <a:gd name="connsiteY7-64" fmla="*/ 218697 h 1911428"/>
              <a:gd name="connsiteX8-65" fmla="*/ 232557 w 1832676"/>
              <a:gd name="connsiteY8-66" fmla="*/ 647322 h 1911428"/>
              <a:gd name="connsiteX9-67" fmla="*/ 49201 w 1832676"/>
              <a:gd name="connsiteY9-68" fmla="*/ 1140241 h 1911428"/>
              <a:gd name="connsiteX10-69" fmla="*/ 46820 w 1832676"/>
              <a:gd name="connsiteY10-70" fmla="*/ 1556960 h 1911428"/>
              <a:gd name="connsiteX11-71" fmla="*/ 53647 w 1832676"/>
              <a:gd name="connsiteY11-72" fmla="*/ 1592511 h 1911428"/>
              <a:gd name="connsiteX12-73" fmla="*/ 63171 w 1832676"/>
              <a:gd name="connsiteY12-74" fmla="*/ 1599418 h 1911428"/>
              <a:gd name="connsiteX13-75" fmla="*/ 69740 w 1832676"/>
              <a:gd name="connsiteY13-76" fmla="*/ 1621831 h 1911428"/>
              <a:gd name="connsiteX14-77" fmla="*/ 142070 w 1832676"/>
              <a:gd name="connsiteY14-78" fmla="*/ 1854616 h 1911428"/>
              <a:gd name="connsiteX15-79" fmla="*/ 156606 w 1832676"/>
              <a:gd name="connsiteY15-80" fmla="*/ 1902345 h 1911428"/>
              <a:gd name="connsiteX16-81" fmla="*/ 121280 w 1832676"/>
              <a:gd name="connsiteY16-82" fmla="*/ 1911428 h 1911428"/>
              <a:gd name="connsiteX17-83" fmla="*/ 106373 w 1832676"/>
              <a:gd name="connsiteY17-84" fmla="*/ 1880482 h 1911428"/>
              <a:gd name="connsiteX18-85" fmla="*/ 0 w 1832676"/>
              <a:gd name="connsiteY18-86" fmla="*/ 1353600 h 1911428"/>
              <a:gd name="connsiteX19-87" fmla="*/ 1353600 w 1832676"/>
              <a:gd name="connsiteY19-88" fmla="*/ 0 h 1911428"/>
              <a:gd name="connsiteX20-89" fmla="*/ 1756119 w 1832676"/>
              <a:gd name="connsiteY20-90" fmla="*/ 60855 h 1911428"/>
              <a:gd name="connsiteX21-91" fmla="*/ 1832676 w 1832676"/>
              <a:gd name="connsiteY21-92" fmla="*/ 88875 h 1911428"/>
              <a:gd name="connsiteX22-93" fmla="*/ 1823150 w 1832676"/>
              <a:gd name="connsiteY22-94" fmla="*/ 151288 h 1911428"/>
              <a:gd name="connsiteX0-95" fmla="*/ 1755255 w 1832676"/>
              <a:gd name="connsiteY0-96" fmla="*/ 122052 h 1911428"/>
              <a:gd name="connsiteX1-97" fmla="*/ 1581049 w 1832676"/>
              <a:gd name="connsiteY1-98" fmla="*/ 81875 h 1911428"/>
              <a:gd name="connsiteX2-99" fmla="*/ 1557351 w 1832676"/>
              <a:gd name="connsiteY2-100" fmla="*/ 73553 h 1911428"/>
              <a:gd name="connsiteX3-101" fmla="*/ 1435089 w 1832676"/>
              <a:gd name="connsiteY3-102" fmla="*/ 42485 h 1911428"/>
              <a:gd name="connsiteX4-103" fmla="*/ 1353494 w 1832676"/>
              <a:gd name="connsiteY4-104" fmla="*/ 33964 h 1911428"/>
              <a:gd name="connsiteX5-105" fmla="*/ 1142195 w 1832676"/>
              <a:gd name="connsiteY5-106" fmla="*/ 61535 h 1911428"/>
              <a:gd name="connsiteX6-107" fmla="*/ 677851 w 1832676"/>
              <a:gd name="connsiteY6-108" fmla="*/ 218697 h 1911428"/>
              <a:gd name="connsiteX7-109" fmla="*/ 232557 w 1832676"/>
              <a:gd name="connsiteY7-110" fmla="*/ 647322 h 1911428"/>
              <a:gd name="connsiteX8-111" fmla="*/ 49201 w 1832676"/>
              <a:gd name="connsiteY8-112" fmla="*/ 1140241 h 1911428"/>
              <a:gd name="connsiteX9-113" fmla="*/ 46820 w 1832676"/>
              <a:gd name="connsiteY9-114" fmla="*/ 1556960 h 1911428"/>
              <a:gd name="connsiteX10-115" fmla="*/ 53647 w 1832676"/>
              <a:gd name="connsiteY10-116" fmla="*/ 1592511 h 1911428"/>
              <a:gd name="connsiteX11-117" fmla="*/ 63171 w 1832676"/>
              <a:gd name="connsiteY11-118" fmla="*/ 1599418 h 1911428"/>
              <a:gd name="connsiteX12-119" fmla="*/ 69740 w 1832676"/>
              <a:gd name="connsiteY12-120" fmla="*/ 1621831 h 1911428"/>
              <a:gd name="connsiteX13-121" fmla="*/ 142070 w 1832676"/>
              <a:gd name="connsiteY13-122" fmla="*/ 1854616 h 1911428"/>
              <a:gd name="connsiteX14-123" fmla="*/ 156606 w 1832676"/>
              <a:gd name="connsiteY14-124" fmla="*/ 1902345 h 1911428"/>
              <a:gd name="connsiteX15-125" fmla="*/ 121280 w 1832676"/>
              <a:gd name="connsiteY15-126" fmla="*/ 1911428 h 1911428"/>
              <a:gd name="connsiteX16-127" fmla="*/ 106373 w 1832676"/>
              <a:gd name="connsiteY16-128" fmla="*/ 1880482 h 1911428"/>
              <a:gd name="connsiteX17-129" fmla="*/ 0 w 1832676"/>
              <a:gd name="connsiteY17-130" fmla="*/ 1353600 h 1911428"/>
              <a:gd name="connsiteX18-131" fmla="*/ 1353600 w 1832676"/>
              <a:gd name="connsiteY18-132" fmla="*/ 0 h 1911428"/>
              <a:gd name="connsiteX19-133" fmla="*/ 1756119 w 1832676"/>
              <a:gd name="connsiteY19-134" fmla="*/ 60855 h 1911428"/>
              <a:gd name="connsiteX20-135" fmla="*/ 1832676 w 1832676"/>
              <a:gd name="connsiteY20-136" fmla="*/ 88875 h 1911428"/>
              <a:gd name="connsiteX21-137" fmla="*/ 1823150 w 1832676"/>
              <a:gd name="connsiteY21-138" fmla="*/ 151288 h 1911428"/>
              <a:gd name="connsiteX0-139" fmla="*/ 1581049 w 1832676"/>
              <a:gd name="connsiteY0-140" fmla="*/ 81875 h 1911428"/>
              <a:gd name="connsiteX1-141" fmla="*/ 1557351 w 1832676"/>
              <a:gd name="connsiteY1-142" fmla="*/ 73553 h 1911428"/>
              <a:gd name="connsiteX2-143" fmla="*/ 1435089 w 1832676"/>
              <a:gd name="connsiteY2-144" fmla="*/ 42485 h 1911428"/>
              <a:gd name="connsiteX3-145" fmla="*/ 1353494 w 1832676"/>
              <a:gd name="connsiteY3-146" fmla="*/ 33964 h 1911428"/>
              <a:gd name="connsiteX4-147" fmla="*/ 1142195 w 1832676"/>
              <a:gd name="connsiteY4-148" fmla="*/ 61535 h 1911428"/>
              <a:gd name="connsiteX5-149" fmla="*/ 677851 w 1832676"/>
              <a:gd name="connsiteY5-150" fmla="*/ 218697 h 1911428"/>
              <a:gd name="connsiteX6-151" fmla="*/ 232557 w 1832676"/>
              <a:gd name="connsiteY6-152" fmla="*/ 647322 h 1911428"/>
              <a:gd name="connsiteX7-153" fmla="*/ 49201 w 1832676"/>
              <a:gd name="connsiteY7-154" fmla="*/ 1140241 h 1911428"/>
              <a:gd name="connsiteX8-155" fmla="*/ 46820 w 1832676"/>
              <a:gd name="connsiteY8-156" fmla="*/ 1556960 h 1911428"/>
              <a:gd name="connsiteX9-157" fmla="*/ 53647 w 1832676"/>
              <a:gd name="connsiteY9-158" fmla="*/ 1592511 h 1911428"/>
              <a:gd name="connsiteX10-159" fmla="*/ 63171 w 1832676"/>
              <a:gd name="connsiteY10-160" fmla="*/ 1599418 h 1911428"/>
              <a:gd name="connsiteX11-161" fmla="*/ 69740 w 1832676"/>
              <a:gd name="connsiteY11-162" fmla="*/ 1621831 h 1911428"/>
              <a:gd name="connsiteX12-163" fmla="*/ 142070 w 1832676"/>
              <a:gd name="connsiteY12-164" fmla="*/ 1854616 h 1911428"/>
              <a:gd name="connsiteX13-165" fmla="*/ 156606 w 1832676"/>
              <a:gd name="connsiteY13-166" fmla="*/ 1902345 h 1911428"/>
              <a:gd name="connsiteX14-167" fmla="*/ 121280 w 1832676"/>
              <a:gd name="connsiteY14-168" fmla="*/ 1911428 h 1911428"/>
              <a:gd name="connsiteX15-169" fmla="*/ 106373 w 1832676"/>
              <a:gd name="connsiteY15-170" fmla="*/ 1880482 h 1911428"/>
              <a:gd name="connsiteX16-171" fmla="*/ 0 w 1832676"/>
              <a:gd name="connsiteY16-172" fmla="*/ 1353600 h 1911428"/>
              <a:gd name="connsiteX17-173" fmla="*/ 1353600 w 1832676"/>
              <a:gd name="connsiteY17-174" fmla="*/ 0 h 1911428"/>
              <a:gd name="connsiteX18-175" fmla="*/ 1756119 w 1832676"/>
              <a:gd name="connsiteY18-176" fmla="*/ 60855 h 1911428"/>
              <a:gd name="connsiteX19-177" fmla="*/ 1832676 w 1832676"/>
              <a:gd name="connsiteY19-178" fmla="*/ 88875 h 1911428"/>
              <a:gd name="connsiteX20-179" fmla="*/ 1823150 w 1832676"/>
              <a:gd name="connsiteY20-180" fmla="*/ 151288 h 1911428"/>
              <a:gd name="connsiteX0-181" fmla="*/ 1581049 w 1832676"/>
              <a:gd name="connsiteY0-182" fmla="*/ 81875 h 1911428"/>
              <a:gd name="connsiteX1-183" fmla="*/ 1557351 w 1832676"/>
              <a:gd name="connsiteY1-184" fmla="*/ 73553 h 1911428"/>
              <a:gd name="connsiteX2-185" fmla="*/ 1435089 w 1832676"/>
              <a:gd name="connsiteY2-186" fmla="*/ 42485 h 1911428"/>
              <a:gd name="connsiteX3-187" fmla="*/ 1353494 w 1832676"/>
              <a:gd name="connsiteY3-188" fmla="*/ 33964 h 1911428"/>
              <a:gd name="connsiteX4-189" fmla="*/ 1142195 w 1832676"/>
              <a:gd name="connsiteY4-190" fmla="*/ 61535 h 1911428"/>
              <a:gd name="connsiteX5-191" fmla="*/ 677851 w 1832676"/>
              <a:gd name="connsiteY5-192" fmla="*/ 218697 h 1911428"/>
              <a:gd name="connsiteX6-193" fmla="*/ 232557 w 1832676"/>
              <a:gd name="connsiteY6-194" fmla="*/ 647322 h 1911428"/>
              <a:gd name="connsiteX7-195" fmla="*/ 49201 w 1832676"/>
              <a:gd name="connsiteY7-196" fmla="*/ 1140241 h 1911428"/>
              <a:gd name="connsiteX8-197" fmla="*/ 46820 w 1832676"/>
              <a:gd name="connsiteY8-198" fmla="*/ 1556960 h 1911428"/>
              <a:gd name="connsiteX9-199" fmla="*/ 53647 w 1832676"/>
              <a:gd name="connsiteY9-200" fmla="*/ 1592511 h 1911428"/>
              <a:gd name="connsiteX10-201" fmla="*/ 63171 w 1832676"/>
              <a:gd name="connsiteY10-202" fmla="*/ 1599418 h 1911428"/>
              <a:gd name="connsiteX11-203" fmla="*/ 69740 w 1832676"/>
              <a:gd name="connsiteY11-204" fmla="*/ 1621831 h 1911428"/>
              <a:gd name="connsiteX12-205" fmla="*/ 142070 w 1832676"/>
              <a:gd name="connsiteY12-206" fmla="*/ 1854616 h 1911428"/>
              <a:gd name="connsiteX13-207" fmla="*/ 156606 w 1832676"/>
              <a:gd name="connsiteY13-208" fmla="*/ 1902345 h 1911428"/>
              <a:gd name="connsiteX14-209" fmla="*/ 121280 w 1832676"/>
              <a:gd name="connsiteY14-210" fmla="*/ 1911428 h 1911428"/>
              <a:gd name="connsiteX15-211" fmla="*/ 106373 w 1832676"/>
              <a:gd name="connsiteY15-212" fmla="*/ 1880482 h 1911428"/>
              <a:gd name="connsiteX16-213" fmla="*/ 0 w 1832676"/>
              <a:gd name="connsiteY16-214" fmla="*/ 1353600 h 1911428"/>
              <a:gd name="connsiteX17-215" fmla="*/ 1353600 w 1832676"/>
              <a:gd name="connsiteY17-216" fmla="*/ 0 h 1911428"/>
              <a:gd name="connsiteX18-217" fmla="*/ 1756119 w 1832676"/>
              <a:gd name="connsiteY18-218" fmla="*/ 60855 h 1911428"/>
              <a:gd name="connsiteX19-219" fmla="*/ 1832676 w 1832676"/>
              <a:gd name="connsiteY19-220" fmla="*/ 88875 h 1911428"/>
              <a:gd name="connsiteX0-221" fmla="*/ 1557351 w 1832676"/>
              <a:gd name="connsiteY0-222" fmla="*/ 73553 h 1911428"/>
              <a:gd name="connsiteX1-223" fmla="*/ 1435089 w 1832676"/>
              <a:gd name="connsiteY1-224" fmla="*/ 42485 h 1911428"/>
              <a:gd name="connsiteX2-225" fmla="*/ 1353494 w 1832676"/>
              <a:gd name="connsiteY2-226" fmla="*/ 33964 h 1911428"/>
              <a:gd name="connsiteX3-227" fmla="*/ 1142195 w 1832676"/>
              <a:gd name="connsiteY3-228" fmla="*/ 61535 h 1911428"/>
              <a:gd name="connsiteX4-229" fmla="*/ 677851 w 1832676"/>
              <a:gd name="connsiteY4-230" fmla="*/ 218697 h 1911428"/>
              <a:gd name="connsiteX5-231" fmla="*/ 232557 w 1832676"/>
              <a:gd name="connsiteY5-232" fmla="*/ 647322 h 1911428"/>
              <a:gd name="connsiteX6-233" fmla="*/ 49201 w 1832676"/>
              <a:gd name="connsiteY6-234" fmla="*/ 1140241 h 1911428"/>
              <a:gd name="connsiteX7-235" fmla="*/ 46820 w 1832676"/>
              <a:gd name="connsiteY7-236" fmla="*/ 1556960 h 1911428"/>
              <a:gd name="connsiteX8-237" fmla="*/ 53647 w 1832676"/>
              <a:gd name="connsiteY8-238" fmla="*/ 1592511 h 1911428"/>
              <a:gd name="connsiteX9-239" fmla="*/ 63171 w 1832676"/>
              <a:gd name="connsiteY9-240" fmla="*/ 1599418 h 1911428"/>
              <a:gd name="connsiteX10-241" fmla="*/ 69740 w 1832676"/>
              <a:gd name="connsiteY10-242" fmla="*/ 1621831 h 1911428"/>
              <a:gd name="connsiteX11-243" fmla="*/ 142070 w 1832676"/>
              <a:gd name="connsiteY11-244" fmla="*/ 1854616 h 1911428"/>
              <a:gd name="connsiteX12-245" fmla="*/ 156606 w 1832676"/>
              <a:gd name="connsiteY12-246" fmla="*/ 1902345 h 1911428"/>
              <a:gd name="connsiteX13-247" fmla="*/ 121280 w 1832676"/>
              <a:gd name="connsiteY13-248" fmla="*/ 1911428 h 1911428"/>
              <a:gd name="connsiteX14-249" fmla="*/ 106373 w 1832676"/>
              <a:gd name="connsiteY14-250" fmla="*/ 1880482 h 1911428"/>
              <a:gd name="connsiteX15-251" fmla="*/ 0 w 1832676"/>
              <a:gd name="connsiteY15-252" fmla="*/ 1353600 h 1911428"/>
              <a:gd name="connsiteX16-253" fmla="*/ 1353600 w 1832676"/>
              <a:gd name="connsiteY16-254" fmla="*/ 0 h 1911428"/>
              <a:gd name="connsiteX17-255" fmla="*/ 1756119 w 1832676"/>
              <a:gd name="connsiteY17-256" fmla="*/ 60855 h 1911428"/>
              <a:gd name="connsiteX18-257" fmla="*/ 1832676 w 1832676"/>
              <a:gd name="connsiteY18-258" fmla="*/ 88875 h 1911428"/>
              <a:gd name="connsiteX0-259" fmla="*/ 1435089 w 1832676"/>
              <a:gd name="connsiteY0-260" fmla="*/ 42485 h 1911428"/>
              <a:gd name="connsiteX1-261" fmla="*/ 1353494 w 1832676"/>
              <a:gd name="connsiteY1-262" fmla="*/ 33964 h 1911428"/>
              <a:gd name="connsiteX2-263" fmla="*/ 1142195 w 1832676"/>
              <a:gd name="connsiteY2-264" fmla="*/ 61535 h 1911428"/>
              <a:gd name="connsiteX3-265" fmla="*/ 677851 w 1832676"/>
              <a:gd name="connsiteY3-266" fmla="*/ 218697 h 1911428"/>
              <a:gd name="connsiteX4-267" fmla="*/ 232557 w 1832676"/>
              <a:gd name="connsiteY4-268" fmla="*/ 647322 h 1911428"/>
              <a:gd name="connsiteX5-269" fmla="*/ 49201 w 1832676"/>
              <a:gd name="connsiteY5-270" fmla="*/ 1140241 h 1911428"/>
              <a:gd name="connsiteX6-271" fmla="*/ 46820 w 1832676"/>
              <a:gd name="connsiteY6-272" fmla="*/ 1556960 h 1911428"/>
              <a:gd name="connsiteX7-273" fmla="*/ 53647 w 1832676"/>
              <a:gd name="connsiteY7-274" fmla="*/ 1592511 h 1911428"/>
              <a:gd name="connsiteX8-275" fmla="*/ 63171 w 1832676"/>
              <a:gd name="connsiteY8-276" fmla="*/ 1599418 h 1911428"/>
              <a:gd name="connsiteX9-277" fmla="*/ 69740 w 1832676"/>
              <a:gd name="connsiteY9-278" fmla="*/ 1621831 h 1911428"/>
              <a:gd name="connsiteX10-279" fmla="*/ 142070 w 1832676"/>
              <a:gd name="connsiteY10-280" fmla="*/ 1854616 h 1911428"/>
              <a:gd name="connsiteX11-281" fmla="*/ 156606 w 1832676"/>
              <a:gd name="connsiteY11-282" fmla="*/ 1902345 h 1911428"/>
              <a:gd name="connsiteX12-283" fmla="*/ 121280 w 1832676"/>
              <a:gd name="connsiteY12-284" fmla="*/ 1911428 h 1911428"/>
              <a:gd name="connsiteX13-285" fmla="*/ 106373 w 1832676"/>
              <a:gd name="connsiteY13-286" fmla="*/ 1880482 h 1911428"/>
              <a:gd name="connsiteX14-287" fmla="*/ 0 w 1832676"/>
              <a:gd name="connsiteY14-288" fmla="*/ 1353600 h 1911428"/>
              <a:gd name="connsiteX15-289" fmla="*/ 1353600 w 1832676"/>
              <a:gd name="connsiteY15-290" fmla="*/ 0 h 1911428"/>
              <a:gd name="connsiteX16-291" fmla="*/ 1756119 w 1832676"/>
              <a:gd name="connsiteY16-292" fmla="*/ 60855 h 1911428"/>
              <a:gd name="connsiteX17-293" fmla="*/ 1832676 w 1832676"/>
              <a:gd name="connsiteY17-294" fmla="*/ 88875 h 1911428"/>
              <a:gd name="connsiteX0-295" fmla="*/ 1353494 w 1832676"/>
              <a:gd name="connsiteY0-296" fmla="*/ 33964 h 1911428"/>
              <a:gd name="connsiteX1-297" fmla="*/ 1142195 w 1832676"/>
              <a:gd name="connsiteY1-298" fmla="*/ 61535 h 1911428"/>
              <a:gd name="connsiteX2-299" fmla="*/ 677851 w 1832676"/>
              <a:gd name="connsiteY2-300" fmla="*/ 218697 h 1911428"/>
              <a:gd name="connsiteX3-301" fmla="*/ 232557 w 1832676"/>
              <a:gd name="connsiteY3-302" fmla="*/ 647322 h 1911428"/>
              <a:gd name="connsiteX4-303" fmla="*/ 49201 w 1832676"/>
              <a:gd name="connsiteY4-304" fmla="*/ 1140241 h 1911428"/>
              <a:gd name="connsiteX5-305" fmla="*/ 46820 w 1832676"/>
              <a:gd name="connsiteY5-306" fmla="*/ 1556960 h 1911428"/>
              <a:gd name="connsiteX6-307" fmla="*/ 53647 w 1832676"/>
              <a:gd name="connsiteY6-308" fmla="*/ 1592511 h 1911428"/>
              <a:gd name="connsiteX7-309" fmla="*/ 63171 w 1832676"/>
              <a:gd name="connsiteY7-310" fmla="*/ 1599418 h 1911428"/>
              <a:gd name="connsiteX8-311" fmla="*/ 69740 w 1832676"/>
              <a:gd name="connsiteY8-312" fmla="*/ 1621831 h 1911428"/>
              <a:gd name="connsiteX9-313" fmla="*/ 142070 w 1832676"/>
              <a:gd name="connsiteY9-314" fmla="*/ 1854616 h 1911428"/>
              <a:gd name="connsiteX10-315" fmla="*/ 156606 w 1832676"/>
              <a:gd name="connsiteY10-316" fmla="*/ 1902345 h 1911428"/>
              <a:gd name="connsiteX11-317" fmla="*/ 121280 w 1832676"/>
              <a:gd name="connsiteY11-318" fmla="*/ 1911428 h 1911428"/>
              <a:gd name="connsiteX12-319" fmla="*/ 106373 w 1832676"/>
              <a:gd name="connsiteY12-320" fmla="*/ 1880482 h 1911428"/>
              <a:gd name="connsiteX13-321" fmla="*/ 0 w 1832676"/>
              <a:gd name="connsiteY13-322" fmla="*/ 1353600 h 1911428"/>
              <a:gd name="connsiteX14-323" fmla="*/ 1353600 w 1832676"/>
              <a:gd name="connsiteY14-324" fmla="*/ 0 h 1911428"/>
              <a:gd name="connsiteX15-325" fmla="*/ 1756119 w 1832676"/>
              <a:gd name="connsiteY15-326" fmla="*/ 60855 h 1911428"/>
              <a:gd name="connsiteX16-327" fmla="*/ 1832676 w 1832676"/>
              <a:gd name="connsiteY16-328" fmla="*/ 88875 h 1911428"/>
              <a:gd name="connsiteX0-329" fmla="*/ 1142195 w 1832676"/>
              <a:gd name="connsiteY0-330" fmla="*/ 61535 h 1911428"/>
              <a:gd name="connsiteX1-331" fmla="*/ 677851 w 1832676"/>
              <a:gd name="connsiteY1-332" fmla="*/ 218697 h 1911428"/>
              <a:gd name="connsiteX2-333" fmla="*/ 232557 w 1832676"/>
              <a:gd name="connsiteY2-334" fmla="*/ 647322 h 1911428"/>
              <a:gd name="connsiteX3-335" fmla="*/ 49201 w 1832676"/>
              <a:gd name="connsiteY3-336" fmla="*/ 1140241 h 1911428"/>
              <a:gd name="connsiteX4-337" fmla="*/ 46820 w 1832676"/>
              <a:gd name="connsiteY4-338" fmla="*/ 1556960 h 1911428"/>
              <a:gd name="connsiteX5-339" fmla="*/ 53647 w 1832676"/>
              <a:gd name="connsiteY5-340" fmla="*/ 1592511 h 1911428"/>
              <a:gd name="connsiteX6-341" fmla="*/ 63171 w 1832676"/>
              <a:gd name="connsiteY6-342" fmla="*/ 1599418 h 1911428"/>
              <a:gd name="connsiteX7-343" fmla="*/ 69740 w 1832676"/>
              <a:gd name="connsiteY7-344" fmla="*/ 1621831 h 1911428"/>
              <a:gd name="connsiteX8-345" fmla="*/ 142070 w 1832676"/>
              <a:gd name="connsiteY8-346" fmla="*/ 1854616 h 1911428"/>
              <a:gd name="connsiteX9-347" fmla="*/ 156606 w 1832676"/>
              <a:gd name="connsiteY9-348" fmla="*/ 1902345 h 1911428"/>
              <a:gd name="connsiteX10-349" fmla="*/ 121280 w 1832676"/>
              <a:gd name="connsiteY10-350" fmla="*/ 1911428 h 1911428"/>
              <a:gd name="connsiteX11-351" fmla="*/ 106373 w 1832676"/>
              <a:gd name="connsiteY11-352" fmla="*/ 1880482 h 1911428"/>
              <a:gd name="connsiteX12-353" fmla="*/ 0 w 1832676"/>
              <a:gd name="connsiteY12-354" fmla="*/ 1353600 h 1911428"/>
              <a:gd name="connsiteX13-355" fmla="*/ 1353600 w 1832676"/>
              <a:gd name="connsiteY13-356" fmla="*/ 0 h 1911428"/>
              <a:gd name="connsiteX14-357" fmla="*/ 1756119 w 1832676"/>
              <a:gd name="connsiteY14-358" fmla="*/ 60855 h 1911428"/>
              <a:gd name="connsiteX15-359" fmla="*/ 1832676 w 1832676"/>
              <a:gd name="connsiteY15-360" fmla="*/ 88875 h 1911428"/>
              <a:gd name="connsiteX0-361" fmla="*/ 677851 w 1832676"/>
              <a:gd name="connsiteY0-362" fmla="*/ 218697 h 1911428"/>
              <a:gd name="connsiteX1-363" fmla="*/ 232557 w 1832676"/>
              <a:gd name="connsiteY1-364" fmla="*/ 647322 h 1911428"/>
              <a:gd name="connsiteX2-365" fmla="*/ 49201 w 1832676"/>
              <a:gd name="connsiteY2-366" fmla="*/ 1140241 h 1911428"/>
              <a:gd name="connsiteX3-367" fmla="*/ 46820 w 1832676"/>
              <a:gd name="connsiteY3-368" fmla="*/ 1556960 h 1911428"/>
              <a:gd name="connsiteX4-369" fmla="*/ 53647 w 1832676"/>
              <a:gd name="connsiteY4-370" fmla="*/ 1592511 h 1911428"/>
              <a:gd name="connsiteX5-371" fmla="*/ 63171 w 1832676"/>
              <a:gd name="connsiteY5-372" fmla="*/ 1599418 h 1911428"/>
              <a:gd name="connsiteX6-373" fmla="*/ 69740 w 1832676"/>
              <a:gd name="connsiteY6-374" fmla="*/ 1621831 h 1911428"/>
              <a:gd name="connsiteX7-375" fmla="*/ 142070 w 1832676"/>
              <a:gd name="connsiteY7-376" fmla="*/ 1854616 h 1911428"/>
              <a:gd name="connsiteX8-377" fmla="*/ 156606 w 1832676"/>
              <a:gd name="connsiteY8-378" fmla="*/ 1902345 h 1911428"/>
              <a:gd name="connsiteX9-379" fmla="*/ 121280 w 1832676"/>
              <a:gd name="connsiteY9-380" fmla="*/ 1911428 h 1911428"/>
              <a:gd name="connsiteX10-381" fmla="*/ 106373 w 1832676"/>
              <a:gd name="connsiteY10-382" fmla="*/ 1880482 h 1911428"/>
              <a:gd name="connsiteX11-383" fmla="*/ 0 w 1832676"/>
              <a:gd name="connsiteY11-384" fmla="*/ 1353600 h 1911428"/>
              <a:gd name="connsiteX12-385" fmla="*/ 1353600 w 1832676"/>
              <a:gd name="connsiteY12-386" fmla="*/ 0 h 1911428"/>
              <a:gd name="connsiteX13-387" fmla="*/ 1756119 w 1832676"/>
              <a:gd name="connsiteY13-388" fmla="*/ 60855 h 1911428"/>
              <a:gd name="connsiteX14-389" fmla="*/ 1832676 w 1832676"/>
              <a:gd name="connsiteY14-390" fmla="*/ 88875 h 1911428"/>
              <a:gd name="connsiteX0-391" fmla="*/ 232557 w 1832676"/>
              <a:gd name="connsiteY0-392" fmla="*/ 647322 h 1911428"/>
              <a:gd name="connsiteX1-393" fmla="*/ 49201 w 1832676"/>
              <a:gd name="connsiteY1-394" fmla="*/ 1140241 h 1911428"/>
              <a:gd name="connsiteX2-395" fmla="*/ 46820 w 1832676"/>
              <a:gd name="connsiteY2-396" fmla="*/ 1556960 h 1911428"/>
              <a:gd name="connsiteX3-397" fmla="*/ 53647 w 1832676"/>
              <a:gd name="connsiteY3-398" fmla="*/ 1592511 h 1911428"/>
              <a:gd name="connsiteX4-399" fmla="*/ 63171 w 1832676"/>
              <a:gd name="connsiteY4-400" fmla="*/ 1599418 h 1911428"/>
              <a:gd name="connsiteX5-401" fmla="*/ 69740 w 1832676"/>
              <a:gd name="connsiteY5-402" fmla="*/ 1621831 h 1911428"/>
              <a:gd name="connsiteX6-403" fmla="*/ 142070 w 1832676"/>
              <a:gd name="connsiteY6-404" fmla="*/ 1854616 h 1911428"/>
              <a:gd name="connsiteX7-405" fmla="*/ 156606 w 1832676"/>
              <a:gd name="connsiteY7-406" fmla="*/ 1902345 h 1911428"/>
              <a:gd name="connsiteX8-407" fmla="*/ 121280 w 1832676"/>
              <a:gd name="connsiteY8-408" fmla="*/ 1911428 h 1911428"/>
              <a:gd name="connsiteX9-409" fmla="*/ 106373 w 1832676"/>
              <a:gd name="connsiteY9-410" fmla="*/ 1880482 h 1911428"/>
              <a:gd name="connsiteX10-411" fmla="*/ 0 w 1832676"/>
              <a:gd name="connsiteY10-412" fmla="*/ 1353600 h 1911428"/>
              <a:gd name="connsiteX11-413" fmla="*/ 1353600 w 1832676"/>
              <a:gd name="connsiteY11-414" fmla="*/ 0 h 1911428"/>
              <a:gd name="connsiteX12-415" fmla="*/ 1756119 w 1832676"/>
              <a:gd name="connsiteY12-416" fmla="*/ 60855 h 1911428"/>
              <a:gd name="connsiteX13-417" fmla="*/ 1832676 w 1832676"/>
              <a:gd name="connsiteY13-418" fmla="*/ 88875 h 1911428"/>
              <a:gd name="connsiteX0-419" fmla="*/ 49201 w 1832676"/>
              <a:gd name="connsiteY0-420" fmla="*/ 1140241 h 1911428"/>
              <a:gd name="connsiteX1-421" fmla="*/ 46820 w 1832676"/>
              <a:gd name="connsiteY1-422" fmla="*/ 1556960 h 1911428"/>
              <a:gd name="connsiteX2-423" fmla="*/ 53647 w 1832676"/>
              <a:gd name="connsiteY2-424" fmla="*/ 1592511 h 1911428"/>
              <a:gd name="connsiteX3-425" fmla="*/ 63171 w 1832676"/>
              <a:gd name="connsiteY3-426" fmla="*/ 1599418 h 1911428"/>
              <a:gd name="connsiteX4-427" fmla="*/ 69740 w 1832676"/>
              <a:gd name="connsiteY4-428" fmla="*/ 1621831 h 1911428"/>
              <a:gd name="connsiteX5-429" fmla="*/ 142070 w 1832676"/>
              <a:gd name="connsiteY5-430" fmla="*/ 1854616 h 1911428"/>
              <a:gd name="connsiteX6-431" fmla="*/ 156606 w 1832676"/>
              <a:gd name="connsiteY6-432" fmla="*/ 1902345 h 1911428"/>
              <a:gd name="connsiteX7-433" fmla="*/ 121280 w 1832676"/>
              <a:gd name="connsiteY7-434" fmla="*/ 1911428 h 1911428"/>
              <a:gd name="connsiteX8-435" fmla="*/ 106373 w 1832676"/>
              <a:gd name="connsiteY8-436" fmla="*/ 1880482 h 1911428"/>
              <a:gd name="connsiteX9-437" fmla="*/ 0 w 1832676"/>
              <a:gd name="connsiteY9-438" fmla="*/ 1353600 h 1911428"/>
              <a:gd name="connsiteX10-439" fmla="*/ 1353600 w 1832676"/>
              <a:gd name="connsiteY10-440" fmla="*/ 0 h 1911428"/>
              <a:gd name="connsiteX11-441" fmla="*/ 1756119 w 1832676"/>
              <a:gd name="connsiteY11-442" fmla="*/ 60855 h 1911428"/>
              <a:gd name="connsiteX12-443" fmla="*/ 1832676 w 1832676"/>
              <a:gd name="connsiteY12-444" fmla="*/ 88875 h 1911428"/>
              <a:gd name="connsiteX0-445" fmla="*/ 46820 w 1832676"/>
              <a:gd name="connsiteY0-446" fmla="*/ 1556960 h 1911428"/>
              <a:gd name="connsiteX1-447" fmla="*/ 53647 w 1832676"/>
              <a:gd name="connsiteY1-448" fmla="*/ 1592511 h 1911428"/>
              <a:gd name="connsiteX2-449" fmla="*/ 63171 w 1832676"/>
              <a:gd name="connsiteY2-450" fmla="*/ 1599418 h 1911428"/>
              <a:gd name="connsiteX3-451" fmla="*/ 69740 w 1832676"/>
              <a:gd name="connsiteY3-452" fmla="*/ 1621831 h 1911428"/>
              <a:gd name="connsiteX4-453" fmla="*/ 142070 w 1832676"/>
              <a:gd name="connsiteY4-454" fmla="*/ 1854616 h 1911428"/>
              <a:gd name="connsiteX5-455" fmla="*/ 156606 w 1832676"/>
              <a:gd name="connsiteY5-456" fmla="*/ 1902345 h 1911428"/>
              <a:gd name="connsiteX6-457" fmla="*/ 121280 w 1832676"/>
              <a:gd name="connsiteY6-458" fmla="*/ 1911428 h 1911428"/>
              <a:gd name="connsiteX7-459" fmla="*/ 106373 w 1832676"/>
              <a:gd name="connsiteY7-460" fmla="*/ 1880482 h 1911428"/>
              <a:gd name="connsiteX8-461" fmla="*/ 0 w 1832676"/>
              <a:gd name="connsiteY8-462" fmla="*/ 1353600 h 1911428"/>
              <a:gd name="connsiteX9-463" fmla="*/ 1353600 w 1832676"/>
              <a:gd name="connsiteY9-464" fmla="*/ 0 h 1911428"/>
              <a:gd name="connsiteX10-465" fmla="*/ 1756119 w 1832676"/>
              <a:gd name="connsiteY10-466" fmla="*/ 60855 h 1911428"/>
              <a:gd name="connsiteX11-467" fmla="*/ 1832676 w 1832676"/>
              <a:gd name="connsiteY11-468" fmla="*/ 88875 h 1911428"/>
              <a:gd name="connsiteX0-469" fmla="*/ 53647 w 1832676"/>
              <a:gd name="connsiteY0-470" fmla="*/ 1592511 h 1911428"/>
              <a:gd name="connsiteX1-471" fmla="*/ 63171 w 1832676"/>
              <a:gd name="connsiteY1-472" fmla="*/ 1599418 h 1911428"/>
              <a:gd name="connsiteX2-473" fmla="*/ 69740 w 1832676"/>
              <a:gd name="connsiteY2-474" fmla="*/ 1621831 h 1911428"/>
              <a:gd name="connsiteX3-475" fmla="*/ 142070 w 1832676"/>
              <a:gd name="connsiteY3-476" fmla="*/ 1854616 h 1911428"/>
              <a:gd name="connsiteX4-477" fmla="*/ 156606 w 1832676"/>
              <a:gd name="connsiteY4-478" fmla="*/ 1902345 h 1911428"/>
              <a:gd name="connsiteX5-479" fmla="*/ 121280 w 1832676"/>
              <a:gd name="connsiteY5-480" fmla="*/ 1911428 h 1911428"/>
              <a:gd name="connsiteX6-481" fmla="*/ 106373 w 1832676"/>
              <a:gd name="connsiteY6-482" fmla="*/ 1880482 h 1911428"/>
              <a:gd name="connsiteX7-483" fmla="*/ 0 w 1832676"/>
              <a:gd name="connsiteY7-484" fmla="*/ 1353600 h 1911428"/>
              <a:gd name="connsiteX8-485" fmla="*/ 1353600 w 1832676"/>
              <a:gd name="connsiteY8-486" fmla="*/ 0 h 1911428"/>
              <a:gd name="connsiteX9-487" fmla="*/ 1756119 w 1832676"/>
              <a:gd name="connsiteY9-488" fmla="*/ 60855 h 1911428"/>
              <a:gd name="connsiteX10-489" fmla="*/ 1832676 w 1832676"/>
              <a:gd name="connsiteY10-490" fmla="*/ 88875 h 1911428"/>
              <a:gd name="connsiteX0-491" fmla="*/ 53647 w 1832676"/>
              <a:gd name="connsiteY0-492" fmla="*/ 1592511 h 1911428"/>
              <a:gd name="connsiteX1-493" fmla="*/ 69740 w 1832676"/>
              <a:gd name="connsiteY1-494" fmla="*/ 1621831 h 1911428"/>
              <a:gd name="connsiteX2-495" fmla="*/ 142070 w 1832676"/>
              <a:gd name="connsiteY2-496" fmla="*/ 1854616 h 1911428"/>
              <a:gd name="connsiteX3-497" fmla="*/ 156606 w 1832676"/>
              <a:gd name="connsiteY3-498" fmla="*/ 1902345 h 1911428"/>
              <a:gd name="connsiteX4-499" fmla="*/ 121280 w 1832676"/>
              <a:gd name="connsiteY4-500" fmla="*/ 1911428 h 1911428"/>
              <a:gd name="connsiteX5-501" fmla="*/ 106373 w 1832676"/>
              <a:gd name="connsiteY5-502" fmla="*/ 1880482 h 1911428"/>
              <a:gd name="connsiteX6-503" fmla="*/ 0 w 1832676"/>
              <a:gd name="connsiteY6-504" fmla="*/ 1353600 h 1911428"/>
              <a:gd name="connsiteX7-505" fmla="*/ 1353600 w 1832676"/>
              <a:gd name="connsiteY7-506" fmla="*/ 0 h 1911428"/>
              <a:gd name="connsiteX8-507" fmla="*/ 1756119 w 1832676"/>
              <a:gd name="connsiteY8-508" fmla="*/ 60855 h 1911428"/>
              <a:gd name="connsiteX9-509" fmla="*/ 1832676 w 1832676"/>
              <a:gd name="connsiteY9-510" fmla="*/ 88875 h 1911428"/>
              <a:gd name="connsiteX0-511" fmla="*/ 69740 w 1832676"/>
              <a:gd name="connsiteY0-512" fmla="*/ 1621831 h 1911428"/>
              <a:gd name="connsiteX1-513" fmla="*/ 142070 w 1832676"/>
              <a:gd name="connsiteY1-514" fmla="*/ 1854616 h 1911428"/>
              <a:gd name="connsiteX2-515" fmla="*/ 156606 w 1832676"/>
              <a:gd name="connsiteY2-516" fmla="*/ 1902345 h 1911428"/>
              <a:gd name="connsiteX3-517" fmla="*/ 121280 w 1832676"/>
              <a:gd name="connsiteY3-518" fmla="*/ 1911428 h 1911428"/>
              <a:gd name="connsiteX4-519" fmla="*/ 106373 w 1832676"/>
              <a:gd name="connsiteY4-520" fmla="*/ 1880482 h 1911428"/>
              <a:gd name="connsiteX5-521" fmla="*/ 0 w 1832676"/>
              <a:gd name="connsiteY5-522" fmla="*/ 1353600 h 1911428"/>
              <a:gd name="connsiteX6-523" fmla="*/ 1353600 w 1832676"/>
              <a:gd name="connsiteY6-524" fmla="*/ 0 h 1911428"/>
              <a:gd name="connsiteX7-525" fmla="*/ 1756119 w 1832676"/>
              <a:gd name="connsiteY7-526" fmla="*/ 60855 h 1911428"/>
              <a:gd name="connsiteX8-527" fmla="*/ 1832676 w 1832676"/>
              <a:gd name="connsiteY8-528" fmla="*/ 88875 h 1911428"/>
              <a:gd name="connsiteX0-529" fmla="*/ 142070 w 1832676"/>
              <a:gd name="connsiteY0-530" fmla="*/ 1854616 h 1911428"/>
              <a:gd name="connsiteX1-531" fmla="*/ 156606 w 1832676"/>
              <a:gd name="connsiteY1-532" fmla="*/ 1902345 h 1911428"/>
              <a:gd name="connsiteX2-533" fmla="*/ 121280 w 1832676"/>
              <a:gd name="connsiteY2-534" fmla="*/ 1911428 h 1911428"/>
              <a:gd name="connsiteX3-535" fmla="*/ 106373 w 1832676"/>
              <a:gd name="connsiteY3-536" fmla="*/ 1880482 h 1911428"/>
              <a:gd name="connsiteX4-537" fmla="*/ 0 w 1832676"/>
              <a:gd name="connsiteY4-538" fmla="*/ 1353600 h 1911428"/>
              <a:gd name="connsiteX5-539" fmla="*/ 1353600 w 1832676"/>
              <a:gd name="connsiteY5-540" fmla="*/ 0 h 1911428"/>
              <a:gd name="connsiteX6-541" fmla="*/ 1756119 w 1832676"/>
              <a:gd name="connsiteY6-542" fmla="*/ 60855 h 1911428"/>
              <a:gd name="connsiteX7-543" fmla="*/ 1832676 w 1832676"/>
              <a:gd name="connsiteY7-544" fmla="*/ 88875 h 1911428"/>
              <a:gd name="connsiteX0-545" fmla="*/ 156606 w 1832676"/>
              <a:gd name="connsiteY0-546" fmla="*/ 1902345 h 1911428"/>
              <a:gd name="connsiteX1-547" fmla="*/ 121280 w 1832676"/>
              <a:gd name="connsiteY1-548" fmla="*/ 1911428 h 1911428"/>
              <a:gd name="connsiteX2-549" fmla="*/ 106373 w 1832676"/>
              <a:gd name="connsiteY2-550" fmla="*/ 1880482 h 1911428"/>
              <a:gd name="connsiteX3-551" fmla="*/ 0 w 1832676"/>
              <a:gd name="connsiteY3-552" fmla="*/ 1353600 h 1911428"/>
              <a:gd name="connsiteX4-553" fmla="*/ 1353600 w 1832676"/>
              <a:gd name="connsiteY4-554" fmla="*/ 0 h 1911428"/>
              <a:gd name="connsiteX5-555" fmla="*/ 1756119 w 1832676"/>
              <a:gd name="connsiteY5-556" fmla="*/ 60855 h 1911428"/>
              <a:gd name="connsiteX6-557" fmla="*/ 1832676 w 1832676"/>
              <a:gd name="connsiteY6-558" fmla="*/ 88875 h 1911428"/>
              <a:gd name="connsiteX0-559" fmla="*/ 121280 w 1832676"/>
              <a:gd name="connsiteY0-560" fmla="*/ 1911428 h 1911428"/>
              <a:gd name="connsiteX1-561" fmla="*/ 106373 w 1832676"/>
              <a:gd name="connsiteY1-562" fmla="*/ 1880482 h 1911428"/>
              <a:gd name="connsiteX2-563" fmla="*/ 0 w 1832676"/>
              <a:gd name="connsiteY2-564" fmla="*/ 1353600 h 1911428"/>
              <a:gd name="connsiteX3-565" fmla="*/ 1353600 w 1832676"/>
              <a:gd name="connsiteY3-566" fmla="*/ 0 h 1911428"/>
              <a:gd name="connsiteX4-567" fmla="*/ 1756119 w 1832676"/>
              <a:gd name="connsiteY4-568" fmla="*/ 60855 h 1911428"/>
              <a:gd name="connsiteX5-569" fmla="*/ 1832676 w 1832676"/>
              <a:gd name="connsiteY5-570" fmla="*/ 88875 h 19114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5" name="任意多边形: 形状 44"/>
          <p:cNvSpPr/>
          <p:nvPr>
            <p:custDataLst>
              <p:tags r:id="rId28"/>
            </p:custDataLst>
          </p:nvPr>
        </p:nvSpPr>
        <p:spPr>
          <a:xfrm rot="11361091">
            <a:off x="965200" y="1047750"/>
            <a:ext cx="1709420" cy="1780540"/>
          </a:xfrm>
          <a:custGeom>
            <a:avLst/>
            <a:gdLst>
              <a:gd name="connsiteX0" fmla="*/ 1245773 w 1754515"/>
              <a:gd name="connsiteY0" fmla="*/ 477 h 1828732"/>
              <a:gd name="connsiteX1" fmla="*/ 1502391 w 1754515"/>
              <a:gd name="connsiteY1" fmla="*/ 14604 h 1828732"/>
              <a:gd name="connsiteX2" fmla="*/ 1515801 w 1754515"/>
              <a:gd name="connsiteY2" fmla="*/ 16713 h 1828732"/>
              <a:gd name="connsiteX3" fmla="*/ 1640113 w 1754515"/>
              <a:gd name="connsiteY3" fmla="*/ 60369 h 1828732"/>
              <a:gd name="connsiteX4" fmla="*/ 1710518 w 1754515"/>
              <a:gd name="connsiteY4" fmla="*/ 87154 h 1828732"/>
              <a:gd name="connsiteX5" fmla="*/ 1754515 w 1754515"/>
              <a:gd name="connsiteY5" fmla="*/ 104162 h 1828732"/>
              <a:gd name="connsiteX6" fmla="*/ 1748429 w 1754515"/>
              <a:gd name="connsiteY6" fmla="*/ 127829 h 1828732"/>
              <a:gd name="connsiteX7" fmla="*/ 1659826 w 1754515"/>
              <a:gd name="connsiteY7" fmla="*/ 95400 h 1828732"/>
              <a:gd name="connsiteX8" fmla="*/ 1288352 w 1754515"/>
              <a:gd name="connsiteY8" fmla="*/ 39238 h 1828732"/>
              <a:gd name="connsiteX9" fmla="*/ 39152 w 1754515"/>
              <a:gd name="connsiteY9" fmla="*/ 1288438 h 1828732"/>
              <a:gd name="connsiteX10" fmla="*/ 137320 w 1754515"/>
              <a:gd name="connsiteY10" fmla="*/ 1774683 h 1828732"/>
              <a:gd name="connsiteX11" fmla="*/ 159044 w 1754515"/>
              <a:gd name="connsiteY11" fmla="*/ 1819779 h 1828732"/>
              <a:gd name="connsiteX12" fmla="*/ 124224 w 1754515"/>
              <a:gd name="connsiteY12" fmla="*/ 1828732 h 1828732"/>
              <a:gd name="connsiteX13" fmla="*/ 99593 w 1754515"/>
              <a:gd name="connsiteY13" fmla="*/ 1767129 h 1828732"/>
              <a:gd name="connsiteX14" fmla="*/ 48247 w 1754515"/>
              <a:gd name="connsiteY14" fmla="*/ 1639435 h 1828732"/>
              <a:gd name="connsiteX15" fmla="*/ 16547 w 1754515"/>
              <a:gd name="connsiteY15" fmla="*/ 1540316 h 1828732"/>
              <a:gd name="connsiteX16" fmla="*/ 9283 w 1754515"/>
              <a:gd name="connsiteY16" fmla="*/ 1516013 h 1828732"/>
              <a:gd name="connsiteX17" fmla="*/ 14909 w 1754515"/>
              <a:gd name="connsiteY17" fmla="*/ 1484654 h 1828732"/>
              <a:gd name="connsiteX18" fmla="*/ 5384 w 1754515"/>
              <a:gd name="connsiteY18" fmla="*/ 1156042 h 1828732"/>
              <a:gd name="connsiteX19" fmla="*/ 119684 w 1754515"/>
              <a:gd name="connsiteY19" fmla="*/ 751229 h 1828732"/>
              <a:gd name="connsiteX20" fmla="*/ 412578 w 1754515"/>
              <a:gd name="connsiteY20" fmla="*/ 348798 h 1828732"/>
              <a:gd name="connsiteX21" fmla="*/ 748334 w 1754515"/>
              <a:gd name="connsiteY21" fmla="*/ 122579 h 1828732"/>
              <a:gd name="connsiteX22" fmla="*/ 1162672 w 1754515"/>
              <a:gd name="connsiteY22" fmla="*/ 5898 h 1828732"/>
              <a:gd name="connsiteX23" fmla="*/ 1245773 w 1754515"/>
              <a:gd name="connsiteY23" fmla="*/ 477 h 1828732"/>
              <a:gd name="connsiteX0-1" fmla="*/ 1515801 w 1754515"/>
              <a:gd name="connsiteY0-2" fmla="*/ 16713 h 1828732"/>
              <a:gd name="connsiteX1-3" fmla="*/ 1640113 w 1754515"/>
              <a:gd name="connsiteY1-4" fmla="*/ 60369 h 1828732"/>
              <a:gd name="connsiteX2-5" fmla="*/ 1710518 w 1754515"/>
              <a:gd name="connsiteY2-6" fmla="*/ 87154 h 1828732"/>
              <a:gd name="connsiteX3-7" fmla="*/ 1754515 w 1754515"/>
              <a:gd name="connsiteY3-8" fmla="*/ 104162 h 1828732"/>
              <a:gd name="connsiteX4-9" fmla="*/ 1748429 w 1754515"/>
              <a:gd name="connsiteY4-10" fmla="*/ 127829 h 1828732"/>
              <a:gd name="connsiteX5-11" fmla="*/ 1659826 w 1754515"/>
              <a:gd name="connsiteY5-12" fmla="*/ 95400 h 1828732"/>
              <a:gd name="connsiteX6-13" fmla="*/ 1288352 w 1754515"/>
              <a:gd name="connsiteY6-14" fmla="*/ 39238 h 1828732"/>
              <a:gd name="connsiteX7-15" fmla="*/ 39152 w 1754515"/>
              <a:gd name="connsiteY7-16" fmla="*/ 1288438 h 1828732"/>
              <a:gd name="connsiteX8-17" fmla="*/ 137320 w 1754515"/>
              <a:gd name="connsiteY8-18" fmla="*/ 1774683 h 1828732"/>
              <a:gd name="connsiteX9-19" fmla="*/ 159044 w 1754515"/>
              <a:gd name="connsiteY9-20" fmla="*/ 1819779 h 1828732"/>
              <a:gd name="connsiteX10-21" fmla="*/ 124224 w 1754515"/>
              <a:gd name="connsiteY10-22" fmla="*/ 1828732 h 1828732"/>
              <a:gd name="connsiteX11-23" fmla="*/ 99593 w 1754515"/>
              <a:gd name="connsiteY11-24" fmla="*/ 1767129 h 1828732"/>
              <a:gd name="connsiteX12-25" fmla="*/ 48247 w 1754515"/>
              <a:gd name="connsiteY12-26" fmla="*/ 1639435 h 1828732"/>
              <a:gd name="connsiteX13-27" fmla="*/ 16547 w 1754515"/>
              <a:gd name="connsiteY13-28" fmla="*/ 1540316 h 1828732"/>
              <a:gd name="connsiteX14-29" fmla="*/ 9283 w 1754515"/>
              <a:gd name="connsiteY14-30" fmla="*/ 1516013 h 1828732"/>
              <a:gd name="connsiteX15-31" fmla="*/ 14909 w 1754515"/>
              <a:gd name="connsiteY15-32" fmla="*/ 1484654 h 1828732"/>
              <a:gd name="connsiteX16-33" fmla="*/ 5384 w 1754515"/>
              <a:gd name="connsiteY16-34" fmla="*/ 1156042 h 1828732"/>
              <a:gd name="connsiteX17-35" fmla="*/ 119684 w 1754515"/>
              <a:gd name="connsiteY17-36" fmla="*/ 751229 h 1828732"/>
              <a:gd name="connsiteX18-37" fmla="*/ 412578 w 1754515"/>
              <a:gd name="connsiteY18-38" fmla="*/ 348798 h 1828732"/>
              <a:gd name="connsiteX19-39" fmla="*/ 748334 w 1754515"/>
              <a:gd name="connsiteY19-40" fmla="*/ 122579 h 1828732"/>
              <a:gd name="connsiteX20-41" fmla="*/ 1162672 w 1754515"/>
              <a:gd name="connsiteY20-42" fmla="*/ 5898 h 1828732"/>
              <a:gd name="connsiteX21-43" fmla="*/ 1245773 w 1754515"/>
              <a:gd name="connsiteY21-44" fmla="*/ 477 h 1828732"/>
              <a:gd name="connsiteX22-45" fmla="*/ 1502391 w 1754515"/>
              <a:gd name="connsiteY22-46" fmla="*/ 14604 h 1828732"/>
              <a:gd name="connsiteX23-47" fmla="*/ 1607241 w 1754515"/>
              <a:gd name="connsiteY23-48" fmla="*/ 108153 h 1828732"/>
              <a:gd name="connsiteX0-49" fmla="*/ 1640113 w 1754515"/>
              <a:gd name="connsiteY0-50" fmla="*/ 60369 h 1828732"/>
              <a:gd name="connsiteX1-51" fmla="*/ 1710518 w 1754515"/>
              <a:gd name="connsiteY1-52" fmla="*/ 87154 h 1828732"/>
              <a:gd name="connsiteX2-53" fmla="*/ 1754515 w 1754515"/>
              <a:gd name="connsiteY2-54" fmla="*/ 104162 h 1828732"/>
              <a:gd name="connsiteX3-55" fmla="*/ 1748429 w 1754515"/>
              <a:gd name="connsiteY3-56" fmla="*/ 127829 h 1828732"/>
              <a:gd name="connsiteX4-57" fmla="*/ 1659826 w 1754515"/>
              <a:gd name="connsiteY4-58" fmla="*/ 95400 h 1828732"/>
              <a:gd name="connsiteX5-59" fmla="*/ 1288352 w 1754515"/>
              <a:gd name="connsiteY5-60" fmla="*/ 39238 h 1828732"/>
              <a:gd name="connsiteX6-61" fmla="*/ 39152 w 1754515"/>
              <a:gd name="connsiteY6-62" fmla="*/ 1288438 h 1828732"/>
              <a:gd name="connsiteX7-63" fmla="*/ 137320 w 1754515"/>
              <a:gd name="connsiteY7-64" fmla="*/ 1774683 h 1828732"/>
              <a:gd name="connsiteX8-65" fmla="*/ 159044 w 1754515"/>
              <a:gd name="connsiteY8-66" fmla="*/ 1819779 h 1828732"/>
              <a:gd name="connsiteX9-67" fmla="*/ 124224 w 1754515"/>
              <a:gd name="connsiteY9-68" fmla="*/ 1828732 h 1828732"/>
              <a:gd name="connsiteX10-69" fmla="*/ 99593 w 1754515"/>
              <a:gd name="connsiteY10-70" fmla="*/ 1767129 h 1828732"/>
              <a:gd name="connsiteX11-71" fmla="*/ 48247 w 1754515"/>
              <a:gd name="connsiteY11-72" fmla="*/ 1639435 h 1828732"/>
              <a:gd name="connsiteX12-73" fmla="*/ 16547 w 1754515"/>
              <a:gd name="connsiteY12-74" fmla="*/ 1540316 h 1828732"/>
              <a:gd name="connsiteX13-75" fmla="*/ 9283 w 1754515"/>
              <a:gd name="connsiteY13-76" fmla="*/ 1516013 h 1828732"/>
              <a:gd name="connsiteX14-77" fmla="*/ 14909 w 1754515"/>
              <a:gd name="connsiteY14-78" fmla="*/ 1484654 h 1828732"/>
              <a:gd name="connsiteX15-79" fmla="*/ 5384 w 1754515"/>
              <a:gd name="connsiteY15-80" fmla="*/ 1156042 h 1828732"/>
              <a:gd name="connsiteX16-81" fmla="*/ 119684 w 1754515"/>
              <a:gd name="connsiteY16-82" fmla="*/ 751229 h 1828732"/>
              <a:gd name="connsiteX17-83" fmla="*/ 412578 w 1754515"/>
              <a:gd name="connsiteY17-84" fmla="*/ 348798 h 1828732"/>
              <a:gd name="connsiteX18-85" fmla="*/ 748334 w 1754515"/>
              <a:gd name="connsiteY18-86" fmla="*/ 122579 h 1828732"/>
              <a:gd name="connsiteX19-87" fmla="*/ 1162672 w 1754515"/>
              <a:gd name="connsiteY19-88" fmla="*/ 5898 h 1828732"/>
              <a:gd name="connsiteX20-89" fmla="*/ 1245773 w 1754515"/>
              <a:gd name="connsiteY20-90" fmla="*/ 477 h 1828732"/>
              <a:gd name="connsiteX21-91" fmla="*/ 1502391 w 1754515"/>
              <a:gd name="connsiteY21-92" fmla="*/ 14604 h 1828732"/>
              <a:gd name="connsiteX22-93" fmla="*/ 1607241 w 1754515"/>
              <a:gd name="connsiteY22-94" fmla="*/ 108153 h 1828732"/>
              <a:gd name="connsiteX0-95" fmla="*/ 1640113 w 1754515"/>
              <a:gd name="connsiteY0-96" fmla="*/ 60369 h 1828732"/>
              <a:gd name="connsiteX1-97" fmla="*/ 1710518 w 1754515"/>
              <a:gd name="connsiteY1-98" fmla="*/ 87154 h 1828732"/>
              <a:gd name="connsiteX2-99" fmla="*/ 1754515 w 1754515"/>
              <a:gd name="connsiteY2-100" fmla="*/ 104162 h 1828732"/>
              <a:gd name="connsiteX3-101" fmla="*/ 1748429 w 1754515"/>
              <a:gd name="connsiteY3-102" fmla="*/ 127829 h 1828732"/>
              <a:gd name="connsiteX4-103" fmla="*/ 1659826 w 1754515"/>
              <a:gd name="connsiteY4-104" fmla="*/ 95400 h 1828732"/>
              <a:gd name="connsiteX5-105" fmla="*/ 1288352 w 1754515"/>
              <a:gd name="connsiteY5-106" fmla="*/ 39238 h 1828732"/>
              <a:gd name="connsiteX6-107" fmla="*/ 39152 w 1754515"/>
              <a:gd name="connsiteY6-108" fmla="*/ 1288438 h 1828732"/>
              <a:gd name="connsiteX7-109" fmla="*/ 137320 w 1754515"/>
              <a:gd name="connsiteY7-110" fmla="*/ 1774683 h 1828732"/>
              <a:gd name="connsiteX8-111" fmla="*/ 159044 w 1754515"/>
              <a:gd name="connsiteY8-112" fmla="*/ 1819779 h 1828732"/>
              <a:gd name="connsiteX9-113" fmla="*/ 124224 w 1754515"/>
              <a:gd name="connsiteY9-114" fmla="*/ 1828732 h 1828732"/>
              <a:gd name="connsiteX10-115" fmla="*/ 99593 w 1754515"/>
              <a:gd name="connsiteY10-116" fmla="*/ 1767129 h 1828732"/>
              <a:gd name="connsiteX11-117" fmla="*/ 48247 w 1754515"/>
              <a:gd name="connsiteY11-118" fmla="*/ 1639435 h 1828732"/>
              <a:gd name="connsiteX12-119" fmla="*/ 16547 w 1754515"/>
              <a:gd name="connsiteY12-120" fmla="*/ 1540316 h 1828732"/>
              <a:gd name="connsiteX13-121" fmla="*/ 9283 w 1754515"/>
              <a:gd name="connsiteY13-122" fmla="*/ 1516013 h 1828732"/>
              <a:gd name="connsiteX14-123" fmla="*/ 14909 w 1754515"/>
              <a:gd name="connsiteY14-124" fmla="*/ 1484654 h 1828732"/>
              <a:gd name="connsiteX15-125" fmla="*/ 5384 w 1754515"/>
              <a:gd name="connsiteY15-126" fmla="*/ 1156042 h 1828732"/>
              <a:gd name="connsiteX16-127" fmla="*/ 119684 w 1754515"/>
              <a:gd name="connsiteY16-128" fmla="*/ 751229 h 1828732"/>
              <a:gd name="connsiteX17-129" fmla="*/ 412578 w 1754515"/>
              <a:gd name="connsiteY17-130" fmla="*/ 348798 h 1828732"/>
              <a:gd name="connsiteX18-131" fmla="*/ 748334 w 1754515"/>
              <a:gd name="connsiteY18-132" fmla="*/ 122579 h 1828732"/>
              <a:gd name="connsiteX19-133" fmla="*/ 1162672 w 1754515"/>
              <a:gd name="connsiteY19-134" fmla="*/ 5898 h 1828732"/>
              <a:gd name="connsiteX20-135" fmla="*/ 1245773 w 1754515"/>
              <a:gd name="connsiteY20-136" fmla="*/ 477 h 1828732"/>
              <a:gd name="connsiteX21-137" fmla="*/ 1502391 w 1754515"/>
              <a:gd name="connsiteY21-138" fmla="*/ 14604 h 1828732"/>
              <a:gd name="connsiteX0-139" fmla="*/ 1710518 w 1754515"/>
              <a:gd name="connsiteY0-140" fmla="*/ 87154 h 1828732"/>
              <a:gd name="connsiteX1-141" fmla="*/ 1754515 w 1754515"/>
              <a:gd name="connsiteY1-142" fmla="*/ 104162 h 1828732"/>
              <a:gd name="connsiteX2-143" fmla="*/ 1748429 w 1754515"/>
              <a:gd name="connsiteY2-144" fmla="*/ 127829 h 1828732"/>
              <a:gd name="connsiteX3-145" fmla="*/ 1659826 w 1754515"/>
              <a:gd name="connsiteY3-146" fmla="*/ 95400 h 1828732"/>
              <a:gd name="connsiteX4-147" fmla="*/ 1288352 w 1754515"/>
              <a:gd name="connsiteY4-148" fmla="*/ 39238 h 1828732"/>
              <a:gd name="connsiteX5-149" fmla="*/ 39152 w 1754515"/>
              <a:gd name="connsiteY5-150" fmla="*/ 1288438 h 1828732"/>
              <a:gd name="connsiteX6-151" fmla="*/ 137320 w 1754515"/>
              <a:gd name="connsiteY6-152" fmla="*/ 1774683 h 1828732"/>
              <a:gd name="connsiteX7-153" fmla="*/ 159044 w 1754515"/>
              <a:gd name="connsiteY7-154" fmla="*/ 1819779 h 1828732"/>
              <a:gd name="connsiteX8-155" fmla="*/ 124224 w 1754515"/>
              <a:gd name="connsiteY8-156" fmla="*/ 1828732 h 1828732"/>
              <a:gd name="connsiteX9-157" fmla="*/ 99593 w 1754515"/>
              <a:gd name="connsiteY9-158" fmla="*/ 1767129 h 1828732"/>
              <a:gd name="connsiteX10-159" fmla="*/ 48247 w 1754515"/>
              <a:gd name="connsiteY10-160" fmla="*/ 1639435 h 1828732"/>
              <a:gd name="connsiteX11-161" fmla="*/ 16547 w 1754515"/>
              <a:gd name="connsiteY11-162" fmla="*/ 1540316 h 1828732"/>
              <a:gd name="connsiteX12-163" fmla="*/ 9283 w 1754515"/>
              <a:gd name="connsiteY12-164" fmla="*/ 1516013 h 1828732"/>
              <a:gd name="connsiteX13-165" fmla="*/ 14909 w 1754515"/>
              <a:gd name="connsiteY13-166" fmla="*/ 1484654 h 1828732"/>
              <a:gd name="connsiteX14-167" fmla="*/ 5384 w 1754515"/>
              <a:gd name="connsiteY14-168" fmla="*/ 1156042 h 1828732"/>
              <a:gd name="connsiteX15-169" fmla="*/ 119684 w 1754515"/>
              <a:gd name="connsiteY15-170" fmla="*/ 751229 h 1828732"/>
              <a:gd name="connsiteX16-171" fmla="*/ 412578 w 1754515"/>
              <a:gd name="connsiteY16-172" fmla="*/ 348798 h 1828732"/>
              <a:gd name="connsiteX17-173" fmla="*/ 748334 w 1754515"/>
              <a:gd name="connsiteY17-174" fmla="*/ 122579 h 1828732"/>
              <a:gd name="connsiteX18-175" fmla="*/ 1162672 w 1754515"/>
              <a:gd name="connsiteY18-176" fmla="*/ 5898 h 1828732"/>
              <a:gd name="connsiteX19-177" fmla="*/ 1245773 w 1754515"/>
              <a:gd name="connsiteY19-178" fmla="*/ 477 h 1828732"/>
              <a:gd name="connsiteX20-179" fmla="*/ 1502391 w 1754515"/>
              <a:gd name="connsiteY20-180" fmla="*/ 14604 h 1828732"/>
              <a:gd name="connsiteX0-181" fmla="*/ 1754515 w 1754515"/>
              <a:gd name="connsiteY0-182" fmla="*/ 104162 h 1828732"/>
              <a:gd name="connsiteX1-183" fmla="*/ 1748429 w 1754515"/>
              <a:gd name="connsiteY1-184" fmla="*/ 127829 h 1828732"/>
              <a:gd name="connsiteX2-185" fmla="*/ 1659826 w 1754515"/>
              <a:gd name="connsiteY2-186" fmla="*/ 95400 h 1828732"/>
              <a:gd name="connsiteX3-187" fmla="*/ 1288352 w 1754515"/>
              <a:gd name="connsiteY3-188" fmla="*/ 39238 h 1828732"/>
              <a:gd name="connsiteX4-189" fmla="*/ 39152 w 1754515"/>
              <a:gd name="connsiteY4-190" fmla="*/ 1288438 h 1828732"/>
              <a:gd name="connsiteX5-191" fmla="*/ 137320 w 1754515"/>
              <a:gd name="connsiteY5-192" fmla="*/ 1774683 h 1828732"/>
              <a:gd name="connsiteX6-193" fmla="*/ 159044 w 1754515"/>
              <a:gd name="connsiteY6-194" fmla="*/ 1819779 h 1828732"/>
              <a:gd name="connsiteX7-195" fmla="*/ 124224 w 1754515"/>
              <a:gd name="connsiteY7-196" fmla="*/ 1828732 h 1828732"/>
              <a:gd name="connsiteX8-197" fmla="*/ 99593 w 1754515"/>
              <a:gd name="connsiteY8-198" fmla="*/ 1767129 h 1828732"/>
              <a:gd name="connsiteX9-199" fmla="*/ 48247 w 1754515"/>
              <a:gd name="connsiteY9-200" fmla="*/ 1639435 h 1828732"/>
              <a:gd name="connsiteX10-201" fmla="*/ 16547 w 1754515"/>
              <a:gd name="connsiteY10-202" fmla="*/ 1540316 h 1828732"/>
              <a:gd name="connsiteX11-203" fmla="*/ 9283 w 1754515"/>
              <a:gd name="connsiteY11-204" fmla="*/ 1516013 h 1828732"/>
              <a:gd name="connsiteX12-205" fmla="*/ 14909 w 1754515"/>
              <a:gd name="connsiteY12-206" fmla="*/ 1484654 h 1828732"/>
              <a:gd name="connsiteX13-207" fmla="*/ 5384 w 1754515"/>
              <a:gd name="connsiteY13-208" fmla="*/ 1156042 h 1828732"/>
              <a:gd name="connsiteX14-209" fmla="*/ 119684 w 1754515"/>
              <a:gd name="connsiteY14-210" fmla="*/ 751229 h 1828732"/>
              <a:gd name="connsiteX15-211" fmla="*/ 412578 w 1754515"/>
              <a:gd name="connsiteY15-212" fmla="*/ 348798 h 1828732"/>
              <a:gd name="connsiteX16-213" fmla="*/ 748334 w 1754515"/>
              <a:gd name="connsiteY16-214" fmla="*/ 122579 h 1828732"/>
              <a:gd name="connsiteX17-215" fmla="*/ 1162672 w 1754515"/>
              <a:gd name="connsiteY17-216" fmla="*/ 5898 h 1828732"/>
              <a:gd name="connsiteX18-217" fmla="*/ 1245773 w 1754515"/>
              <a:gd name="connsiteY18-218" fmla="*/ 477 h 1828732"/>
              <a:gd name="connsiteX19-219" fmla="*/ 1502391 w 1754515"/>
              <a:gd name="connsiteY19-220" fmla="*/ 14604 h 1828732"/>
              <a:gd name="connsiteX0-221" fmla="*/ 1748429 w 1748429"/>
              <a:gd name="connsiteY0-222" fmla="*/ 127829 h 1828732"/>
              <a:gd name="connsiteX1-223" fmla="*/ 1659826 w 1748429"/>
              <a:gd name="connsiteY1-224" fmla="*/ 95400 h 1828732"/>
              <a:gd name="connsiteX2-225" fmla="*/ 1288352 w 1748429"/>
              <a:gd name="connsiteY2-226" fmla="*/ 39238 h 1828732"/>
              <a:gd name="connsiteX3-227" fmla="*/ 39152 w 1748429"/>
              <a:gd name="connsiteY3-228" fmla="*/ 1288438 h 1828732"/>
              <a:gd name="connsiteX4-229" fmla="*/ 137320 w 1748429"/>
              <a:gd name="connsiteY4-230" fmla="*/ 1774683 h 1828732"/>
              <a:gd name="connsiteX5-231" fmla="*/ 159044 w 1748429"/>
              <a:gd name="connsiteY5-232" fmla="*/ 1819779 h 1828732"/>
              <a:gd name="connsiteX6-233" fmla="*/ 124224 w 1748429"/>
              <a:gd name="connsiteY6-234" fmla="*/ 1828732 h 1828732"/>
              <a:gd name="connsiteX7-235" fmla="*/ 99593 w 1748429"/>
              <a:gd name="connsiteY7-236" fmla="*/ 1767129 h 1828732"/>
              <a:gd name="connsiteX8-237" fmla="*/ 48247 w 1748429"/>
              <a:gd name="connsiteY8-238" fmla="*/ 1639435 h 1828732"/>
              <a:gd name="connsiteX9-239" fmla="*/ 16547 w 1748429"/>
              <a:gd name="connsiteY9-240" fmla="*/ 1540316 h 1828732"/>
              <a:gd name="connsiteX10-241" fmla="*/ 9283 w 1748429"/>
              <a:gd name="connsiteY10-242" fmla="*/ 1516013 h 1828732"/>
              <a:gd name="connsiteX11-243" fmla="*/ 14909 w 1748429"/>
              <a:gd name="connsiteY11-244" fmla="*/ 1484654 h 1828732"/>
              <a:gd name="connsiteX12-245" fmla="*/ 5384 w 1748429"/>
              <a:gd name="connsiteY12-246" fmla="*/ 1156042 h 1828732"/>
              <a:gd name="connsiteX13-247" fmla="*/ 119684 w 1748429"/>
              <a:gd name="connsiteY13-248" fmla="*/ 751229 h 1828732"/>
              <a:gd name="connsiteX14-249" fmla="*/ 412578 w 1748429"/>
              <a:gd name="connsiteY14-250" fmla="*/ 348798 h 1828732"/>
              <a:gd name="connsiteX15-251" fmla="*/ 748334 w 1748429"/>
              <a:gd name="connsiteY15-252" fmla="*/ 122579 h 1828732"/>
              <a:gd name="connsiteX16-253" fmla="*/ 1162672 w 1748429"/>
              <a:gd name="connsiteY16-254" fmla="*/ 5898 h 1828732"/>
              <a:gd name="connsiteX17-255" fmla="*/ 1245773 w 1748429"/>
              <a:gd name="connsiteY17-256" fmla="*/ 477 h 1828732"/>
              <a:gd name="connsiteX18-257" fmla="*/ 1502391 w 1748429"/>
              <a:gd name="connsiteY18-258" fmla="*/ 14604 h 1828732"/>
              <a:gd name="connsiteX0-259" fmla="*/ 1748429 w 1748429"/>
              <a:gd name="connsiteY0-260" fmla="*/ 127352 h 1828255"/>
              <a:gd name="connsiteX1-261" fmla="*/ 1659826 w 1748429"/>
              <a:gd name="connsiteY1-262" fmla="*/ 94923 h 1828255"/>
              <a:gd name="connsiteX2-263" fmla="*/ 1288352 w 1748429"/>
              <a:gd name="connsiteY2-264" fmla="*/ 38761 h 1828255"/>
              <a:gd name="connsiteX3-265" fmla="*/ 39152 w 1748429"/>
              <a:gd name="connsiteY3-266" fmla="*/ 1287961 h 1828255"/>
              <a:gd name="connsiteX4-267" fmla="*/ 137320 w 1748429"/>
              <a:gd name="connsiteY4-268" fmla="*/ 1774206 h 1828255"/>
              <a:gd name="connsiteX5-269" fmla="*/ 159044 w 1748429"/>
              <a:gd name="connsiteY5-270" fmla="*/ 1819302 h 1828255"/>
              <a:gd name="connsiteX6-271" fmla="*/ 124224 w 1748429"/>
              <a:gd name="connsiteY6-272" fmla="*/ 1828255 h 1828255"/>
              <a:gd name="connsiteX7-273" fmla="*/ 99593 w 1748429"/>
              <a:gd name="connsiteY7-274" fmla="*/ 1766652 h 1828255"/>
              <a:gd name="connsiteX8-275" fmla="*/ 48247 w 1748429"/>
              <a:gd name="connsiteY8-276" fmla="*/ 1638958 h 1828255"/>
              <a:gd name="connsiteX9-277" fmla="*/ 16547 w 1748429"/>
              <a:gd name="connsiteY9-278" fmla="*/ 1539839 h 1828255"/>
              <a:gd name="connsiteX10-279" fmla="*/ 9283 w 1748429"/>
              <a:gd name="connsiteY10-280" fmla="*/ 1515536 h 1828255"/>
              <a:gd name="connsiteX11-281" fmla="*/ 14909 w 1748429"/>
              <a:gd name="connsiteY11-282" fmla="*/ 1484177 h 1828255"/>
              <a:gd name="connsiteX12-283" fmla="*/ 5384 w 1748429"/>
              <a:gd name="connsiteY12-284" fmla="*/ 1155565 h 1828255"/>
              <a:gd name="connsiteX13-285" fmla="*/ 119684 w 1748429"/>
              <a:gd name="connsiteY13-286" fmla="*/ 750752 h 1828255"/>
              <a:gd name="connsiteX14-287" fmla="*/ 412578 w 1748429"/>
              <a:gd name="connsiteY14-288" fmla="*/ 348321 h 1828255"/>
              <a:gd name="connsiteX15-289" fmla="*/ 748334 w 1748429"/>
              <a:gd name="connsiteY15-290" fmla="*/ 122102 h 1828255"/>
              <a:gd name="connsiteX16-291" fmla="*/ 1162672 w 1748429"/>
              <a:gd name="connsiteY16-292" fmla="*/ 5421 h 1828255"/>
              <a:gd name="connsiteX17-293" fmla="*/ 1245773 w 1748429"/>
              <a:gd name="connsiteY17-294" fmla="*/ 0 h 1828255"/>
              <a:gd name="connsiteX0-295" fmla="*/ 1748429 w 1748429"/>
              <a:gd name="connsiteY0-296" fmla="*/ 121931 h 1822834"/>
              <a:gd name="connsiteX1-297" fmla="*/ 1659826 w 1748429"/>
              <a:gd name="connsiteY1-298" fmla="*/ 89502 h 1822834"/>
              <a:gd name="connsiteX2-299" fmla="*/ 1288352 w 1748429"/>
              <a:gd name="connsiteY2-300" fmla="*/ 33340 h 1822834"/>
              <a:gd name="connsiteX3-301" fmla="*/ 39152 w 1748429"/>
              <a:gd name="connsiteY3-302" fmla="*/ 1282540 h 1822834"/>
              <a:gd name="connsiteX4-303" fmla="*/ 137320 w 1748429"/>
              <a:gd name="connsiteY4-304" fmla="*/ 1768785 h 1822834"/>
              <a:gd name="connsiteX5-305" fmla="*/ 159044 w 1748429"/>
              <a:gd name="connsiteY5-306" fmla="*/ 1813881 h 1822834"/>
              <a:gd name="connsiteX6-307" fmla="*/ 124224 w 1748429"/>
              <a:gd name="connsiteY6-308" fmla="*/ 1822834 h 1822834"/>
              <a:gd name="connsiteX7-309" fmla="*/ 99593 w 1748429"/>
              <a:gd name="connsiteY7-310" fmla="*/ 1761231 h 1822834"/>
              <a:gd name="connsiteX8-311" fmla="*/ 48247 w 1748429"/>
              <a:gd name="connsiteY8-312" fmla="*/ 1633537 h 1822834"/>
              <a:gd name="connsiteX9-313" fmla="*/ 16547 w 1748429"/>
              <a:gd name="connsiteY9-314" fmla="*/ 1534418 h 1822834"/>
              <a:gd name="connsiteX10-315" fmla="*/ 9283 w 1748429"/>
              <a:gd name="connsiteY10-316" fmla="*/ 1510115 h 1822834"/>
              <a:gd name="connsiteX11-317" fmla="*/ 14909 w 1748429"/>
              <a:gd name="connsiteY11-318" fmla="*/ 1478756 h 1822834"/>
              <a:gd name="connsiteX12-319" fmla="*/ 5384 w 1748429"/>
              <a:gd name="connsiteY12-320" fmla="*/ 1150144 h 1822834"/>
              <a:gd name="connsiteX13-321" fmla="*/ 119684 w 1748429"/>
              <a:gd name="connsiteY13-322" fmla="*/ 745331 h 1822834"/>
              <a:gd name="connsiteX14-323" fmla="*/ 412578 w 1748429"/>
              <a:gd name="connsiteY14-324" fmla="*/ 342900 h 1822834"/>
              <a:gd name="connsiteX15-325" fmla="*/ 748334 w 1748429"/>
              <a:gd name="connsiteY15-326" fmla="*/ 116681 h 1822834"/>
              <a:gd name="connsiteX16-327" fmla="*/ 1162672 w 1748429"/>
              <a:gd name="connsiteY16-328" fmla="*/ 0 h 1822834"/>
              <a:gd name="connsiteX0-329" fmla="*/ 1748429 w 1748429"/>
              <a:gd name="connsiteY0-330" fmla="*/ 88591 h 1789494"/>
              <a:gd name="connsiteX1-331" fmla="*/ 1659826 w 1748429"/>
              <a:gd name="connsiteY1-332" fmla="*/ 56162 h 1789494"/>
              <a:gd name="connsiteX2-333" fmla="*/ 1288352 w 1748429"/>
              <a:gd name="connsiteY2-334" fmla="*/ 0 h 1789494"/>
              <a:gd name="connsiteX3-335" fmla="*/ 39152 w 1748429"/>
              <a:gd name="connsiteY3-336" fmla="*/ 1249200 h 1789494"/>
              <a:gd name="connsiteX4-337" fmla="*/ 137320 w 1748429"/>
              <a:gd name="connsiteY4-338" fmla="*/ 1735445 h 1789494"/>
              <a:gd name="connsiteX5-339" fmla="*/ 159044 w 1748429"/>
              <a:gd name="connsiteY5-340" fmla="*/ 1780541 h 1789494"/>
              <a:gd name="connsiteX6-341" fmla="*/ 124224 w 1748429"/>
              <a:gd name="connsiteY6-342" fmla="*/ 1789494 h 1789494"/>
              <a:gd name="connsiteX7-343" fmla="*/ 99593 w 1748429"/>
              <a:gd name="connsiteY7-344" fmla="*/ 1727891 h 1789494"/>
              <a:gd name="connsiteX8-345" fmla="*/ 48247 w 1748429"/>
              <a:gd name="connsiteY8-346" fmla="*/ 1600197 h 1789494"/>
              <a:gd name="connsiteX9-347" fmla="*/ 16547 w 1748429"/>
              <a:gd name="connsiteY9-348" fmla="*/ 1501078 h 1789494"/>
              <a:gd name="connsiteX10-349" fmla="*/ 9283 w 1748429"/>
              <a:gd name="connsiteY10-350" fmla="*/ 1476775 h 1789494"/>
              <a:gd name="connsiteX11-351" fmla="*/ 14909 w 1748429"/>
              <a:gd name="connsiteY11-352" fmla="*/ 1445416 h 1789494"/>
              <a:gd name="connsiteX12-353" fmla="*/ 5384 w 1748429"/>
              <a:gd name="connsiteY12-354" fmla="*/ 1116804 h 1789494"/>
              <a:gd name="connsiteX13-355" fmla="*/ 119684 w 1748429"/>
              <a:gd name="connsiteY13-356" fmla="*/ 711991 h 1789494"/>
              <a:gd name="connsiteX14-357" fmla="*/ 412578 w 1748429"/>
              <a:gd name="connsiteY14-358" fmla="*/ 309560 h 1789494"/>
              <a:gd name="connsiteX15-359" fmla="*/ 748334 w 1748429"/>
              <a:gd name="connsiteY15-360" fmla="*/ 83341 h 1789494"/>
              <a:gd name="connsiteX0-361" fmla="*/ 1748429 w 1748429"/>
              <a:gd name="connsiteY0-362" fmla="*/ 88591 h 1789494"/>
              <a:gd name="connsiteX1-363" fmla="*/ 1659826 w 1748429"/>
              <a:gd name="connsiteY1-364" fmla="*/ 56162 h 1789494"/>
              <a:gd name="connsiteX2-365" fmla="*/ 1288352 w 1748429"/>
              <a:gd name="connsiteY2-366" fmla="*/ 0 h 1789494"/>
              <a:gd name="connsiteX3-367" fmla="*/ 39152 w 1748429"/>
              <a:gd name="connsiteY3-368" fmla="*/ 1249200 h 1789494"/>
              <a:gd name="connsiteX4-369" fmla="*/ 137320 w 1748429"/>
              <a:gd name="connsiteY4-370" fmla="*/ 1735445 h 1789494"/>
              <a:gd name="connsiteX5-371" fmla="*/ 159044 w 1748429"/>
              <a:gd name="connsiteY5-372" fmla="*/ 1780541 h 1789494"/>
              <a:gd name="connsiteX6-373" fmla="*/ 124224 w 1748429"/>
              <a:gd name="connsiteY6-374" fmla="*/ 1789494 h 1789494"/>
              <a:gd name="connsiteX7-375" fmla="*/ 99593 w 1748429"/>
              <a:gd name="connsiteY7-376" fmla="*/ 1727891 h 1789494"/>
              <a:gd name="connsiteX8-377" fmla="*/ 48247 w 1748429"/>
              <a:gd name="connsiteY8-378" fmla="*/ 1600197 h 1789494"/>
              <a:gd name="connsiteX9-379" fmla="*/ 16547 w 1748429"/>
              <a:gd name="connsiteY9-380" fmla="*/ 1501078 h 1789494"/>
              <a:gd name="connsiteX10-381" fmla="*/ 9283 w 1748429"/>
              <a:gd name="connsiteY10-382" fmla="*/ 1476775 h 1789494"/>
              <a:gd name="connsiteX11-383" fmla="*/ 14909 w 1748429"/>
              <a:gd name="connsiteY11-384" fmla="*/ 1445416 h 1789494"/>
              <a:gd name="connsiteX12-385" fmla="*/ 5384 w 1748429"/>
              <a:gd name="connsiteY12-386" fmla="*/ 1116804 h 1789494"/>
              <a:gd name="connsiteX13-387" fmla="*/ 119684 w 1748429"/>
              <a:gd name="connsiteY13-388" fmla="*/ 711991 h 1789494"/>
              <a:gd name="connsiteX14-389" fmla="*/ 412578 w 1748429"/>
              <a:gd name="connsiteY14-390" fmla="*/ 309560 h 1789494"/>
              <a:gd name="connsiteX0-391" fmla="*/ 1748429 w 1748429"/>
              <a:gd name="connsiteY0-392" fmla="*/ 88591 h 1789494"/>
              <a:gd name="connsiteX1-393" fmla="*/ 1659826 w 1748429"/>
              <a:gd name="connsiteY1-394" fmla="*/ 56162 h 1789494"/>
              <a:gd name="connsiteX2-395" fmla="*/ 1288352 w 1748429"/>
              <a:gd name="connsiteY2-396" fmla="*/ 0 h 1789494"/>
              <a:gd name="connsiteX3-397" fmla="*/ 39152 w 1748429"/>
              <a:gd name="connsiteY3-398" fmla="*/ 1249200 h 1789494"/>
              <a:gd name="connsiteX4-399" fmla="*/ 137320 w 1748429"/>
              <a:gd name="connsiteY4-400" fmla="*/ 1735445 h 1789494"/>
              <a:gd name="connsiteX5-401" fmla="*/ 159044 w 1748429"/>
              <a:gd name="connsiteY5-402" fmla="*/ 1780541 h 1789494"/>
              <a:gd name="connsiteX6-403" fmla="*/ 124224 w 1748429"/>
              <a:gd name="connsiteY6-404" fmla="*/ 1789494 h 1789494"/>
              <a:gd name="connsiteX7-405" fmla="*/ 99593 w 1748429"/>
              <a:gd name="connsiteY7-406" fmla="*/ 1727891 h 1789494"/>
              <a:gd name="connsiteX8-407" fmla="*/ 48247 w 1748429"/>
              <a:gd name="connsiteY8-408" fmla="*/ 1600197 h 1789494"/>
              <a:gd name="connsiteX9-409" fmla="*/ 16547 w 1748429"/>
              <a:gd name="connsiteY9-410" fmla="*/ 1501078 h 1789494"/>
              <a:gd name="connsiteX10-411" fmla="*/ 9283 w 1748429"/>
              <a:gd name="connsiteY10-412" fmla="*/ 1476775 h 1789494"/>
              <a:gd name="connsiteX11-413" fmla="*/ 14909 w 1748429"/>
              <a:gd name="connsiteY11-414" fmla="*/ 1445416 h 1789494"/>
              <a:gd name="connsiteX12-415" fmla="*/ 5384 w 1748429"/>
              <a:gd name="connsiteY12-416" fmla="*/ 1116804 h 1789494"/>
              <a:gd name="connsiteX13-417" fmla="*/ 119684 w 1748429"/>
              <a:gd name="connsiteY13-418" fmla="*/ 711991 h 1789494"/>
              <a:gd name="connsiteX0-419" fmla="*/ 1748429 w 1748429"/>
              <a:gd name="connsiteY0-420" fmla="*/ 88591 h 1789494"/>
              <a:gd name="connsiteX1-421" fmla="*/ 1659826 w 1748429"/>
              <a:gd name="connsiteY1-422" fmla="*/ 56162 h 1789494"/>
              <a:gd name="connsiteX2-423" fmla="*/ 1288352 w 1748429"/>
              <a:gd name="connsiteY2-424" fmla="*/ 0 h 1789494"/>
              <a:gd name="connsiteX3-425" fmla="*/ 39152 w 1748429"/>
              <a:gd name="connsiteY3-426" fmla="*/ 1249200 h 1789494"/>
              <a:gd name="connsiteX4-427" fmla="*/ 137320 w 1748429"/>
              <a:gd name="connsiteY4-428" fmla="*/ 1735445 h 1789494"/>
              <a:gd name="connsiteX5-429" fmla="*/ 159044 w 1748429"/>
              <a:gd name="connsiteY5-430" fmla="*/ 1780541 h 1789494"/>
              <a:gd name="connsiteX6-431" fmla="*/ 124224 w 1748429"/>
              <a:gd name="connsiteY6-432" fmla="*/ 1789494 h 1789494"/>
              <a:gd name="connsiteX7-433" fmla="*/ 99593 w 1748429"/>
              <a:gd name="connsiteY7-434" fmla="*/ 1727891 h 1789494"/>
              <a:gd name="connsiteX8-435" fmla="*/ 48247 w 1748429"/>
              <a:gd name="connsiteY8-436" fmla="*/ 1600197 h 1789494"/>
              <a:gd name="connsiteX9-437" fmla="*/ 16547 w 1748429"/>
              <a:gd name="connsiteY9-438" fmla="*/ 1501078 h 1789494"/>
              <a:gd name="connsiteX10-439" fmla="*/ 9283 w 1748429"/>
              <a:gd name="connsiteY10-440" fmla="*/ 1476775 h 1789494"/>
              <a:gd name="connsiteX11-441" fmla="*/ 14909 w 1748429"/>
              <a:gd name="connsiteY11-442" fmla="*/ 1445416 h 1789494"/>
              <a:gd name="connsiteX12-443" fmla="*/ 5384 w 1748429"/>
              <a:gd name="connsiteY12-444" fmla="*/ 1116804 h 1789494"/>
              <a:gd name="connsiteX0-445" fmla="*/ 1739146 w 1739146"/>
              <a:gd name="connsiteY0-446" fmla="*/ 88591 h 1789494"/>
              <a:gd name="connsiteX1-447" fmla="*/ 1650543 w 1739146"/>
              <a:gd name="connsiteY1-448" fmla="*/ 56162 h 1789494"/>
              <a:gd name="connsiteX2-449" fmla="*/ 1279069 w 1739146"/>
              <a:gd name="connsiteY2-450" fmla="*/ 0 h 1789494"/>
              <a:gd name="connsiteX3-451" fmla="*/ 29869 w 1739146"/>
              <a:gd name="connsiteY3-452" fmla="*/ 1249200 h 1789494"/>
              <a:gd name="connsiteX4-453" fmla="*/ 128037 w 1739146"/>
              <a:gd name="connsiteY4-454" fmla="*/ 1735445 h 1789494"/>
              <a:gd name="connsiteX5-455" fmla="*/ 149761 w 1739146"/>
              <a:gd name="connsiteY5-456" fmla="*/ 1780541 h 1789494"/>
              <a:gd name="connsiteX6-457" fmla="*/ 114941 w 1739146"/>
              <a:gd name="connsiteY6-458" fmla="*/ 1789494 h 1789494"/>
              <a:gd name="connsiteX7-459" fmla="*/ 90310 w 1739146"/>
              <a:gd name="connsiteY7-460" fmla="*/ 1727891 h 1789494"/>
              <a:gd name="connsiteX8-461" fmla="*/ 38964 w 1739146"/>
              <a:gd name="connsiteY8-462" fmla="*/ 1600197 h 1789494"/>
              <a:gd name="connsiteX9-463" fmla="*/ 7264 w 1739146"/>
              <a:gd name="connsiteY9-464" fmla="*/ 1501078 h 1789494"/>
              <a:gd name="connsiteX10-465" fmla="*/ 0 w 1739146"/>
              <a:gd name="connsiteY10-466" fmla="*/ 1476775 h 1789494"/>
              <a:gd name="connsiteX11-467" fmla="*/ 5626 w 1739146"/>
              <a:gd name="connsiteY11-468" fmla="*/ 1445416 h 1789494"/>
              <a:gd name="connsiteX0-469" fmla="*/ 1739146 w 1739146"/>
              <a:gd name="connsiteY0-470" fmla="*/ 88591 h 1789494"/>
              <a:gd name="connsiteX1-471" fmla="*/ 1650543 w 1739146"/>
              <a:gd name="connsiteY1-472" fmla="*/ 56162 h 1789494"/>
              <a:gd name="connsiteX2-473" fmla="*/ 1279069 w 1739146"/>
              <a:gd name="connsiteY2-474" fmla="*/ 0 h 1789494"/>
              <a:gd name="connsiteX3-475" fmla="*/ 29869 w 1739146"/>
              <a:gd name="connsiteY3-476" fmla="*/ 1249200 h 1789494"/>
              <a:gd name="connsiteX4-477" fmla="*/ 128037 w 1739146"/>
              <a:gd name="connsiteY4-478" fmla="*/ 1735445 h 1789494"/>
              <a:gd name="connsiteX5-479" fmla="*/ 149761 w 1739146"/>
              <a:gd name="connsiteY5-480" fmla="*/ 1780541 h 1789494"/>
              <a:gd name="connsiteX6-481" fmla="*/ 114941 w 1739146"/>
              <a:gd name="connsiteY6-482" fmla="*/ 1789494 h 1789494"/>
              <a:gd name="connsiteX7-483" fmla="*/ 90310 w 1739146"/>
              <a:gd name="connsiteY7-484" fmla="*/ 1727891 h 1789494"/>
              <a:gd name="connsiteX8-485" fmla="*/ 38964 w 1739146"/>
              <a:gd name="connsiteY8-486" fmla="*/ 1600197 h 1789494"/>
              <a:gd name="connsiteX9-487" fmla="*/ 7264 w 1739146"/>
              <a:gd name="connsiteY9-488" fmla="*/ 1501078 h 1789494"/>
              <a:gd name="connsiteX10-489" fmla="*/ 0 w 1739146"/>
              <a:gd name="connsiteY10-490" fmla="*/ 1476775 h 1789494"/>
              <a:gd name="connsiteX0-491" fmla="*/ 1739146 w 1739146"/>
              <a:gd name="connsiteY0-492" fmla="*/ 88591 h 1789494"/>
              <a:gd name="connsiteX1-493" fmla="*/ 1650543 w 1739146"/>
              <a:gd name="connsiteY1-494" fmla="*/ 56162 h 1789494"/>
              <a:gd name="connsiteX2-495" fmla="*/ 1279069 w 1739146"/>
              <a:gd name="connsiteY2-496" fmla="*/ 0 h 1789494"/>
              <a:gd name="connsiteX3-497" fmla="*/ 29869 w 1739146"/>
              <a:gd name="connsiteY3-498" fmla="*/ 1249200 h 1789494"/>
              <a:gd name="connsiteX4-499" fmla="*/ 128037 w 1739146"/>
              <a:gd name="connsiteY4-500" fmla="*/ 1735445 h 1789494"/>
              <a:gd name="connsiteX5-501" fmla="*/ 149761 w 1739146"/>
              <a:gd name="connsiteY5-502" fmla="*/ 1780541 h 1789494"/>
              <a:gd name="connsiteX6-503" fmla="*/ 114941 w 1739146"/>
              <a:gd name="connsiteY6-504" fmla="*/ 1789494 h 1789494"/>
              <a:gd name="connsiteX7-505" fmla="*/ 90310 w 1739146"/>
              <a:gd name="connsiteY7-506" fmla="*/ 1727891 h 1789494"/>
              <a:gd name="connsiteX8-507" fmla="*/ 38964 w 1739146"/>
              <a:gd name="connsiteY8-508" fmla="*/ 1600197 h 1789494"/>
              <a:gd name="connsiteX9-509" fmla="*/ 0 w 1739146"/>
              <a:gd name="connsiteY9-510" fmla="*/ 1476775 h 1789494"/>
              <a:gd name="connsiteX0-511" fmla="*/ 1709277 w 1709277"/>
              <a:gd name="connsiteY0-512" fmla="*/ 88591 h 1789494"/>
              <a:gd name="connsiteX1-513" fmla="*/ 1620674 w 1709277"/>
              <a:gd name="connsiteY1-514" fmla="*/ 56162 h 1789494"/>
              <a:gd name="connsiteX2-515" fmla="*/ 1249200 w 1709277"/>
              <a:gd name="connsiteY2-516" fmla="*/ 0 h 1789494"/>
              <a:gd name="connsiteX3-517" fmla="*/ 0 w 1709277"/>
              <a:gd name="connsiteY3-518" fmla="*/ 1249200 h 1789494"/>
              <a:gd name="connsiteX4-519" fmla="*/ 98168 w 1709277"/>
              <a:gd name="connsiteY4-520" fmla="*/ 1735445 h 1789494"/>
              <a:gd name="connsiteX5-521" fmla="*/ 119892 w 1709277"/>
              <a:gd name="connsiteY5-522" fmla="*/ 1780541 h 1789494"/>
              <a:gd name="connsiteX6-523" fmla="*/ 85072 w 1709277"/>
              <a:gd name="connsiteY6-524" fmla="*/ 1789494 h 1789494"/>
              <a:gd name="connsiteX7-525" fmla="*/ 60441 w 1709277"/>
              <a:gd name="connsiteY7-526" fmla="*/ 1727891 h 1789494"/>
              <a:gd name="connsiteX8-527" fmla="*/ 9095 w 1709277"/>
              <a:gd name="connsiteY8-528" fmla="*/ 1600197 h 1789494"/>
              <a:gd name="connsiteX0-529" fmla="*/ 1709277 w 1709277"/>
              <a:gd name="connsiteY0-530" fmla="*/ 88591 h 1789494"/>
              <a:gd name="connsiteX1-531" fmla="*/ 1620674 w 1709277"/>
              <a:gd name="connsiteY1-532" fmla="*/ 56162 h 1789494"/>
              <a:gd name="connsiteX2-533" fmla="*/ 1249200 w 1709277"/>
              <a:gd name="connsiteY2-534" fmla="*/ 0 h 1789494"/>
              <a:gd name="connsiteX3-535" fmla="*/ 0 w 1709277"/>
              <a:gd name="connsiteY3-536" fmla="*/ 1249200 h 1789494"/>
              <a:gd name="connsiteX4-537" fmla="*/ 98168 w 1709277"/>
              <a:gd name="connsiteY4-538" fmla="*/ 1735445 h 1789494"/>
              <a:gd name="connsiteX5-539" fmla="*/ 119892 w 1709277"/>
              <a:gd name="connsiteY5-540" fmla="*/ 1780541 h 1789494"/>
              <a:gd name="connsiteX6-541" fmla="*/ 85072 w 1709277"/>
              <a:gd name="connsiteY6-542" fmla="*/ 1789494 h 1789494"/>
              <a:gd name="connsiteX7-543" fmla="*/ 60441 w 1709277"/>
              <a:gd name="connsiteY7-544" fmla="*/ 1727891 h 1789494"/>
              <a:gd name="connsiteX0-545" fmla="*/ 1709277 w 1709277"/>
              <a:gd name="connsiteY0-546" fmla="*/ 88591 h 1789494"/>
              <a:gd name="connsiteX1-547" fmla="*/ 1620674 w 1709277"/>
              <a:gd name="connsiteY1-548" fmla="*/ 56162 h 1789494"/>
              <a:gd name="connsiteX2-549" fmla="*/ 1249200 w 1709277"/>
              <a:gd name="connsiteY2-550" fmla="*/ 0 h 1789494"/>
              <a:gd name="connsiteX3-551" fmla="*/ 0 w 1709277"/>
              <a:gd name="connsiteY3-552" fmla="*/ 1249200 h 1789494"/>
              <a:gd name="connsiteX4-553" fmla="*/ 98168 w 1709277"/>
              <a:gd name="connsiteY4-554" fmla="*/ 1735445 h 1789494"/>
              <a:gd name="connsiteX5-555" fmla="*/ 119892 w 1709277"/>
              <a:gd name="connsiteY5-556" fmla="*/ 1780541 h 1789494"/>
              <a:gd name="connsiteX6-557" fmla="*/ 85072 w 1709277"/>
              <a:gd name="connsiteY6-558" fmla="*/ 1789494 h 1789494"/>
              <a:gd name="connsiteX0-559" fmla="*/ 1709277 w 1709277"/>
              <a:gd name="connsiteY0-560" fmla="*/ 88591 h 1780541"/>
              <a:gd name="connsiteX1-561" fmla="*/ 1620674 w 1709277"/>
              <a:gd name="connsiteY1-562" fmla="*/ 56162 h 1780541"/>
              <a:gd name="connsiteX2-563" fmla="*/ 1249200 w 1709277"/>
              <a:gd name="connsiteY2-564" fmla="*/ 0 h 1780541"/>
              <a:gd name="connsiteX3-565" fmla="*/ 0 w 1709277"/>
              <a:gd name="connsiteY3-566" fmla="*/ 1249200 h 1780541"/>
              <a:gd name="connsiteX4-567" fmla="*/ 98168 w 1709277"/>
              <a:gd name="connsiteY4-568" fmla="*/ 1735445 h 1780541"/>
              <a:gd name="connsiteX5-569" fmla="*/ 119892 w 1709277"/>
              <a:gd name="connsiteY5-570" fmla="*/ 1780541 h 17805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6" name="任意多边形: 形状 45"/>
          <p:cNvSpPr/>
          <p:nvPr>
            <p:custDataLst>
              <p:tags r:id="rId29"/>
            </p:custDataLst>
          </p:nvPr>
        </p:nvSpPr>
        <p:spPr>
          <a:xfrm rot="11361091">
            <a:off x="1276985" y="1327785"/>
            <a:ext cx="699770" cy="730250"/>
          </a:xfrm>
          <a:custGeom>
            <a:avLst/>
            <a:gdLst>
              <a:gd name="connsiteX0" fmla="*/ 513622 w 699728"/>
              <a:gd name="connsiteY0" fmla="*/ 0 h 730385"/>
              <a:gd name="connsiteX1" fmla="*/ 617135 w 699728"/>
              <a:gd name="connsiteY1" fmla="*/ 10435 h 730385"/>
              <a:gd name="connsiteX2" fmla="*/ 699728 w 699728"/>
              <a:gd name="connsiteY2" fmla="*/ 36073 h 730385"/>
              <a:gd name="connsiteX3" fmla="*/ 680335 w 699728"/>
              <a:gd name="connsiteY3" fmla="*/ 67656 h 730385"/>
              <a:gd name="connsiteX4" fmla="*/ 662008 w 699728"/>
              <a:gd name="connsiteY4" fmla="*/ 62361 h 730385"/>
              <a:gd name="connsiteX5" fmla="*/ 614160 w 699728"/>
              <a:gd name="connsiteY5" fmla="*/ 54994 h 730385"/>
              <a:gd name="connsiteX6" fmla="*/ 376035 w 699728"/>
              <a:gd name="connsiteY6" fmla="*/ 74044 h 730385"/>
              <a:gd name="connsiteX7" fmla="*/ 190297 w 699728"/>
              <a:gd name="connsiteY7" fmla="*/ 174057 h 730385"/>
              <a:gd name="connsiteX8" fmla="*/ 66472 w 699728"/>
              <a:gd name="connsiteY8" fmla="*/ 366938 h 730385"/>
              <a:gd name="connsiteX9" fmla="*/ 61710 w 699728"/>
              <a:gd name="connsiteY9" fmla="*/ 659832 h 730385"/>
              <a:gd name="connsiteX10" fmla="*/ 74893 w 699728"/>
              <a:gd name="connsiteY10" fmla="*/ 711398 h 730385"/>
              <a:gd name="connsiteX11" fmla="*/ 49502 w 699728"/>
              <a:gd name="connsiteY11" fmla="*/ 730385 h 730385"/>
              <a:gd name="connsiteX12" fmla="*/ 40363 w 699728"/>
              <a:gd name="connsiteY12" fmla="*/ 713547 h 730385"/>
              <a:gd name="connsiteX13" fmla="*/ 0 w 699728"/>
              <a:gd name="connsiteY13" fmla="*/ 513622 h 730385"/>
              <a:gd name="connsiteX14" fmla="*/ 513622 w 699728"/>
              <a:gd name="connsiteY14" fmla="*/ 0 h 730385"/>
              <a:gd name="connsiteX0-1" fmla="*/ 190297 w 699728"/>
              <a:gd name="connsiteY0-2" fmla="*/ 174057 h 730385"/>
              <a:gd name="connsiteX1-3" fmla="*/ 66472 w 699728"/>
              <a:gd name="connsiteY1-4" fmla="*/ 366938 h 730385"/>
              <a:gd name="connsiteX2-5" fmla="*/ 61710 w 699728"/>
              <a:gd name="connsiteY2-6" fmla="*/ 659832 h 730385"/>
              <a:gd name="connsiteX3-7" fmla="*/ 74893 w 699728"/>
              <a:gd name="connsiteY3-8" fmla="*/ 711398 h 730385"/>
              <a:gd name="connsiteX4-9" fmla="*/ 49502 w 699728"/>
              <a:gd name="connsiteY4-10" fmla="*/ 730385 h 730385"/>
              <a:gd name="connsiteX5-11" fmla="*/ 40363 w 699728"/>
              <a:gd name="connsiteY5-12" fmla="*/ 713547 h 730385"/>
              <a:gd name="connsiteX6-13" fmla="*/ 0 w 699728"/>
              <a:gd name="connsiteY6-14" fmla="*/ 513622 h 730385"/>
              <a:gd name="connsiteX7-15" fmla="*/ 513622 w 699728"/>
              <a:gd name="connsiteY7-16" fmla="*/ 0 h 730385"/>
              <a:gd name="connsiteX8-17" fmla="*/ 617135 w 699728"/>
              <a:gd name="connsiteY8-18" fmla="*/ 10435 h 730385"/>
              <a:gd name="connsiteX9-19" fmla="*/ 699728 w 699728"/>
              <a:gd name="connsiteY9-20" fmla="*/ 36073 h 730385"/>
              <a:gd name="connsiteX10-21" fmla="*/ 680335 w 699728"/>
              <a:gd name="connsiteY10-22" fmla="*/ 67656 h 730385"/>
              <a:gd name="connsiteX11-23" fmla="*/ 662008 w 699728"/>
              <a:gd name="connsiteY11-24" fmla="*/ 62361 h 730385"/>
              <a:gd name="connsiteX12-25" fmla="*/ 614160 w 699728"/>
              <a:gd name="connsiteY12-26" fmla="*/ 54994 h 730385"/>
              <a:gd name="connsiteX13-27" fmla="*/ 376035 w 699728"/>
              <a:gd name="connsiteY13-28" fmla="*/ 74044 h 730385"/>
              <a:gd name="connsiteX14-29" fmla="*/ 281737 w 699728"/>
              <a:gd name="connsiteY14-30" fmla="*/ 265497 h 730385"/>
              <a:gd name="connsiteX0-31" fmla="*/ 190297 w 699728"/>
              <a:gd name="connsiteY0-32" fmla="*/ 174057 h 730385"/>
              <a:gd name="connsiteX1-33" fmla="*/ 66472 w 699728"/>
              <a:gd name="connsiteY1-34" fmla="*/ 366938 h 730385"/>
              <a:gd name="connsiteX2-35" fmla="*/ 61710 w 699728"/>
              <a:gd name="connsiteY2-36" fmla="*/ 659832 h 730385"/>
              <a:gd name="connsiteX3-37" fmla="*/ 74893 w 699728"/>
              <a:gd name="connsiteY3-38" fmla="*/ 711398 h 730385"/>
              <a:gd name="connsiteX4-39" fmla="*/ 49502 w 699728"/>
              <a:gd name="connsiteY4-40" fmla="*/ 730385 h 730385"/>
              <a:gd name="connsiteX5-41" fmla="*/ 40363 w 699728"/>
              <a:gd name="connsiteY5-42" fmla="*/ 713547 h 730385"/>
              <a:gd name="connsiteX6-43" fmla="*/ 0 w 699728"/>
              <a:gd name="connsiteY6-44" fmla="*/ 513622 h 730385"/>
              <a:gd name="connsiteX7-45" fmla="*/ 513622 w 699728"/>
              <a:gd name="connsiteY7-46" fmla="*/ 0 h 730385"/>
              <a:gd name="connsiteX8-47" fmla="*/ 617135 w 699728"/>
              <a:gd name="connsiteY8-48" fmla="*/ 10435 h 730385"/>
              <a:gd name="connsiteX9-49" fmla="*/ 699728 w 699728"/>
              <a:gd name="connsiteY9-50" fmla="*/ 36073 h 730385"/>
              <a:gd name="connsiteX10-51" fmla="*/ 680335 w 699728"/>
              <a:gd name="connsiteY10-52" fmla="*/ 67656 h 730385"/>
              <a:gd name="connsiteX11-53" fmla="*/ 662008 w 699728"/>
              <a:gd name="connsiteY11-54" fmla="*/ 62361 h 730385"/>
              <a:gd name="connsiteX12-55" fmla="*/ 614160 w 699728"/>
              <a:gd name="connsiteY12-56" fmla="*/ 54994 h 730385"/>
              <a:gd name="connsiteX13-57" fmla="*/ 376035 w 699728"/>
              <a:gd name="connsiteY13-58" fmla="*/ 74044 h 730385"/>
              <a:gd name="connsiteX0-59" fmla="*/ 190297 w 699728"/>
              <a:gd name="connsiteY0-60" fmla="*/ 174057 h 730385"/>
              <a:gd name="connsiteX1-61" fmla="*/ 66472 w 699728"/>
              <a:gd name="connsiteY1-62" fmla="*/ 366938 h 730385"/>
              <a:gd name="connsiteX2-63" fmla="*/ 61710 w 699728"/>
              <a:gd name="connsiteY2-64" fmla="*/ 659832 h 730385"/>
              <a:gd name="connsiteX3-65" fmla="*/ 74893 w 699728"/>
              <a:gd name="connsiteY3-66" fmla="*/ 711398 h 730385"/>
              <a:gd name="connsiteX4-67" fmla="*/ 49502 w 699728"/>
              <a:gd name="connsiteY4-68" fmla="*/ 730385 h 730385"/>
              <a:gd name="connsiteX5-69" fmla="*/ 40363 w 699728"/>
              <a:gd name="connsiteY5-70" fmla="*/ 713547 h 730385"/>
              <a:gd name="connsiteX6-71" fmla="*/ 0 w 699728"/>
              <a:gd name="connsiteY6-72" fmla="*/ 513622 h 730385"/>
              <a:gd name="connsiteX7-73" fmla="*/ 513622 w 699728"/>
              <a:gd name="connsiteY7-74" fmla="*/ 0 h 730385"/>
              <a:gd name="connsiteX8-75" fmla="*/ 617135 w 699728"/>
              <a:gd name="connsiteY8-76" fmla="*/ 10435 h 730385"/>
              <a:gd name="connsiteX9-77" fmla="*/ 699728 w 699728"/>
              <a:gd name="connsiteY9-78" fmla="*/ 36073 h 730385"/>
              <a:gd name="connsiteX10-79" fmla="*/ 680335 w 699728"/>
              <a:gd name="connsiteY10-80" fmla="*/ 67656 h 730385"/>
              <a:gd name="connsiteX11-81" fmla="*/ 662008 w 699728"/>
              <a:gd name="connsiteY11-82" fmla="*/ 62361 h 730385"/>
              <a:gd name="connsiteX12-83" fmla="*/ 614160 w 699728"/>
              <a:gd name="connsiteY12-84" fmla="*/ 54994 h 730385"/>
              <a:gd name="connsiteX0-85" fmla="*/ 190297 w 699728"/>
              <a:gd name="connsiteY0-86" fmla="*/ 174057 h 730385"/>
              <a:gd name="connsiteX1-87" fmla="*/ 66472 w 699728"/>
              <a:gd name="connsiteY1-88" fmla="*/ 366938 h 730385"/>
              <a:gd name="connsiteX2-89" fmla="*/ 61710 w 699728"/>
              <a:gd name="connsiteY2-90" fmla="*/ 659832 h 730385"/>
              <a:gd name="connsiteX3-91" fmla="*/ 74893 w 699728"/>
              <a:gd name="connsiteY3-92" fmla="*/ 711398 h 730385"/>
              <a:gd name="connsiteX4-93" fmla="*/ 49502 w 699728"/>
              <a:gd name="connsiteY4-94" fmla="*/ 730385 h 730385"/>
              <a:gd name="connsiteX5-95" fmla="*/ 40363 w 699728"/>
              <a:gd name="connsiteY5-96" fmla="*/ 713547 h 730385"/>
              <a:gd name="connsiteX6-97" fmla="*/ 0 w 699728"/>
              <a:gd name="connsiteY6-98" fmla="*/ 513622 h 730385"/>
              <a:gd name="connsiteX7-99" fmla="*/ 513622 w 699728"/>
              <a:gd name="connsiteY7-100" fmla="*/ 0 h 730385"/>
              <a:gd name="connsiteX8-101" fmla="*/ 617135 w 699728"/>
              <a:gd name="connsiteY8-102" fmla="*/ 10435 h 730385"/>
              <a:gd name="connsiteX9-103" fmla="*/ 699728 w 699728"/>
              <a:gd name="connsiteY9-104" fmla="*/ 36073 h 730385"/>
              <a:gd name="connsiteX10-105" fmla="*/ 680335 w 699728"/>
              <a:gd name="connsiteY10-106" fmla="*/ 67656 h 730385"/>
              <a:gd name="connsiteX11-107" fmla="*/ 662008 w 699728"/>
              <a:gd name="connsiteY11-108" fmla="*/ 62361 h 730385"/>
              <a:gd name="connsiteX0-109" fmla="*/ 190297 w 699728"/>
              <a:gd name="connsiteY0-110" fmla="*/ 174057 h 730385"/>
              <a:gd name="connsiteX1-111" fmla="*/ 66472 w 699728"/>
              <a:gd name="connsiteY1-112" fmla="*/ 366938 h 730385"/>
              <a:gd name="connsiteX2-113" fmla="*/ 61710 w 699728"/>
              <a:gd name="connsiteY2-114" fmla="*/ 659832 h 730385"/>
              <a:gd name="connsiteX3-115" fmla="*/ 74893 w 699728"/>
              <a:gd name="connsiteY3-116" fmla="*/ 711398 h 730385"/>
              <a:gd name="connsiteX4-117" fmla="*/ 49502 w 699728"/>
              <a:gd name="connsiteY4-118" fmla="*/ 730385 h 730385"/>
              <a:gd name="connsiteX5-119" fmla="*/ 40363 w 699728"/>
              <a:gd name="connsiteY5-120" fmla="*/ 713547 h 730385"/>
              <a:gd name="connsiteX6-121" fmla="*/ 0 w 699728"/>
              <a:gd name="connsiteY6-122" fmla="*/ 513622 h 730385"/>
              <a:gd name="connsiteX7-123" fmla="*/ 513622 w 699728"/>
              <a:gd name="connsiteY7-124" fmla="*/ 0 h 730385"/>
              <a:gd name="connsiteX8-125" fmla="*/ 617135 w 699728"/>
              <a:gd name="connsiteY8-126" fmla="*/ 10435 h 730385"/>
              <a:gd name="connsiteX9-127" fmla="*/ 699728 w 699728"/>
              <a:gd name="connsiteY9-128" fmla="*/ 36073 h 730385"/>
              <a:gd name="connsiteX10-129" fmla="*/ 680335 w 699728"/>
              <a:gd name="connsiteY10-130" fmla="*/ 67656 h 730385"/>
              <a:gd name="connsiteX0-131" fmla="*/ 190297 w 699728"/>
              <a:gd name="connsiteY0-132" fmla="*/ 174057 h 730385"/>
              <a:gd name="connsiteX1-133" fmla="*/ 66472 w 699728"/>
              <a:gd name="connsiteY1-134" fmla="*/ 366938 h 730385"/>
              <a:gd name="connsiteX2-135" fmla="*/ 61710 w 699728"/>
              <a:gd name="connsiteY2-136" fmla="*/ 659832 h 730385"/>
              <a:gd name="connsiteX3-137" fmla="*/ 74893 w 699728"/>
              <a:gd name="connsiteY3-138" fmla="*/ 711398 h 730385"/>
              <a:gd name="connsiteX4-139" fmla="*/ 49502 w 699728"/>
              <a:gd name="connsiteY4-140" fmla="*/ 730385 h 730385"/>
              <a:gd name="connsiteX5-141" fmla="*/ 40363 w 699728"/>
              <a:gd name="connsiteY5-142" fmla="*/ 713547 h 730385"/>
              <a:gd name="connsiteX6-143" fmla="*/ 0 w 699728"/>
              <a:gd name="connsiteY6-144" fmla="*/ 513622 h 730385"/>
              <a:gd name="connsiteX7-145" fmla="*/ 513622 w 699728"/>
              <a:gd name="connsiteY7-146" fmla="*/ 0 h 730385"/>
              <a:gd name="connsiteX8-147" fmla="*/ 617135 w 699728"/>
              <a:gd name="connsiteY8-148" fmla="*/ 10435 h 730385"/>
              <a:gd name="connsiteX9-149" fmla="*/ 699728 w 699728"/>
              <a:gd name="connsiteY9-150" fmla="*/ 36073 h 730385"/>
              <a:gd name="connsiteX0-151" fmla="*/ 66472 w 699728"/>
              <a:gd name="connsiteY0-152" fmla="*/ 366938 h 730385"/>
              <a:gd name="connsiteX1-153" fmla="*/ 61710 w 699728"/>
              <a:gd name="connsiteY1-154" fmla="*/ 659832 h 730385"/>
              <a:gd name="connsiteX2-155" fmla="*/ 74893 w 699728"/>
              <a:gd name="connsiteY2-156" fmla="*/ 711398 h 730385"/>
              <a:gd name="connsiteX3-157" fmla="*/ 49502 w 699728"/>
              <a:gd name="connsiteY3-158" fmla="*/ 730385 h 730385"/>
              <a:gd name="connsiteX4-159" fmla="*/ 40363 w 699728"/>
              <a:gd name="connsiteY4-160" fmla="*/ 713547 h 730385"/>
              <a:gd name="connsiteX5-161" fmla="*/ 0 w 699728"/>
              <a:gd name="connsiteY5-162" fmla="*/ 513622 h 730385"/>
              <a:gd name="connsiteX6-163" fmla="*/ 513622 w 699728"/>
              <a:gd name="connsiteY6-164" fmla="*/ 0 h 730385"/>
              <a:gd name="connsiteX7-165" fmla="*/ 617135 w 699728"/>
              <a:gd name="connsiteY7-166" fmla="*/ 10435 h 730385"/>
              <a:gd name="connsiteX8-167" fmla="*/ 699728 w 699728"/>
              <a:gd name="connsiteY8-168" fmla="*/ 36073 h 730385"/>
              <a:gd name="connsiteX0-169" fmla="*/ 61710 w 699728"/>
              <a:gd name="connsiteY0-170" fmla="*/ 659832 h 730385"/>
              <a:gd name="connsiteX1-171" fmla="*/ 74893 w 699728"/>
              <a:gd name="connsiteY1-172" fmla="*/ 711398 h 730385"/>
              <a:gd name="connsiteX2-173" fmla="*/ 49502 w 699728"/>
              <a:gd name="connsiteY2-174" fmla="*/ 730385 h 730385"/>
              <a:gd name="connsiteX3-175" fmla="*/ 40363 w 699728"/>
              <a:gd name="connsiteY3-176" fmla="*/ 713547 h 730385"/>
              <a:gd name="connsiteX4-177" fmla="*/ 0 w 699728"/>
              <a:gd name="connsiteY4-178" fmla="*/ 513622 h 730385"/>
              <a:gd name="connsiteX5-179" fmla="*/ 513622 w 699728"/>
              <a:gd name="connsiteY5-180" fmla="*/ 0 h 730385"/>
              <a:gd name="connsiteX6-181" fmla="*/ 617135 w 699728"/>
              <a:gd name="connsiteY6-182" fmla="*/ 10435 h 730385"/>
              <a:gd name="connsiteX7-183" fmla="*/ 699728 w 699728"/>
              <a:gd name="connsiteY7-184" fmla="*/ 36073 h 730385"/>
              <a:gd name="connsiteX0-185" fmla="*/ 74893 w 699728"/>
              <a:gd name="connsiteY0-186" fmla="*/ 711398 h 730385"/>
              <a:gd name="connsiteX1-187" fmla="*/ 49502 w 699728"/>
              <a:gd name="connsiteY1-188" fmla="*/ 730385 h 730385"/>
              <a:gd name="connsiteX2-189" fmla="*/ 40363 w 699728"/>
              <a:gd name="connsiteY2-190" fmla="*/ 713547 h 730385"/>
              <a:gd name="connsiteX3-191" fmla="*/ 0 w 699728"/>
              <a:gd name="connsiteY3-192" fmla="*/ 513622 h 730385"/>
              <a:gd name="connsiteX4-193" fmla="*/ 513622 w 699728"/>
              <a:gd name="connsiteY4-194" fmla="*/ 0 h 730385"/>
              <a:gd name="connsiteX5-195" fmla="*/ 617135 w 699728"/>
              <a:gd name="connsiteY5-196" fmla="*/ 10435 h 730385"/>
              <a:gd name="connsiteX6-197" fmla="*/ 699728 w 699728"/>
              <a:gd name="connsiteY6-198" fmla="*/ 36073 h 730385"/>
              <a:gd name="connsiteX0-199" fmla="*/ 49502 w 699728"/>
              <a:gd name="connsiteY0-200" fmla="*/ 730385 h 730385"/>
              <a:gd name="connsiteX1-201" fmla="*/ 40363 w 699728"/>
              <a:gd name="connsiteY1-202" fmla="*/ 713547 h 730385"/>
              <a:gd name="connsiteX2-203" fmla="*/ 0 w 699728"/>
              <a:gd name="connsiteY2-204" fmla="*/ 513622 h 730385"/>
              <a:gd name="connsiteX3-205" fmla="*/ 513622 w 699728"/>
              <a:gd name="connsiteY3-206" fmla="*/ 0 h 730385"/>
              <a:gd name="connsiteX4-207" fmla="*/ 617135 w 699728"/>
              <a:gd name="connsiteY4-208" fmla="*/ 10435 h 730385"/>
              <a:gd name="connsiteX5-209" fmla="*/ 699728 w 699728"/>
              <a:gd name="connsiteY5-210" fmla="*/ 36073 h 73038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7" name="任意多边形: 形状 46"/>
          <p:cNvSpPr/>
          <p:nvPr>
            <p:custDataLst>
              <p:tags r:id="rId30"/>
            </p:custDataLst>
          </p:nvPr>
        </p:nvSpPr>
        <p:spPr>
          <a:xfrm rot="11361091">
            <a:off x="1344295" y="1395730"/>
            <a:ext cx="518795" cy="541020"/>
          </a:xfrm>
          <a:custGeom>
            <a:avLst/>
            <a:gdLst>
              <a:gd name="connsiteX0" fmla="*/ 417052 w 585918"/>
              <a:gd name="connsiteY0" fmla="*/ 517 h 617897"/>
              <a:gd name="connsiteX1" fmla="*/ 566289 w 585918"/>
              <a:gd name="connsiteY1" fmla="*/ 17204 h 617897"/>
              <a:gd name="connsiteX2" fmla="*/ 585918 w 585918"/>
              <a:gd name="connsiteY2" fmla="*/ 24912 h 617897"/>
              <a:gd name="connsiteX3" fmla="*/ 562439 w 585918"/>
              <a:gd name="connsiteY3" fmla="*/ 63147 h 617897"/>
              <a:gd name="connsiteX4" fmla="*/ 519365 w 585918"/>
              <a:gd name="connsiteY4" fmla="*/ 49776 h 617897"/>
              <a:gd name="connsiteX5" fmla="*/ 439557 w 585918"/>
              <a:gd name="connsiteY5" fmla="*/ 41731 h 617897"/>
              <a:gd name="connsiteX6" fmla="*/ 43557 w 585918"/>
              <a:gd name="connsiteY6" fmla="*/ 437731 h 617897"/>
              <a:gd name="connsiteX7" fmla="*/ 51602 w 585918"/>
              <a:gd name="connsiteY7" fmla="*/ 517539 h 617897"/>
              <a:gd name="connsiteX8" fmla="*/ 71758 w 585918"/>
              <a:gd name="connsiteY8" fmla="*/ 582468 h 617897"/>
              <a:gd name="connsiteX9" fmla="*/ 24379 w 585918"/>
              <a:gd name="connsiteY9" fmla="*/ 617897 h 617897"/>
              <a:gd name="connsiteX10" fmla="*/ 13839 w 585918"/>
              <a:gd name="connsiteY10" fmla="*/ 579179 h 617897"/>
              <a:gd name="connsiteX11" fmla="*/ 4314 w 585918"/>
              <a:gd name="connsiteY11" fmla="*/ 402967 h 617897"/>
              <a:gd name="connsiteX12" fmla="*/ 56702 w 585918"/>
              <a:gd name="connsiteY12" fmla="*/ 241042 h 617897"/>
              <a:gd name="connsiteX13" fmla="*/ 144808 w 585918"/>
              <a:gd name="connsiteY13" fmla="*/ 112454 h 617897"/>
              <a:gd name="connsiteX14" fmla="*/ 363883 w 585918"/>
              <a:gd name="connsiteY14" fmla="*/ 7679 h 617897"/>
              <a:gd name="connsiteX15" fmla="*/ 417052 w 585918"/>
              <a:gd name="connsiteY15" fmla="*/ 517 h 617897"/>
              <a:gd name="connsiteX0-1" fmla="*/ 363883 w 585918"/>
              <a:gd name="connsiteY0-2" fmla="*/ 5616 h 615834"/>
              <a:gd name="connsiteX1-3" fmla="*/ 566289 w 585918"/>
              <a:gd name="connsiteY1-4" fmla="*/ 15141 h 615834"/>
              <a:gd name="connsiteX2-5" fmla="*/ 585918 w 585918"/>
              <a:gd name="connsiteY2-6" fmla="*/ 22849 h 615834"/>
              <a:gd name="connsiteX3-7" fmla="*/ 562439 w 585918"/>
              <a:gd name="connsiteY3-8" fmla="*/ 61084 h 615834"/>
              <a:gd name="connsiteX4-9" fmla="*/ 519365 w 585918"/>
              <a:gd name="connsiteY4-10" fmla="*/ 47713 h 615834"/>
              <a:gd name="connsiteX5-11" fmla="*/ 439557 w 585918"/>
              <a:gd name="connsiteY5-12" fmla="*/ 39668 h 615834"/>
              <a:gd name="connsiteX6-13" fmla="*/ 43557 w 585918"/>
              <a:gd name="connsiteY6-14" fmla="*/ 435668 h 615834"/>
              <a:gd name="connsiteX7-15" fmla="*/ 51602 w 585918"/>
              <a:gd name="connsiteY7-16" fmla="*/ 515476 h 615834"/>
              <a:gd name="connsiteX8-17" fmla="*/ 71758 w 585918"/>
              <a:gd name="connsiteY8-18" fmla="*/ 580405 h 615834"/>
              <a:gd name="connsiteX9-19" fmla="*/ 24379 w 585918"/>
              <a:gd name="connsiteY9-20" fmla="*/ 615834 h 615834"/>
              <a:gd name="connsiteX10-21" fmla="*/ 13839 w 585918"/>
              <a:gd name="connsiteY10-22" fmla="*/ 577116 h 615834"/>
              <a:gd name="connsiteX11-23" fmla="*/ 4314 w 585918"/>
              <a:gd name="connsiteY11-24" fmla="*/ 400904 h 615834"/>
              <a:gd name="connsiteX12-25" fmla="*/ 56702 w 585918"/>
              <a:gd name="connsiteY12-26" fmla="*/ 238979 h 615834"/>
              <a:gd name="connsiteX13-27" fmla="*/ 144808 w 585918"/>
              <a:gd name="connsiteY13-28" fmla="*/ 110391 h 615834"/>
              <a:gd name="connsiteX14-29" fmla="*/ 363883 w 585918"/>
              <a:gd name="connsiteY14-30" fmla="*/ 5616 h 615834"/>
              <a:gd name="connsiteX0-31" fmla="*/ 566289 w 657729"/>
              <a:gd name="connsiteY0-32" fmla="*/ 14186 h 614879"/>
              <a:gd name="connsiteX1-33" fmla="*/ 585918 w 657729"/>
              <a:gd name="connsiteY1-34" fmla="*/ 21894 h 614879"/>
              <a:gd name="connsiteX2-35" fmla="*/ 562439 w 657729"/>
              <a:gd name="connsiteY2-36" fmla="*/ 60129 h 614879"/>
              <a:gd name="connsiteX3-37" fmla="*/ 519365 w 657729"/>
              <a:gd name="connsiteY3-38" fmla="*/ 46758 h 614879"/>
              <a:gd name="connsiteX4-39" fmla="*/ 439557 w 657729"/>
              <a:gd name="connsiteY4-40" fmla="*/ 38713 h 614879"/>
              <a:gd name="connsiteX5-41" fmla="*/ 43557 w 657729"/>
              <a:gd name="connsiteY5-42" fmla="*/ 434713 h 614879"/>
              <a:gd name="connsiteX6-43" fmla="*/ 51602 w 657729"/>
              <a:gd name="connsiteY6-44" fmla="*/ 514521 h 614879"/>
              <a:gd name="connsiteX7-45" fmla="*/ 71758 w 657729"/>
              <a:gd name="connsiteY7-46" fmla="*/ 579450 h 614879"/>
              <a:gd name="connsiteX8-47" fmla="*/ 24379 w 657729"/>
              <a:gd name="connsiteY8-48" fmla="*/ 614879 h 614879"/>
              <a:gd name="connsiteX9-49" fmla="*/ 13839 w 657729"/>
              <a:gd name="connsiteY9-50" fmla="*/ 576161 h 614879"/>
              <a:gd name="connsiteX10-51" fmla="*/ 4314 w 657729"/>
              <a:gd name="connsiteY10-52" fmla="*/ 399949 h 614879"/>
              <a:gd name="connsiteX11-53" fmla="*/ 56702 w 657729"/>
              <a:gd name="connsiteY11-54" fmla="*/ 238024 h 614879"/>
              <a:gd name="connsiteX12-55" fmla="*/ 144808 w 657729"/>
              <a:gd name="connsiteY12-56" fmla="*/ 109436 h 614879"/>
              <a:gd name="connsiteX13-57" fmla="*/ 363883 w 657729"/>
              <a:gd name="connsiteY13-58" fmla="*/ 4661 h 614879"/>
              <a:gd name="connsiteX14-59" fmla="*/ 657729 w 657729"/>
              <a:gd name="connsiteY14-60" fmla="*/ 105626 h 614879"/>
              <a:gd name="connsiteX0-61" fmla="*/ 566289 w 585918"/>
              <a:gd name="connsiteY0-62" fmla="*/ 9525 h 610218"/>
              <a:gd name="connsiteX1-63" fmla="*/ 585918 w 585918"/>
              <a:gd name="connsiteY1-64" fmla="*/ 17233 h 610218"/>
              <a:gd name="connsiteX2-65" fmla="*/ 562439 w 585918"/>
              <a:gd name="connsiteY2-66" fmla="*/ 55468 h 610218"/>
              <a:gd name="connsiteX3-67" fmla="*/ 519365 w 585918"/>
              <a:gd name="connsiteY3-68" fmla="*/ 42097 h 610218"/>
              <a:gd name="connsiteX4-69" fmla="*/ 439557 w 585918"/>
              <a:gd name="connsiteY4-70" fmla="*/ 34052 h 610218"/>
              <a:gd name="connsiteX5-71" fmla="*/ 43557 w 585918"/>
              <a:gd name="connsiteY5-72" fmla="*/ 430052 h 610218"/>
              <a:gd name="connsiteX6-73" fmla="*/ 51602 w 585918"/>
              <a:gd name="connsiteY6-74" fmla="*/ 509860 h 610218"/>
              <a:gd name="connsiteX7-75" fmla="*/ 71758 w 585918"/>
              <a:gd name="connsiteY7-76" fmla="*/ 574789 h 610218"/>
              <a:gd name="connsiteX8-77" fmla="*/ 24379 w 585918"/>
              <a:gd name="connsiteY8-78" fmla="*/ 610218 h 610218"/>
              <a:gd name="connsiteX9-79" fmla="*/ 13839 w 585918"/>
              <a:gd name="connsiteY9-80" fmla="*/ 571500 h 610218"/>
              <a:gd name="connsiteX10-81" fmla="*/ 4314 w 585918"/>
              <a:gd name="connsiteY10-82" fmla="*/ 395288 h 610218"/>
              <a:gd name="connsiteX11-83" fmla="*/ 56702 w 585918"/>
              <a:gd name="connsiteY11-84" fmla="*/ 233363 h 610218"/>
              <a:gd name="connsiteX12-85" fmla="*/ 144808 w 585918"/>
              <a:gd name="connsiteY12-86" fmla="*/ 104775 h 610218"/>
              <a:gd name="connsiteX13-87" fmla="*/ 363883 w 585918"/>
              <a:gd name="connsiteY13-88" fmla="*/ 0 h 610218"/>
              <a:gd name="connsiteX0-89" fmla="*/ 585918 w 585918"/>
              <a:gd name="connsiteY0-90" fmla="*/ 17233 h 610218"/>
              <a:gd name="connsiteX1-91" fmla="*/ 562439 w 585918"/>
              <a:gd name="connsiteY1-92" fmla="*/ 55468 h 610218"/>
              <a:gd name="connsiteX2-93" fmla="*/ 519365 w 585918"/>
              <a:gd name="connsiteY2-94" fmla="*/ 42097 h 610218"/>
              <a:gd name="connsiteX3-95" fmla="*/ 439557 w 585918"/>
              <a:gd name="connsiteY3-96" fmla="*/ 34052 h 610218"/>
              <a:gd name="connsiteX4-97" fmla="*/ 43557 w 585918"/>
              <a:gd name="connsiteY4-98" fmla="*/ 430052 h 610218"/>
              <a:gd name="connsiteX5-99" fmla="*/ 51602 w 585918"/>
              <a:gd name="connsiteY5-100" fmla="*/ 509860 h 610218"/>
              <a:gd name="connsiteX6-101" fmla="*/ 71758 w 585918"/>
              <a:gd name="connsiteY6-102" fmla="*/ 574789 h 610218"/>
              <a:gd name="connsiteX7-103" fmla="*/ 24379 w 585918"/>
              <a:gd name="connsiteY7-104" fmla="*/ 610218 h 610218"/>
              <a:gd name="connsiteX8-105" fmla="*/ 13839 w 585918"/>
              <a:gd name="connsiteY8-106" fmla="*/ 571500 h 610218"/>
              <a:gd name="connsiteX9-107" fmla="*/ 4314 w 585918"/>
              <a:gd name="connsiteY9-108" fmla="*/ 395288 h 610218"/>
              <a:gd name="connsiteX10-109" fmla="*/ 56702 w 585918"/>
              <a:gd name="connsiteY10-110" fmla="*/ 233363 h 610218"/>
              <a:gd name="connsiteX11-111" fmla="*/ 144808 w 585918"/>
              <a:gd name="connsiteY11-112" fmla="*/ 104775 h 610218"/>
              <a:gd name="connsiteX12-113" fmla="*/ 363883 w 585918"/>
              <a:gd name="connsiteY12-114" fmla="*/ 0 h 610218"/>
              <a:gd name="connsiteX0-115" fmla="*/ 562439 w 562439"/>
              <a:gd name="connsiteY0-116" fmla="*/ 55468 h 610218"/>
              <a:gd name="connsiteX1-117" fmla="*/ 519365 w 562439"/>
              <a:gd name="connsiteY1-118" fmla="*/ 42097 h 610218"/>
              <a:gd name="connsiteX2-119" fmla="*/ 439557 w 562439"/>
              <a:gd name="connsiteY2-120" fmla="*/ 34052 h 610218"/>
              <a:gd name="connsiteX3-121" fmla="*/ 43557 w 562439"/>
              <a:gd name="connsiteY3-122" fmla="*/ 430052 h 610218"/>
              <a:gd name="connsiteX4-123" fmla="*/ 51602 w 562439"/>
              <a:gd name="connsiteY4-124" fmla="*/ 509860 h 610218"/>
              <a:gd name="connsiteX5-125" fmla="*/ 71758 w 562439"/>
              <a:gd name="connsiteY5-126" fmla="*/ 574789 h 610218"/>
              <a:gd name="connsiteX6-127" fmla="*/ 24379 w 562439"/>
              <a:gd name="connsiteY6-128" fmla="*/ 610218 h 610218"/>
              <a:gd name="connsiteX7-129" fmla="*/ 13839 w 562439"/>
              <a:gd name="connsiteY7-130" fmla="*/ 571500 h 610218"/>
              <a:gd name="connsiteX8-131" fmla="*/ 4314 w 562439"/>
              <a:gd name="connsiteY8-132" fmla="*/ 395288 h 610218"/>
              <a:gd name="connsiteX9-133" fmla="*/ 56702 w 562439"/>
              <a:gd name="connsiteY9-134" fmla="*/ 233363 h 610218"/>
              <a:gd name="connsiteX10-135" fmla="*/ 144808 w 562439"/>
              <a:gd name="connsiteY10-136" fmla="*/ 104775 h 610218"/>
              <a:gd name="connsiteX11-137" fmla="*/ 363883 w 562439"/>
              <a:gd name="connsiteY11-138" fmla="*/ 0 h 610218"/>
              <a:gd name="connsiteX0-139" fmla="*/ 562439 w 562439"/>
              <a:gd name="connsiteY0-140" fmla="*/ 21416 h 576166"/>
              <a:gd name="connsiteX1-141" fmla="*/ 519365 w 562439"/>
              <a:gd name="connsiteY1-142" fmla="*/ 8045 h 576166"/>
              <a:gd name="connsiteX2-143" fmla="*/ 439557 w 562439"/>
              <a:gd name="connsiteY2-144" fmla="*/ 0 h 576166"/>
              <a:gd name="connsiteX3-145" fmla="*/ 43557 w 562439"/>
              <a:gd name="connsiteY3-146" fmla="*/ 396000 h 576166"/>
              <a:gd name="connsiteX4-147" fmla="*/ 51602 w 562439"/>
              <a:gd name="connsiteY4-148" fmla="*/ 475808 h 576166"/>
              <a:gd name="connsiteX5-149" fmla="*/ 71758 w 562439"/>
              <a:gd name="connsiteY5-150" fmla="*/ 540737 h 576166"/>
              <a:gd name="connsiteX6-151" fmla="*/ 24379 w 562439"/>
              <a:gd name="connsiteY6-152" fmla="*/ 576166 h 576166"/>
              <a:gd name="connsiteX7-153" fmla="*/ 13839 w 562439"/>
              <a:gd name="connsiteY7-154" fmla="*/ 537448 h 576166"/>
              <a:gd name="connsiteX8-155" fmla="*/ 4314 w 562439"/>
              <a:gd name="connsiteY8-156" fmla="*/ 361236 h 576166"/>
              <a:gd name="connsiteX9-157" fmla="*/ 56702 w 562439"/>
              <a:gd name="connsiteY9-158" fmla="*/ 199311 h 576166"/>
              <a:gd name="connsiteX10-159" fmla="*/ 144808 w 562439"/>
              <a:gd name="connsiteY10-160" fmla="*/ 70723 h 576166"/>
              <a:gd name="connsiteX0-161" fmla="*/ 562439 w 562439"/>
              <a:gd name="connsiteY0-162" fmla="*/ 21416 h 576166"/>
              <a:gd name="connsiteX1-163" fmla="*/ 519365 w 562439"/>
              <a:gd name="connsiteY1-164" fmla="*/ 8045 h 576166"/>
              <a:gd name="connsiteX2-165" fmla="*/ 439557 w 562439"/>
              <a:gd name="connsiteY2-166" fmla="*/ 0 h 576166"/>
              <a:gd name="connsiteX3-167" fmla="*/ 43557 w 562439"/>
              <a:gd name="connsiteY3-168" fmla="*/ 396000 h 576166"/>
              <a:gd name="connsiteX4-169" fmla="*/ 51602 w 562439"/>
              <a:gd name="connsiteY4-170" fmla="*/ 475808 h 576166"/>
              <a:gd name="connsiteX5-171" fmla="*/ 71758 w 562439"/>
              <a:gd name="connsiteY5-172" fmla="*/ 540737 h 576166"/>
              <a:gd name="connsiteX6-173" fmla="*/ 24379 w 562439"/>
              <a:gd name="connsiteY6-174" fmla="*/ 576166 h 576166"/>
              <a:gd name="connsiteX7-175" fmla="*/ 13839 w 562439"/>
              <a:gd name="connsiteY7-176" fmla="*/ 537448 h 576166"/>
              <a:gd name="connsiteX8-177" fmla="*/ 4314 w 562439"/>
              <a:gd name="connsiteY8-178" fmla="*/ 361236 h 576166"/>
              <a:gd name="connsiteX9-179" fmla="*/ 56702 w 562439"/>
              <a:gd name="connsiteY9-180" fmla="*/ 199311 h 576166"/>
              <a:gd name="connsiteX0-181" fmla="*/ 562439 w 562439"/>
              <a:gd name="connsiteY0-182" fmla="*/ 21416 h 576166"/>
              <a:gd name="connsiteX1-183" fmla="*/ 519365 w 562439"/>
              <a:gd name="connsiteY1-184" fmla="*/ 8045 h 576166"/>
              <a:gd name="connsiteX2-185" fmla="*/ 439557 w 562439"/>
              <a:gd name="connsiteY2-186" fmla="*/ 0 h 576166"/>
              <a:gd name="connsiteX3-187" fmla="*/ 43557 w 562439"/>
              <a:gd name="connsiteY3-188" fmla="*/ 396000 h 576166"/>
              <a:gd name="connsiteX4-189" fmla="*/ 51602 w 562439"/>
              <a:gd name="connsiteY4-190" fmla="*/ 475808 h 576166"/>
              <a:gd name="connsiteX5-191" fmla="*/ 71758 w 562439"/>
              <a:gd name="connsiteY5-192" fmla="*/ 540737 h 576166"/>
              <a:gd name="connsiteX6-193" fmla="*/ 24379 w 562439"/>
              <a:gd name="connsiteY6-194" fmla="*/ 576166 h 576166"/>
              <a:gd name="connsiteX7-195" fmla="*/ 13839 w 562439"/>
              <a:gd name="connsiteY7-196" fmla="*/ 537448 h 576166"/>
              <a:gd name="connsiteX8-197" fmla="*/ 4314 w 562439"/>
              <a:gd name="connsiteY8-198" fmla="*/ 361236 h 576166"/>
              <a:gd name="connsiteX0-199" fmla="*/ 548600 w 548600"/>
              <a:gd name="connsiteY0-200" fmla="*/ 21416 h 576166"/>
              <a:gd name="connsiteX1-201" fmla="*/ 505526 w 548600"/>
              <a:gd name="connsiteY1-202" fmla="*/ 8045 h 576166"/>
              <a:gd name="connsiteX2-203" fmla="*/ 425718 w 548600"/>
              <a:gd name="connsiteY2-204" fmla="*/ 0 h 576166"/>
              <a:gd name="connsiteX3-205" fmla="*/ 29718 w 548600"/>
              <a:gd name="connsiteY3-206" fmla="*/ 396000 h 576166"/>
              <a:gd name="connsiteX4-207" fmla="*/ 37763 w 548600"/>
              <a:gd name="connsiteY4-208" fmla="*/ 475808 h 576166"/>
              <a:gd name="connsiteX5-209" fmla="*/ 57919 w 548600"/>
              <a:gd name="connsiteY5-210" fmla="*/ 540737 h 576166"/>
              <a:gd name="connsiteX6-211" fmla="*/ 10540 w 548600"/>
              <a:gd name="connsiteY6-212" fmla="*/ 576166 h 576166"/>
              <a:gd name="connsiteX7-213" fmla="*/ 0 w 548600"/>
              <a:gd name="connsiteY7-214" fmla="*/ 537448 h 576166"/>
              <a:gd name="connsiteX0-215" fmla="*/ 538060 w 538060"/>
              <a:gd name="connsiteY0-216" fmla="*/ 21416 h 576166"/>
              <a:gd name="connsiteX1-217" fmla="*/ 494986 w 538060"/>
              <a:gd name="connsiteY1-218" fmla="*/ 8045 h 576166"/>
              <a:gd name="connsiteX2-219" fmla="*/ 415178 w 538060"/>
              <a:gd name="connsiteY2-220" fmla="*/ 0 h 576166"/>
              <a:gd name="connsiteX3-221" fmla="*/ 19178 w 538060"/>
              <a:gd name="connsiteY3-222" fmla="*/ 396000 h 576166"/>
              <a:gd name="connsiteX4-223" fmla="*/ 27223 w 538060"/>
              <a:gd name="connsiteY4-224" fmla="*/ 475808 h 576166"/>
              <a:gd name="connsiteX5-225" fmla="*/ 47379 w 538060"/>
              <a:gd name="connsiteY5-226" fmla="*/ 540737 h 576166"/>
              <a:gd name="connsiteX6-227" fmla="*/ 0 w 538060"/>
              <a:gd name="connsiteY6-228" fmla="*/ 576166 h 576166"/>
              <a:gd name="connsiteX0-229" fmla="*/ 518882 w 518882"/>
              <a:gd name="connsiteY0-230" fmla="*/ 21416 h 540737"/>
              <a:gd name="connsiteX1-231" fmla="*/ 475808 w 518882"/>
              <a:gd name="connsiteY1-232" fmla="*/ 8045 h 540737"/>
              <a:gd name="connsiteX2-233" fmla="*/ 396000 w 518882"/>
              <a:gd name="connsiteY2-234" fmla="*/ 0 h 540737"/>
              <a:gd name="connsiteX3-235" fmla="*/ 0 w 518882"/>
              <a:gd name="connsiteY3-236" fmla="*/ 396000 h 540737"/>
              <a:gd name="connsiteX4-237" fmla="*/ 8045 w 518882"/>
              <a:gd name="connsiteY4-238" fmla="*/ 475808 h 540737"/>
              <a:gd name="connsiteX5-239" fmla="*/ 28201 w 518882"/>
              <a:gd name="connsiteY5-240" fmla="*/ 540737 h 5407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p:custDataLst>
              <p:tags r:id="rId31"/>
            </p:custDataLst>
          </p:nvPr>
        </p:nvSpPr>
        <p:spPr>
          <a:xfrm rot="11361091">
            <a:off x="1160145" y="1217930"/>
            <a:ext cx="1031240" cy="1073150"/>
          </a:xfrm>
          <a:custGeom>
            <a:avLst/>
            <a:gdLst>
              <a:gd name="connsiteX0" fmla="*/ 738000 w 1031244"/>
              <a:gd name="connsiteY0" fmla="*/ 0 h 1073200"/>
              <a:gd name="connsiteX1" fmla="*/ 1025263 w 1031244"/>
              <a:gd name="connsiteY1" fmla="*/ 57996 h 1073200"/>
              <a:gd name="connsiteX2" fmla="*/ 1031244 w 1031244"/>
              <a:gd name="connsiteY2" fmla="*/ 61242 h 1073200"/>
              <a:gd name="connsiteX3" fmla="*/ 1012621 w 1031244"/>
              <a:gd name="connsiteY3" fmla="*/ 99903 h 1073200"/>
              <a:gd name="connsiteX4" fmla="*/ 955220 w 1031244"/>
              <a:gd name="connsiteY4" fmla="*/ 81730 h 1073200"/>
              <a:gd name="connsiteX5" fmla="*/ 678995 w 1031244"/>
              <a:gd name="connsiteY5" fmla="*/ 36486 h 1073200"/>
              <a:gd name="connsiteX6" fmla="*/ 336095 w 1031244"/>
              <a:gd name="connsiteY6" fmla="*/ 160311 h 1073200"/>
              <a:gd name="connsiteX7" fmla="*/ 109876 w 1031244"/>
              <a:gd name="connsiteY7" fmla="*/ 417486 h 1073200"/>
              <a:gd name="connsiteX8" fmla="*/ 47964 w 1031244"/>
              <a:gd name="connsiteY8" fmla="*/ 810392 h 1073200"/>
              <a:gd name="connsiteX9" fmla="*/ 87254 w 1031244"/>
              <a:gd name="connsiteY9" fmla="*/ 981991 h 1073200"/>
              <a:gd name="connsiteX10" fmla="*/ 116073 w 1031244"/>
              <a:gd name="connsiteY10" fmla="*/ 1053724 h 1073200"/>
              <a:gd name="connsiteX11" fmla="*/ 84015 w 1031244"/>
              <a:gd name="connsiteY11" fmla="*/ 1073200 h 1073200"/>
              <a:gd name="connsiteX12" fmla="*/ 57996 w 1031244"/>
              <a:gd name="connsiteY12" fmla="*/ 1025263 h 1073200"/>
              <a:gd name="connsiteX13" fmla="*/ 0 w 1031244"/>
              <a:gd name="connsiteY13" fmla="*/ 738000 h 1073200"/>
              <a:gd name="connsiteX14" fmla="*/ 738000 w 1031244"/>
              <a:gd name="connsiteY14" fmla="*/ 0 h 1073200"/>
              <a:gd name="connsiteX0-1" fmla="*/ 678995 w 1031244"/>
              <a:gd name="connsiteY0-2" fmla="*/ 36486 h 1073200"/>
              <a:gd name="connsiteX1-3" fmla="*/ 336095 w 1031244"/>
              <a:gd name="connsiteY1-4" fmla="*/ 160311 h 1073200"/>
              <a:gd name="connsiteX2-5" fmla="*/ 109876 w 1031244"/>
              <a:gd name="connsiteY2-6" fmla="*/ 417486 h 1073200"/>
              <a:gd name="connsiteX3-7" fmla="*/ 47964 w 1031244"/>
              <a:gd name="connsiteY3-8" fmla="*/ 810392 h 1073200"/>
              <a:gd name="connsiteX4-9" fmla="*/ 87254 w 1031244"/>
              <a:gd name="connsiteY4-10" fmla="*/ 981991 h 1073200"/>
              <a:gd name="connsiteX5-11" fmla="*/ 116073 w 1031244"/>
              <a:gd name="connsiteY5-12" fmla="*/ 1053724 h 1073200"/>
              <a:gd name="connsiteX6-13" fmla="*/ 84015 w 1031244"/>
              <a:gd name="connsiteY6-14" fmla="*/ 1073200 h 1073200"/>
              <a:gd name="connsiteX7-15" fmla="*/ 57996 w 1031244"/>
              <a:gd name="connsiteY7-16" fmla="*/ 1025263 h 1073200"/>
              <a:gd name="connsiteX8-17" fmla="*/ 0 w 1031244"/>
              <a:gd name="connsiteY8-18" fmla="*/ 738000 h 1073200"/>
              <a:gd name="connsiteX9-19" fmla="*/ 738000 w 1031244"/>
              <a:gd name="connsiteY9-20" fmla="*/ 0 h 1073200"/>
              <a:gd name="connsiteX10-21" fmla="*/ 1025263 w 1031244"/>
              <a:gd name="connsiteY10-22" fmla="*/ 57996 h 1073200"/>
              <a:gd name="connsiteX11-23" fmla="*/ 1031244 w 1031244"/>
              <a:gd name="connsiteY11-24" fmla="*/ 61242 h 1073200"/>
              <a:gd name="connsiteX12-25" fmla="*/ 1012621 w 1031244"/>
              <a:gd name="connsiteY12-26" fmla="*/ 99903 h 1073200"/>
              <a:gd name="connsiteX13-27" fmla="*/ 955220 w 1031244"/>
              <a:gd name="connsiteY13-28" fmla="*/ 81730 h 1073200"/>
              <a:gd name="connsiteX14-29" fmla="*/ 770435 w 1031244"/>
              <a:gd name="connsiteY14-30" fmla="*/ 127926 h 1073200"/>
              <a:gd name="connsiteX0-31" fmla="*/ 678995 w 1031244"/>
              <a:gd name="connsiteY0-32" fmla="*/ 36486 h 1073200"/>
              <a:gd name="connsiteX1-33" fmla="*/ 336095 w 1031244"/>
              <a:gd name="connsiteY1-34" fmla="*/ 160311 h 1073200"/>
              <a:gd name="connsiteX2-35" fmla="*/ 109876 w 1031244"/>
              <a:gd name="connsiteY2-36" fmla="*/ 417486 h 1073200"/>
              <a:gd name="connsiteX3-37" fmla="*/ 47964 w 1031244"/>
              <a:gd name="connsiteY3-38" fmla="*/ 810392 h 1073200"/>
              <a:gd name="connsiteX4-39" fmla="*/ 87254 w 1031244"/>
              <a:gd name="connsiteY4-40" fmla="*/ 981991 h 1073200"/>
              <a:gd name="connsiteX5-41" fmla="*/ 116073 w 1031244"/>
              <a:gd name="connsiteY5-42" fmla="*/ 1053724 h 1073200"/>
              <a:gd name="connsiteX6-43" fmla="*/ 84015 w 1031244"/>
              <a:gd name="connsiteY6-44" fmla="*/ 1073200 h 1073200"/>
              <a:gd name="connsiteX7-45" fmla="*/ 57996 w 1031244"/>
              <a:gd name="connsiteY7-46" fmla="*/ 1025263 h 1073200"/>
              <a:gd name="connsiteX8-47" fmla="*/ 0 w 1031244"/>
              <a:gd name="connsiteY8-48" fmla="*/ 738000 h 1073200"/>
              <a:gd name="connsiteX9-49" fmla="*/ 738000 w 1031244"/>
              <a:gd name="connsiteY9-50" fmla="*/ 0 h 1073200"/>
              <a:gd name="connsiteX10-51" fmla="*/ 1025263 w 1031244"/>
              <a:gd name="connsiteY10-52" fmla="*/ 57996 h 1073200"/>
              <a:gd name="connsiteX11-53" fmla="*/ 1031244 w 1031244"/>
              <a:gd name="connsiteY11-54" fmla="*/ 61242 h 1073200"/>
              <a:gd name="connsiteX12-55" fmla="*/ 1012621 w 1031244"/>
              <a:gd name="connsiteY12-56" fmla="*/ 99903 h 1073200"/>
              <a:gd name="connsiteX13-57" fmla="*/ 955220 w 1031244"/>
              <a:gd name="connsiteY13-58" fmla="*/ 81730 h 1073200"/>
              <a:gd name="connsiteX0-59" fmla="*/ 678995 w 1031244"/>
              <a:gd name="connsiteY0-60" fmla="*/ 36486 h 1073200"/>
              <a:gd name="connsiteX1-61" fmla="*/ 336095 w 1031244"/>
              <a:gd name="connsiteY1-62" fmla="*/ 160311 h 1073200"/>
              <a:gd name="connsiteX2-63" fmla="*/ 109876 w 1031244"/>
              <a:gd name="connsiteY2-64" fmla="*/ 417486 h 1073200"/>
              <a:gd name="connsiteX3-65" fmla="*/ 47964 w 1031244"/>
              <a:gd name="connsiteY3-66" fmla="*/ 810392 h 1073200"/>
              <a:gd name="connsiteX4-67" fmla="*/ 87254 w 1031244"/>
              <a:gd name="connsiteY4-68" fmla="*/ 981991 h 1073200"/>
              <a:gd name="connsiteX5-69" fmla="*/ 116073 w 1031244"/>
              <a:gd name="connsiteY5-70" fmla="*/ 1053724 h 1073200"/>
              <a:gd name="connsiteX6-71" fmla="*/ 84015 w 1031244"/>
              <a:gd name="connsiteY6-72" fmla="*/ 1073200 h 1073200"/>
              <a:gd name="connsiteX7-73" fmla="*/ 57996 w 1031244"/>
              <a:gd name="connsiteY7-74" fmla="*/ 1025263 h 1073200"/>
              <a:gd name="connsiteX8-75" fmla="*/ 0 w 1031244"/>
              <a:gd name="connsiteY8-76" fmla="*/ 738000 h 1073200"/>
              <a:gd name="connsiteX9-77" fmla="*/ 738000 w 1031244"/>
              <a:gd name="connsiteY9-78" fmla="*/ 0 h 1073200"/>
              <a:gd name="connsiteX10-79" fmla="*/ 1025263 w 1031244"/>
              <a:gd name="connsiteY10-80" fmla="*/ 57996 h 1073200"/>
              <a:gd name="connsiteX11-81" fmla="*/ 1031244 w 1031244"/>
              <a:gd name="connsiteY11-82" fmla="*/ 61242 h 1073200"/>
              <a:gd name="connsiteX12-83" fmla="*/ 1012621 w 1031244"/>
              <a:gd name="connsiteY12-84" fmla="*/ 99903 h 1073200"/>
              <a:gd name="connsiteX0-85" fmla="*/ 678995 w 1031244"/>
              <a:gd name="connsiteY0-86" fmla="*/ 36486 h 1073200"/>
              <a:gd name="connsiteX1-87" fmla="*/ 336095 w 1031244"/>
              <a:gd name="connsiteY1-88" fmla="*/ 160311 h 1073200"/>
              <a:gd name="connsiteX2-89" fmla="*/ 109876 w 1031244"/>
              <a:gd name="connsiteY2-90" fmla="*/ 417486 h 1073200"/>
              <a:gd name="connsiteX3-91" fmla="*/ 47964 w 1031244"/>
              <a:gd name="connsiteY3-92" fmla="*/ 810392 h 1073200"/>
              <a:gd name="connsiteX4-93" fmla="*/ 87254 w 1031244"/>
              <a:gd name="connsiteY4-94" fmla="*/ 981991 h 1073200"/>
              <a:gd name="connsiteX5-95" fmla="*/ 116073 w 1031244"/>
              <a:gd name="connsiteY5-96" fmla="*/ 1053724 h 1073200"/>
              <a:gd name="connsiteX6-97" fmla="*/ 84015 w 1031244"/>
              <a:gd name="connsiteY6-98" fmla="*/ 1073200 h 1073200"/>
              <a:gd name="connsiteX7-99" fmla="*/ 57996 w 1031244"/>
              <a:gd name="connsiteY7-100" fmla="*/ 1025263 h 1073200"/>
              <a:gd name="connsiteX8-101" fmla="*/ 0 w 1031244"/>
              <a:gd name="connsiteY8-102" fmla="*/ 738000 h 1073200"/>
              <a:gd name="connsiteX9-103" fmla="*/ 738000 w 1031244"/>
              <a:gd name="connsiteY9-104" fmla="*/ 0 h 1073200"/>
              <a:gd name="connsiteX10-105" fmla="*/ 1025263 w 1031244"/>
              <a:gd name="connsiteY10-106" fmla="*/ 57996 h 1073200"/>
              <a:gd name="connsiteX11-107" fmla="*/ 1031244 w 1031244"/>
              <a:gd name="connsiteY11-108" fmla="*/ 61242 h 1073200"/>
              <a:gd name="connsiteX0-109" fmla="*/ 336095 w 1031244"/>
              <a:gd name="connsiteY0-110" fmla="*/ 160311 h 1073200"/>
              <a:gd name="connsiteX1-111" fmla="*/ 109876 w 1031244"/>
              <a:gd name="connsiteY1-112" fmla="*/ 417486 h 1073200"/>
              <a:gd name="connsiteX2-113" fmla="*/ 47964 w 1031244"/>
              <a:gd name="connsiteY2-114" fmla="*/ 810392 h 1073200"/>
              <a:gd name="connsiteX3-115" fmla="*/ 87254 w 1031244"/>
              <a:gd name="connsiteY3-116" fmla="*/ 981991 h 1073200"/>
              <a:gd name="connsiteX4-117" fmla="*/ 116073 w 1031244"/>
              <a:gd name="connsiteY4-118" fmla="*/ 1053724 h 1073200"/>
              <a:gd name="connsiteX5-119" fmla="*/ 84015 w 1031244"/>
              <a:gd name="connsiteY5-120" fmla="*/ 1073200 h 1073200"/>
              <a:gd name="connsiteX6-121" fmla="*/ 57996 w 1031244"/>
              <a:gd name="connsiteY6-122" fmla="*/ 1025263 h 1073200"/>
              <a:gd name="connsiteX7-123" fmla="*/ 0 w 1031244"/>
              <a:gd name="connsiteY7-124" fmla="*/ 738000 h 1073200"/>
              <a:gd name="connsiteX8-125" fmla="*/ 738000 w 1031244"/>
              <a:gd name="connsiteY8-126" fmla="*/ 0 h 1073200"/>
              <a:gd name="connsiteX9-127" fmla="*/ 1025263 w 1031244"/>
              <a:gd name="connsiteY9-128" fmla="*/ 57996 h 1073200"/>
              <a:gd name="connsiteX10-129" fmla="*/ 1031244 w 1031244"/>
              <a:gd name="connsiteY10-130" fmla="*/ 61242 h 1073200"/>
              <a:gd name="connsiteX0-131" fmla="*/ 109876 w 1031244"/>
              <a:gd name="connsiteY0-132" fmla="*/ 417486 h 1073200"/>
              <a:gd name="connsiteX1-133" fmla="*/ 47964 w 1031244"/>
              <a:gd name="connsiteY1-134" fmla="*/ 810392 h 1073200"/>
              <a:gd name="connsiteX2-135" fmla="*/ 87254 w 1031244"/>
              <a:gd name="connsiteY2-136" fmla="*/ 981991 h 1073200"/>
              <a:gd name="connsiteX3-137" fmla="*/ 116073 w 1031244"/>
              <a:gd name="connsiteY3-138" fmla="*/ 1053724 h 1073200"/>
              <a:gd name="connsiteX4-139" fmla="*/ 84015 w 1031244"/>
              <a:gd name="connsiteY4-140" fmla="*/ 1073200 h 1073200"/>
              <a:gd name="connsiteX5-141" fmla="*/ 57996 w 1031244"/>
              <a:gd name="connsiteY5-142" fmla="*/ 1025263 h 1073200"/>
              <a:gd name="connsiteX6-143" fmla="*/ 0 w 1031244"/>
              <a:gd name="connsiteY6-144" fmla="*/ 738000 h 1073200"/>
              <a:gd name="connsiteX7-145" fmla="*/ 738000 w 1031244"/>
              <a:gd name="connsiteY7-146" fmla="*/ 0 h 1073200"/>
              <a:gd name="connsiteX8-147" fmla="*/ 1025263 w 1031244"/>
              <a:gd name="connsiteY8-148" fmla="*/ 57996 h 1073200"/>
              <a:gd name="connsiteX9-149" fmla="*/ 1031244 w 1031244"/>
              <a:gd name="connsiteY9-150" fmla="*/ 61242 h 1073200"/>
              <a:gd name="connsiteX0-151" fmla="*/ 47964 w 1031244"/>
              <a:gd name="connsiteY0-152" fmla="*/ 810392 h 1073200"/>
              <a:gd name="connsiteX1-153" fmla="*/ 87254 w 1031244"/>
              <a:gd name="connsiteY1-154" fmla="*/ 981991 h 1073200"/>
              <a:gd name="connsiteX2-155" fmla="*/ 116073 w 1031244"/>
              <a:gd name="connsiteY2-156" fmla="*/ 1053724 h 1073200"/>
              <a:gd name="connsiteX3-157" fmla="*/ 84015 w 1031244"/>
              <a:gd name="connsiteY3-158" fmla="*/ 1073200 h 1073200"/>
              <a:gd name="connsiteX4-159" fmla="*/ 57996 w 1031244"/>
              <a:gd name="connsiteY4-160" fmla="*/ 1025263 h 1073200"/>
              <a:gd name="connsiteX5-161" fmla="*/ 0 w 1031244"/>
              <a:gd name="connsiteY5-162" fmla="*/ 738000 h 1073200"/>
              <a:gd name="connsiteX6-163" fmla="*/ 738000 w 1031244"/>
              <a:gd name="connsiteY6-164" fmla="*/ 0 h 1073200"/>
              <a:gd name="connsiteX7-165" fmla="*/ 1025263 w 1031244"/>
              <a:gd name="connsiteY7-166" fmla="*/ 57996 h 1073200"/>
              <a:gd name="connsiteX8-167" fmla="*/ 1031244 w 1031244"/>
              <a:gd name="connsiteY8-168" fmla="*/ 61242 h 1073200"/>
              <a:gd name="connsiteX0-169" fmla="*/ 87254 w 1031244"/>
              <a:gd name="connsiteY0-170" fmla="*/ 981991 h 1073200"/>
              <a:gd name="connsiteX1-171" fmla="*/ 116073 w 1031244"/>
              <a:gd name="connsiteY1-172" fmla="*/ 1053724 h 1073200"/>
              <a:gd name="connsiteX2-173" fmla="*/ 84015 w 1031244"/>
              <a:gd name="connsiteY2-174" fmla="*/ 1073200 h 1073200"/>
              <a:gd name="connsiteX3-175" fmla="*/ 57996 w 1031244"/>
              <a:gd name="connsiteY3-176" fmla="*/ 1025263 h 1073200"/>
              <a:gd name="connsiteX4-177" fmla="*/ 0 w 1031244"/>
              <a:gd name="connsiteY4-178" fmla="*/ 738000 h 1073200"/>
              <a:gd name="connsiteX5-179" fmla="*/ 738000 w 1031244"/>
              <a:gd name="connsiteY5-180" fmla="*/ 0 h 1073200"/>
              <a:gd name="connsiteX6-181" fmla="*/ 1025263 w 1031244"/>
              <a:gd name="connsiteY6-182" fmla="*/ 57996 h 1073200"/>
              <a:gd name="connsiteX7-183" fmla="*/ 1031244 w 1031244"/>
              <a:gd name="connsiteY7-184" fmla="*/ 61242 h 1073200"/>
              <a:gd name="connsiteX0-185" fmla="*/ 116073 w 1031244"/>
              <a:gd name="connsiteY0-186" fmla="*/ 1053724 h 1073200"/>
              <a:gd name="connsiteX1-187" fmla="*/ 84015 w 1031244"/>
              <a:gd name="connsiteY1-188" fmla="*/ 1073200 h 1073200"/>
              <a:gd name="connsiteX2-189" fmla="*/ 57996 w 1031244"/>
              <a:gd name="connsiteY2-190" fmla="*/ 1025263 h 1073200"/>
              <a:gd name="connsiteX3-191" fmla="*/ 0 w 1031244"/>
              <a:gd name="connsiteY3-192" fmla="*/ 738000 h 1073200"/>
              <a:gd name="connsiteX4-193" fmla="*/ 738000 w 1031244"/>
              <a:gd name="connsiteY4-194" fmla="*/ 0 h 1073200"/>
              <a:gd name="connsiteX5-195" fmla="*/ 1025263 w 1031244"/>
              <a:gd name="connsiteY5-196" fmla="*/ 57996 h 1073200"/>
              <a:gd name="connsiteX6-197" fmla="*/ 1031244 w 1031244"/>
              <a:gd name="connsiteY6-198" fmla="*/ 61242 h 1073200"/>
              <a:gd name="connsiteX0-199" fmla="*/ 84015 w 1031244"/>
              <a:gd name="connsiteY0-200" fmla="*/ 1073200 h 1073200"/>
              <a:gd name="connsiteX1-201" fmla="*/ 57996 w 1031244"/>
              <a:gd name="connsiteY1-202" fmla="*/ 1025263 h 1073200"/>
              <a:gd name="connsiteX2-203" fmla="*/ 0 w 1031244"/>
              <a:gd name="connsiteY2-204" fmla="*/ 738000 h 1073200"/>
              <a:gd name="connsiteX3-205" fmla="*/ 738000 w 1031244"/>
              <a:gd name="connsiteY3-206" fmla="*/ 0 h 1073200"/>
              <a:gd name="connsiteX4-207" fmla="*/ 1025263 w 1031244"/>
              <a:gd name="connsiteY4-208" fmla="*/ 57996 h 1073200"/>
              <a:gd name="connsiteX5-209" fmla="*/ 1031244 w 1031244"/>
              <a:gd name="connsiteY5-210" fmla="*/ 61242 h 10732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9" name="任意多边形: 形状 48"/>
          <p:cNvSpPr/>
          <p:nvPr>
            <p:custDataLst>
              <p:tags r:id="rId32"/>
            </p:custDataLst>
          </p:nvPr>
        </p:nvSpPr>
        <p:spPr>
          <a:xfrm rot="11361091">
            <a:off x="1212215" y="1270000"/>
            <a:ext cx="875030" cy="908050"/>
          </a:xfrm>
          <a:custGeom>
            <a:avLst/>
            <a:gdLst>
              <a:gd name="connsiteX0" fmla="*/ 642985 w 930961"/>
              <a:gd name="connsiteY0" fmla="*/ 269 h 970592"/>
              <a:gd name="connsiteX1" fmla="*/ 898039 w 930961"/>
              <a:gd name="connsiteY1" fmla="*/ 37662 h 970592"/>
              <a:gd name="connsiteX2" fmla="*/ 930961 w 930961"/>
              <a:gd name="connsiteY2" fmla="*/ 53180 h 970592"/>
              <a:gd name="connsiteX3" fmla="*/ 912706 w 930961"/>
              <a:gd name="connsiteY3" fmla="*/ 91076 h 970592"/>
              <a:gd name="connsiteX4" fmla="*/ 911437 w 930961"/>
              <a:gd name="connsiteY4" fmla="*/ 90387 h 970592"/>
              <a:gd name="connsiteX5" fmla="*/ 666533 w 930961"/>
              <a:gd name="connsiteY5" fmla="*/ 40943 h 970592"/>
              <a:gd name="connsiteX6" fmla="*/ 37355 w 930961"/>
              <a:gd name="connsiteY6" fmla="*/ 670121 h 970592"/>
              <a:gd name="connsiteX7" fmla="*/ 86799 w 930961"/>
              <a:gd name="connsiteY7" fmla="*/ 915025 h 970592"/>
              <a:gd name="connsiteX8" fmla="*/ 105243 w 930961"/>
              <a:gd name="connsiteY8" fmla="*/ 949005 h 970592"/>
              <a:gd name="connsiteX9" fmla="*/ 69711 w 930961"/>
              <a:gd name="connsiteY9" fmla="*/ 970592 h 970592"/>
              <a:gd name="connsiteX10" fmla="*/ 54109 w 930961"/>
              <a:gd name="connsiteY10" fmla="*/ 930780 h 970592"/>
              <a:gd name="connsiteX11" fmla="*/ 38408 w 930961"/>
              <a:gd name="connsiteY11" fmla="*/ 873481 h 970592"/>
              <a:gd name="connsiteX12" fmla="*/ 5071 w 930961"/>
              <a:gd name="connsiteY12" fmla="*/ 563918 h 970592"/>
              <a:gd name="connsiteX13" fmla="*/ 147946 w 930961"/>
              <a:gd name="connsiteY13" fmla="*/ 230543 h 970592"/>
              <a:gd name="connsiteX14" fmla="*/ 364639 w 930961"/>
              <a:gd name="connsiteY14" fmla="*/ 80525 h 970592"/>
              <a:gd name="connsiteX15" fmla="*/ 567046 w 930961"/>
              <a:gd name="connsiteY15" fmla="*/ 1943 h 970592"/>
              <a:gd name="connsiteX16" fmla="*/ 642985 w 930961"/>
              <a:gd name="connsiteY16" fmla="*/ 269 h 970592"/>
              <a:gd name="connsiteX0-1" fmla="*/ 642985 w 930961"/>
              <a:gd name="connsiteY0-2" fmla="*/ 0 h 970323"/>
              <a:gd name="connsiteX1-3" fmla="*/ 898039 w 930961"/>
              <a:gd name="connsiteY1-4" fmla="*/ 37393 h 970323"/>
              <a:gd name="connsiteX2-5" fmla="*/ 930961 w 930961"/>
              <a:gd name="connsiteY2-6" fmla="*/ 52911 h 970323"/>
              <a:gd name="connsiteX3-7" fmla="*/ 912706 w 930961"/>
              <a:gd name="connsiteY3-8" fmla="*/ 90807 h 970323"/>
              <a:gd name="connsiteX4-9" fmla="*/ 911437 w 930961"/>
              <a:gd name="connsiteY4-10" fmla="*/ 90118 h 970323"/>
              <a:gd name="connsiteX5-11" fmla="*/ 666533 w 930961"/>
              <a:gd name="connsiteY5-12" fmla="*/ 40674 h 970323"/>
              <a:gd name="connsiteX6-13" fmla="*/ 37355 w 930961"/>
              <a:gd name="connsiteY6-14" fmla="*/ 669852 h 970323"/>
              <a:gd name="connsiteX7-15" fmla="*/ 86799 w 930961"/>
              <a:gd name="connsiteY7-16" fmla="*/ 914756 h 970323"/>
              <a:gd name="connsiteX8-17" fmla="*/ 105243 w 930961"/>
              <a:gd name="connsiteY8-18" fmla="*/ 948736 h 970323"/>
              <a:gd name="connsiteX9-19" fmla="*/ 69711 w 930961"/>
              <a:gd name="connsiteY9-20" fmla="*/ 970323 h 970323"/>
              <a:gd name="connsiteX10-21" fmla="*/ 54109 w 930961"/>
              <a:gd name="connsiteY10-22" fmla="*/ 930511 h 970323"/>
              <a:gd name="connsiteX11-23" fmla="*/ 38408 w 930961"/>
              <a:gd name="connsiteY11-24" fmla="*/ 873212 h 970323"/>
              <a:gd name="connsiteX12-25" fmla="*/ 5071 w 930961"/>
              <a:gd name="connsiteY12-26" fmla="*/ 563649 h 970323"/>
              <a:gd name="connsiteX13-27" fmla="*/ 147946 w 930961"/>
              <a:gd name="connsiteY13-28" fmla="*/ 230274 h 970323"/>
              <a:gd name="connsiteX14-29" fmla="*/ 364639 w 930961"/>
              <a:gd name="connsiteY14-30" fmla="*/ 80256 h 970323"/>
              <a:gd name="connsiteX15-31" fmla="*/ 567046 w 930961"/>
              <a:gd name="connsiteY15-32" fmla="*/ 1674 h 970323"/>
              <a:gd name="connsiteX16-33" fmla="*/ 734425 w 930961"/>
              <a:gd name="connsiteY16-34" fmla="*/ 91440 h 970323"/>
              <a:gd name="connsiteX0-35" fmla="*/ 642985 w 930961"/>
              <a:gd name="connsiteY0-36" fmla="*/ 0 h 970323"/>
              <a:gd name="connsiteX1-37" fmla="*/ 898039 w 930961"/>
              <a:gd name="connsiteY1-38" fmla="*/ 37393 h 970323"/>
              <a:gd name="connsiteX2-39" fmla="*/ 930961 w 930961"/>
              <a:gd name="connsiteY2-40" fmla="*/ 52911 h 970323"/>
              <a:gd name="connsiteX3-41" fmla="*/ 912706 w 930961"/>
              <a:gd name="connsiteY3-42" fmla="*/ 90807 h 970323"/>
              <a:gd name="connsiteX4-43" fmla="*/ 911437 w 930961"/>
              <a:gd name="connsiteY4-44" fmla="*/ 90118 h 970323"/>
              <a:gd name="connsiteX5-45" fmla="*/ 666533 w 930961"/>
              <a:gd name="connsiteY5-46" fmla="*/ 40674 h 970323"/>
              <a:gd name="connsiteX6-47" fmla="*/ 37355 w 930961"/>
              <a:gd name="connsiteY6-48" fmla="*/ 669852 h 970323"/>
              <a:gd name="connsiteX7-49" fmla="*/ 86799 w 930961"/>
              <a:gd name="connsiteY7-50" fmla="*/ 914756 h 970323"/>
              <a:gd name="connsiteX8-51" fmla="*/ 105243 w 930961"/>
              <a:gd name="connsiteY8-52" fmla="*/ 948736 h 970323"/>
              <a:gd name="connsiteX9-53" fmla="*/ 69711 w 930961"/>
              <a:gd name="connsiteY9-54" fmla="*/ 970323 h 970323"/>
              <a:gd name="connsiteX10-55" fmla="*/ 54109 w 930961"/>
              <a:gd name="connsiteY10-56" fmla="*/ 930511 h 970323"/>
              <a:gd name="connsiteX11-57" fmla="*/ 38408 w 930961"/>
              <a:gd name="connsiteY11-58" fmla="*/ 873212 h 970323"/>
              <a:gd name="connsiteX12-59" fmla="*/ 5071 w 930961"/>
              <a:gd name="connsiteY12-60" fmla="*/ 563649 h 970323"/>
              <a:gd name="connsiteX13-61" fmla="*/ 147946 w 930961"/>
              <a:gd name="connsiteY13-62" fmla="*/ 230274 h 970323"/>
              <a:gd name="connsiteX14-63" fmla="*/ 364639 w 930961"/>
              <a:gd name="connsiteY14-64" fmla="*/ 80256 h 970323"/>
              <a:gd name="connsiteX15-65" fmla="*/ 567046 w 930961"/>
              <a:gd name="connsiteY15-66" fmla="*/ 1674 h 970323"/>
              <a:gd name="connsiteX0-67" fmla="*/ 642985 w 930961"/>
              <a:gd name="connsiteY0-68" fmla="*/ 0 h 970323"/>
              <a:gd name="connsiteX1-69" fmla="*/ 898039 w 930961"/>
              <a:gd name="connsiteY1-70" fmla="*/ 37393 h 970323"/>
              <a:gd name="connsiteX2-71" fmla="*/ 930961 w 930961"/>
              <a:gd name="connsiteY2-72" fmla="*/ 52911 h 970323"/>
              <a:gd name="connsiteX3-73" fmla="*/ 912706 w 930961"/>
              <a:gd name="connsiteY3-74" fmla="*/ 90807 h 970323"/>
              <a:gd name="connsiteX4-75" fmla="*/ 911437 w 930961"/>
              <a:gd name="connsiteY4-76" fmla="*/ 90118 h 970323"/>
              <a:gd name="connsiteX5-77" fmla="*/ 666533 w 930961"/>
              <a:gd name="connsiteY5-78" fmla="*/ 40674 h 970323"/>
              <a:gd name="connsiteX6-79" fmla="*/ 37355 w 930961"/>
              <a:gd name="connsiteY6-80" fmla="*/ 669852 h 970323"/>
              <a:gd name="connsiteX7-81" fmla="*/ 86799 w 930961"/>
              <a:gd name="connsiteY7-82" fmla="*/ 914756 h 970323"/>
              <a:gd name="connsiteX8-83" fmla="*/ 105243 w 930961"/>
              <a:gd name="connsiteY8-84" fmla="*/ 948736 h 970323"/>
              <a:gd name="connsiteX9-85" fmla="*/ 69711 w 930961"/>
              <a:gd name="connsiteY9-86" fmla="*/ 970323 h 970323"/>
              <a:gd name="connsiteX10-87" fmla="*/ 54109 w 930961"/>
              <a:gd name="connsiteY10-88" fmla="*/ 930511 h 970323"/>
              <a:gd name="connsiteX11-89" fmla="*/ 38408 w 930961"/>
              <a:gd name="connsiteY11-90" fmla="*/ 873212 h 970323"/>
              <a:gd name="connsiteX12-91" fmla="*/ 5071 w 930961"/>
              <a:gd name="connsiteY12-92" fmla="*/ 563649 h 970323"/>
              <a:gd name="connsiteX13-93" fmla="*/ 147946 w 930961"/>
              <a:gd name="connsiteY13-94" fmla="*/ 230274 h 970323"/>
              <a:gd name="connsiteX14-95" fmla="*/ 364639 w 930961"/>
              <a:gd name="connsiteY14-96" fmla="*/ 80256 h 970323"/>
              <a:gd name="connsiteX0-97" fmla="*/ 642985 w 930961"/>
              <a:gd name="connsiteY0-98" fmla="*/ 0 h 970323"/>
              <a:gd name="connsiteX1-99" fmla="*/ 898039 w 930961"/>
              <a:gd name="connsiteY1-100" fmla="*/ 37393 h 970323"/>
              <a:gd name="connsiteX2-101" fmla="*/ 930961 w 930961"/>
              <a:gd name="connsiteY2-102" fmla="*/ 52911 h 970323"/>
              <a:gd name="connsiteX3-103" fmla="*/ 912706 w 930961"/>
              <a:gd name="connsiteY3-104" fmla="*/ 90807 h 970323"/>
              <a:gd name="connsiteX4-105" fmla="*/ 911437 w 930961"/>
              <a:gd name="connsiteY4-106" fmla="*/ 90118 h 970323"/>
              <a:gd name="connsiteX5-107" fmla="*/ 666533 w 930961"/>
              <a:gd name="connsiteY5-108" fmla="*/ 40674 h 970323"/>
              <a:gd name="connsiteX6-109" fmla="*/ 37355 w 930961"/>
              <a:gd name="connsiteY6-110" fmla="*/ 669852 h 970323"/>
              <a:gd name="connsiteX7-111" fmla="*/ 86799 w 930961"/>
              <a:gd name="connsiteY7-112" fmla="*/ 914756 h 970323"/>
              <a:gd name="connsiteX8-113" fmla="*/ 105243 w 930961"/>
              <a:gd name="connsiteY8-114" fmla="*/ 948736 h 970323"/>
              <a:gd name="connsiteX9-115" fmla="*/ 69711 w 930961"/>
              <a:gd name="connsiteY9-116" fmla="*/ 970323 h 970323"/>
              <a:gd name="connsiteX10-117" fmla="*/ 54109 w 930961"/>
              <a:gd name="connsiteY10-118" fmla="*/ 930511 h 970323"/>
              <a:gd name="connsiteX11-119" fmla="*/ 38408 w 930961"/>
              <a:gd name="connsiteY11-120" fmla="*/ 873212 h 970323"/>
              <a:gd name="connsiteX12-121" fmla="*/ 5071 w 930961"/>
              <a:gd name="connsiteY12-122" fmla="*/ 563649 h 970323"/>
              <a:gd name="connsiteX13-123" fmla="*/ 147946 w 930961"/>
              <a:gd name="connsiteY13-124" fmla="*/ 230274 h 970323"/>
              <a:gd name="connsiteX0-125" fmla="*/ 642985 w 930961"/>
              <a:gd name="connsiteY0-126" fmla="*/ 0 h 970323"/>
              <a:gd name="connsiteX1-127" fmla="*/ 898039 w 930961"/>
              <a:gd name="connsiteY1-128" fmla="*/ 37393 h 970323"/>
              <a:gd name="connsiteX2-129" fmla="*/ 930961 w 930961"/>
              <a:gd name="connsiteY2-130" fmla="*/ 52911 h 970323"/>
              <a:gd name="connsiteX3-131" fmla="*/ 912706 w 930961"/>
              <a:gd name="connsiteY3-132" fmla="*/ 90807 h 970323"/>
              <a:gd name="connsiteX4-133" fmla="*/ 911437 w 930961"/>
              <a:gd name="connsiteY4-134" fmla="*/ 90118 h 970323"/>
              <a:gd name="connsiteX5-135" fmla="*/ 666533 w 930961"/>
              <a:gd name="connsiteY5-136" fmla="*/ 40674 h 970323"/>
              <a:gd name="connsiteX6-137" fmla="*/ 37355 w 930961"/>
              <a:gd name="connsiteY6-138" fmla="*/ 669852 h 970323"/>
              <a:gd name="connsiteX7-139" fmla="*/ 86799 w 930961"/>
              <a:gd name="connsiteY7-140" fmla="*/ 914756 h 970323"/>
              <a:gd name="connsiteX8-141" fmla="*/ 105243 w 930961"/>
              <a:gd name="connsiteY8-142" fmla="*/ 948736 h 970323"/>
              <a:gd name="connsiteX9-143" fmla="*/ 69711 w 930961"/>
              <a:gd name="connsiteY9-144" fmla="*/ 970323 h 970323"/>
              <a:gd name="connsiteX10-145" fmla="*/ 54109 w 930961"/>
              <a:gd name="connsiteY10-146" fmla="*/ 930511 h 970323"/>
              <a:gd name="connsiteX11-147" fmla="*/ 38408 w 930961"/>
              <a:gd name="connsiteY11-148" fmla="*/ 873212 h 970323"/>
              <a:gd name="connsiteX12-149" fmla="*/ 5071 w 930961"/>
              <a:gd name="connsiteY12-150" fmla="*/ 563649 h 970323"/>
              <a:gd name="connsiteX0-151" fmla="*/ 605630 w 893606"/>
              <a:gd name="connsiteY0-152" fmla="*/ 0 h 970323"/>
              <a:gd name="connsiteX1-153" fmla="*/ 860684 w 893606"/>
              <a:gd name="connsiteY1-154" fmla="*/ 37393 h 970323"/>
              <a:gd name="connsiteX2-155" fmla="*/ 893606 w 893606"/>
              <a:gd name="connsiteY2-156" fmla="*/ 52911 h 970323"/>
              <a:gd name="connsiteX3-157" fmla="*/ 875351 w 893606"/>
              <a:gd name="connsiteY3-158" fmla="*/ 90807 h 970323"/>
              <a:gd name="connsiteX4-159" fmla="*/ 874082 w 893606"/>
              <a:gd name="connsiteY4-160" fmla="*/ 90118 h 970323"/>
              <a:gd name="connsiteX5-161" fmla="*/ 629178 w 893606"/>
              <a:gd name="connsiteY5-162" fmla="*/ 40674 h 970323"/>
              <a:gd name="connsiteX6-163" fmla="*/ 0 w 893606"/>
              <a:gd name="connsiteY6-164" fmla="*/ 669852 h 970323"/>
              <a:gd name="connsiteX7-165" fmla="*/ 49444 w 893606"/>
              <a:gd name="connsiteY7-166" fmla="*/ 914756 h 970323"/>
              <a:gd name="connsiteX8-167" fmla="*/ 67888 w 893606"/>
              <a:gd name="connsiteY8-168" fmla="*/ 948736 h 970323"/>
              <a:gd name="connsiteX9-169" fmla="*/ 32356 w 893606"/>
              <a:gd name="connsiteY9-170" fmla="*/ 970323 h 970323"/>
              <a:gd name="connsiteX10-171" fmla="*/ 16754 w 893606"/>
              <a:gd name="connsiteY10-172" fmla="*/ 930511 h 970323"/>
              <a:gd name="connsiteX11-173" fmla="*/ 1053 w 893606"/>
              <a:gd name="connsiteY11-174" fmla="*/ 873212 h 970323"/>
              <a:gd name="connsiteX0-175" fmla="*/ 605630 w 893606"/>
              <a:gd name="connsiteY0-176" fmla="*/ 0 h 970323"/>
              <a:gd name="connsiteX1-177" fmla="*/ 860684 w 893606"/>
              <a:gd name="connsiteY1-178" fmla="*/ 37393 h 970323"/>
              <a:gd name="connsiteX2-179" fmla="*/ 893606 w 893606"/>
              <a:gd name="connsiteY2-180" fmla="*/ 52911 h 970323"/>
              <a:gd name="connsiteX3-181" fmla="*/ 875351 w 893606"/>
              <a:gd name="connsiteY3-182" fmla="*/ 90807 h 970323"/>
              <a:gd name="connsiteX4-183" fmla="*/ 874082 w 893606"/>
              <a:gd name="connsiteY4-184" fmla="*/ 90118 h 970323"/>
              <a:gd name="connsiteX5-185" fmla="*/ 629178 w 893606"/>
              <a:gd name="connsiteY5-186" fmla="*/ 40674 h 970323"/>
              <a:gd name="connsiteX6-187" fmla="*/ 0 w 893606"/>
              <a:gd name="connsiteY6-188" fmla="*/ 669852 h 970323"/>
              <a:gd name="connsiteX7-189" fmla="*/ 49444 w 893606"/>
              <a:gd name="connsiteY7-190" fmla="*/ 914756 h 970323"/>
              <a:gd name="connsiteX8-191" fmla="*/ 67888 w 893606"/>
              <a:gd name="connsiteY8-192" fmla="*/ 948736 h 970323"/>
              <a:gd name="connsiteX9-193" fmla="*/ 32356 w 893606"/>
              <a:gd name="connsiteY9-194" fmla="*/ 970323 h 970323"/>
              <a:gd name="connsiteX10-195" fmla="*/ 16754 w 893606"/>
              <a:gd name="connsiteY10-196" fmla="*/ 930511 h 970323"/>
              <a:gd name="connsiteX0-197" fmla="*/ 605630 w 893606"/>
              <a:gd name="connsiteY0-198" fmla="*/ 0 h 970323"/>
              <a:gd name="connsiteX1-199" fmla="*/ 860684 w 893606"/>
              <a:gd name="connsiteY1-200" fmla="*/ 37393 h 970323"/>
              <a:gd name="connsiteX2-201" fmla="*/ 893606 w 893606"/>
              <a:gd name="connsiteY2-202" fmla="*/ 52911 h 970323"/>
              <a:gd name="connsiteX3-203" fmla="*/ 875351 w 893606"/>
              <a:gd name="connsiteY3-204" fmla="*/ 90807 h 970323"/>
              <a:gd name="connsiteX4-205" fmla="*/ 874082 w 893606"/>
              <a:gd name="connsiteY4-206" fmla="*/ 90118 h 970323"/>
              <a:gd name="connsiteX5-207" fmla="*/ 629178 w 893606"/>
              <a:gd name="connsiteY5-208" fmla="*/ 40674 h 970323"/>
              <a:gd name="connsiteX6-209" fmla="*/ 0 w 893606"/>
              <a:gd name="connsiteY6-210" fmla="*/ 669852 h 970323"/>
              <a:gd name="connsiteX7-211" fmla="*/ 49444 w 893606"/>
              <a:gd name="connsiteY7-212" fmla="*/ 914756 h 970323"/>
              <a:gd name="connsiteX8-213" fmla="*/ 67888 w 893606"/>
              <a:gd name="connsiteY8-214" fmla="*/ 948736 h 970323"/>
              <a:gd name="connsiteX9-215" fmla="*/ 32356 w 893606"/>
              <a:gd name="connsiteY9-216" fmla="*/ 970323 h 970323"/>
              <a:gd name="connsiteX0-217" fmla="*/ 605630 w 893606"/>
              <a:gd name="connsiteY0-218" fmla="*/ 0 h 948736"/>
              <a:gd name="connsiteX1-219" fmla="*/ 860684 w 893606"/>
              <a:gd name="connsiteY1-220" fmla="*/ 37393 h 948736"/>
              <a:gd name="connsiteX2-221" fmla="*/ 893606 w 893606"/>
              <a:gd name="connsiteY2-222" fmla="*/ 52911 h 948736"/>
              <a:gd name="connsiteX3-223" fmla="*/ 875351 w 893606"/>
              <a:gd name="connsiteY3-224" fmla="*/ 90807 h 948736"/>
              <a:gd name="connsiteX4-225" fmla="*/ 874082 w 893606"/>
              <a:gd name="connsiteY4-226" fmla="*/ 90118 h 948736"/>
              <a:gd name="connsiteX5-227" fmla="*/ 629178 w 893606"/>
              <a:gd name="connsiteY5-228" fmla="*/ 40674 h 948736"/>
              <a:gd name="connsiteX6-229" fmla="*/ 0 w 893606"/>
              <a:gd name="connsiteY6-230" fmla="*/ 669852 h 948736"/>
              <a:gd name="connsiteX7-231" fmla="*/ 49444 w 893606"/>
              <a:gd name="connsiteY7-232" fmla="*/ 914756 h 948736"/>
              <a:gd name="connsiteX8-233" fmla="*/ 67888 w 893606"/>
              <a:gd name="connsiteY8-234" fmla="*/ 948736 h 948736"/>
              <a:gd name="connsiteX0-235" fmla="*/ 860684 w 893606"/>
              <a:gd name="connsiteY0-236" fmla="*/ 0 h 911343"/>
              <a:gd name="connsiteX1-237" fmla="*/ 893606 w 893606"/>
              <a:gd name="connsiteY1-238" fmla="*/ 15518 h 911343"/>
              <a:gd name="connsiteX2-239" fmla="*/ 875351 w 893606"/>
              <a:gd name="connsiteY2-240" fmla="*/ 53414 h 911343"/>
              <a:gd name="connsiteX3-241" fmla="*/ 874082 w 893606"/>
              <a:gd name="connsiteY3-242" fmla="*/ 52725 h 911343"/>
              <a:gd name="connsiteX4-243" fmla="*/ 629178 w 893606"/>
              <a:gd name="connsiteY4-244" fmla="*/ 3281 h 911343"/>
              <a:gd name="connsiteX5-245" fmla="*/ 0 w 893606"/>
              <a:gd name="connsiteY5-246" fmla="*/ 632459 h 911343"/>
              <a:gd name="connsiteX6-247" fmla="*/ 49444 w 893606"/>
              <a:gd name="connsiteY6-248" fmla="*/ 877363 h 911343"/>
              <a:gd name="connsiteX7-249" fmla="*/ 67888 w 893606"/>
              <a:gd name="connsiteY7-250" fmla="*/ 911343 h 911343"/>
              <a:gd name="connsiteX0-251" fmla="*/ 893606 w 893606"/>
              <a:gd name="connsiteY0-252" fmla="*/ 12237 h 908062"/>
              <a:gd name="connsiteX1-253" fmla="*/ 875351 w 893606"/>
              <a:gd name="connsiteY1-254" fmla="*/ 50133 h 908062"/>
              <a:gd name="connsiteX2-255" fmla="*/ 874082 w 893606"/>
              <a:gd name="connsiteY2-256" fmla="*/ 49444 h 908062"/>
              <a:gd name="connsiteX3-257" fmla="*/ 629178 w 893606"/>
              <a:gd name="connsiteY3-258" fmla="*/ 0 h 908062"/>
              <a:gd name="connsiteX4-259" fmla="*/ 0 w 893606"/>
              <a:gd name="connsiteY4-260" fmla="*/ 629178 h 908062"/>
              <a:gd name="connsiteX5-261" fmla="*/ 49444 w 893606"/>
              <a:gd name="connsiteY5-262" fmla="*/ 874082 h 908062"/>
              <a:gd name="connsiteX6-263" fmla="*/ 67888 w 893606"/>
              <a:gd name="connsiteY6-264" fmla="*/ 908062 h 908062"/>
              <a:gd name="connsiteX0-265" fmla="*/ 875351 w 875351"/>
              <a:gd name="connsiteY0-266" fmla="*/ 50133 h 908062"/>
              <a:gd name="connsiteX1-267" fmla="*/ 874082 w 875351"/>
              <a:gd name="connsiteY1-268" fmla="*/ 49444 h 908062"/>
              <a:gd name="connsiteX2-269" fmla="*/ 629178 w 875351"/>
              <a:gd name="connsiteY2-270" fmla="*/ 0 h 908062"/>
              <a:gd name="connsiteX3-271" fmla="*/ 0 w 875351"/>
              <a:gd name="connsiteY3-272" fmla="*/ 629178 h 908062"/>
              <a:gd name="connsiteX4-273" fmla="*/ 49444 w 875351"/>
              <a:gd name="connsiteY4-274" fmla="*/ 874082 h 908062"/>
              <a:gd name="connsiteX5-275" fmla="*/ 67888 w 875351"/>
              <a:gd name="connsiteY5-276" fmla="*/ 908062 h 9080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0" name="任意多边形: 形状 49"/>
          <p:cNvSpPr/>
          <p:nvPr>
            <p:custDataLst>
              <p:tags r:id="rId33"/>
            </p:custDataLst>
          </p:nvPr>
        </p:nvSpPr>
        <p:spPr>
          <a:xfrm rot="11361091">
            <a:off x="1071880" y="1137285"/>
            <a:ext cx="1311275" cy="1365250"/>
          </a:xfrm>
          <a:custGeom>
            <a:avLst/>
            <a:gdLst>
              <a:gd name="connsiteX0" fmla="*/ 939521 w 1311055"/>
              <a:gd name="connsiteY0" fmla="*/ 0 h 1365195"/>
              <a:gd name="connsiteX1" fmla="*/ 1305225 w 1311055"/>
              <a:gd name="connsiteY1" fmla="*/ 73832 h 1365195"/>
              <a:gd name="connsiteX2" fmla="*/ 1311055 w 1311055"/>
              <a:gd name="connsiteY2" fmla="*/ 76640 h 1365195"/>
              <a:gd name="connsiteX3" fmla="*/ 1299186 w 1311055"/>
              <a:gd name="connsiteY3" fmla="*/ 109068 h 1365195"/>
              <a:gd name="connsiteX4" fmla="*/ 1276869 w 1311055"/>
              <a:gd name="connsiteY4" fmla="*/ 101883 h 1365195"/>
              <a:gd name="connsiteX5" fmla="*/ 947191 w 1311055"/>
              <a:gd name="connsiteY5" fmla="*/ 28457 h 1365195"/>
              <a:gd name="connsiteX6" fmla="*/ 575716 w 1311055"/>
              <a:gd name="connsiteY6" fmla="*/ 126088 h 1365195"/>
              <a:gd name="connsiteX7" fmla="*/ 232816 w 1311055"/>
              <a:gd name="connsiteY7" fmla="*/ 380882 h 1365195"/>
              <a:gd name="connsiteX8" fmla="*/ 30410 w 1311055"/>
              <a:gd name="connsiteY8" fmla="*/ 826176 h 1365195"/>
              <a:gd name="connsiteX9" fmla="*/ 108991 w 1311055"/>
              <a:gd name="connsiteY9" fmla="*/ 1297663 h 1365195"/>
              <a:gd name="connsiteX10" fmla="*/ 124568 w 1311055"/>
              <a:gd name="connsiteY10" fmla="*/ 1354671 h 1365195"/>
              <a:gd name="connsiteX11" fmla="*/ 102721 w 1311055"/>
              <a:gd name="connsiteY11" fmla="*/ 1365195 h 1365195"/>
              <a:gd name="connsiteX12" fmla="*/ 73832 w 1311055"/>
              <a:gd name="connsiteY12" fmla="*/ 1305225 h 1365195"/>
              <a:gd name="connsiteX13" fmla="*/ 0 w 1311055"/>
              <a:gd name="connsiteY13" fmla="*/ 939521 h 1365195"/>
              <a:gd name="connsiteX14" fmla="*/ 939521 w 1311055"/>
              <a:gd name="connsiteY14" fmla="*/ 0 h 1365195"/>
              <a:gd name="connsiteX0-1" fmla="*/ 1276869 w 1368309"/>
              <a:gd name="connsiteY0-2" fmla="*/ 101883 h 1365195"/>
              <a:gd name="connsiteX1-3" fmla="*/ 947191 w 1368309"/>
              <a:gd name="connsiteY1-4" fmla="*/ 28457 h 1365195"/>
              <a:gd name="connsiteX2-5" fmla="*/ 575716 w 1368309"/>
              <a:gd name="connsiteY2-6" fmla="*/ 126088 h 1365195"/>
              <a:gd name="connsiteX3-7" fmla="*/ 232816 w 1368309"/>
              <a:gd name="connsiteY3-8" fmla="*/ 380882 h 1365195"/>
              <a:gd name="connsiteX4-9" fmla="*/ 30410 w 1368309"/>
              <a:gd name="connsiteY4-10" fmla="*/ 826176 h 1365195"/>
              <a:gd name="connsiteX5-11" fmla="*/ 108991 w 1368309"/>
              <a:gd name="connsiteY5-12" fmla="*/ 1297663 h 1365195"/>
              <a:gd name="connsiteX6-13" fmla="*/ 124568 w 1368309"/>
              <a:gd name="connsiteY6-14" fmla="*/ 1354671 h 1365195"/>
              <a:gd name="connsiteX7-15" fmla="*/ 102721 w 1368309"/>
              <a:gd name="connsiteY7-16" fmla="*/ 1365195 h 1365195"/>
              <a:gd name="connsiteX8-17" fmla="*/ 73832 w 1368309"/>
              <a:gd name="connsiteY8-18" fmla="*/ 1305225 h 1365195"/>
              <a:gd name="connsiteX9-19" fmla="*/ 0 w 1368309"/>
              <a:gd name="connsiteY9-20" fmla="*/ 939521 h 1365195"/>
              <a:gd name="connsiteX10-21" fmla="*/ 939521 w 1368309"/>
              <a:gd name="connsiteY10-22" fmla="*/ 0 h 1365195"/>
              <a:gd name="connsiteX11-23" fmla="*/ 1305225 w 1368309"/>
              <a:gd name="connsiteY11-24" fmla="*/ 73832 h 1365195"/>
              <a:gd name="connsiteX12-25" fmla="*/ 1311055 w 1368309"/>
              <a:gd name="connsiteY12-26" fmla="*/ 76640 h 1365195"/>
              <a:gd name="connsiteX13-27" fmla="*/ 1299186 w 1368309"/>
              <a:gd name="connsiteY13-28" fmla="*/ 109068 h 1365195"/>
              <a:gd name="connsiteX14-29" fmla="*/ 1368309 w 1368309"/>
              <a:gd name="connsiteY14-30" fmla="*/ 193323 h 1365195"/>
              <a:gd name="connsiteX0-31" fmla="*/ 1276869 w 1311055"/>
              <a:gd name="connsiteY0-32" fmla="*/ 101883 h 1365195"/>
              <a:gd name="connsiteX1-33" fmla="*/ 947191 w 1311055"/>
              <a:gd name="connsiteY1-34" fmla="*/ 28457 h 1365195"/>
              <a:gd name="connsiteX2-35" fmla="*/ 575716 w 1311055"/>
              <a:gd name="connsiteY2-36" fmla="*/ 126088 h 1365195"/>
              <a:gd name="connsiteX3-37" fmla="*/ 232816 w 1311055"/>
              <a:gd name="connsiteY3-38" fmla="*/ 380882 h 1365195"/>
              <a:gd name="connsiteX4-39" fmla="*/ 30410 w 1311055"/>
              <a:gd name="connsiteY4-40" fmla="*/ 826176 h 1365195"/>
              <a:gd name="connsiteX5-41" fmla="*/ 108991 w 1311055"/>
              <a:gd name="connsiteY5-42" fmla="*/ 1297663 h 1365195"/>
              <a:gd name="connsiteX6-43" fmla="*/ 124568 w 1311055"/>
              <a:gd name="connsiteY6-44" fmla="*/ 1354671 h 1365195"/>
              <a:gd name="connsiteX7-45" fmla="*/ 102721 w 1311055"/>
              <a:gd name="connsiteY7-46" fmla="*/ 1365195 h 1365195"/>
              <a:gd name="connsiteX8-47" fmla="*/ 73832 w 1311055"/>
              <a:gd name="connsiteY8-48" fmla="*/ 1305225 h 1365195"/>
              <a:gd name="connsiteX9-49" fmla="*/ 0 w 1311055"/>
              <a:gd name="connsiteY9-50" fmla="*/ 939521 h 1365195"/>
              <a:gd name="connsiteX10-51" fmla="*/ 939521 w 1311055"/>
              <a:gd name="connsiteY10-52" fmla="*/ 0 h 1365195"/>
              <a:gd name="connsiteX11-53" fmla="*/ 1305225 w 1311055"/>
              <a:gd name="connsiteY11-54" fmla="*/ 73832 h 1365195"/>
              <a:gd name="connsiteX12-55" fmla="*/ 1311055 w 1311055"/>
              <a:gd name="connsiteY12-56" fmla="*/ 76640 h 1365195"/>
              <a:gd name="connsiteX13-57" fmla="*/ 1299186 w 1311055"/>
              <a:gd name="connsiteY13-58" fmla="*/ 109068 h 1365195"/>
              <a:gd name="connsiteX0-59" fmla="*/ 1276869 w 1311055"/>
              <a:gd name="connsiteY0-60" fmla="*/ 101883 h 1365195"/>
              <a:gd name="connsiteX1-61" fmla="*/ 947191 w 1311055"/>
              <a:gd name="connsiteY1-62" fmla="*/ 28457 h 1365195"/>
              <a:gd name="connsiteX2-63" fmla="*/ 575716 w 1311055"/>
              <a:gd name="connsiteY2-64" fmla="*/ 126088 h 1365195"/>
              <a:gd name="connsiteX3-65" fmla="*/ 232816 w 1311055"/>
              <a:gd name="connsiteY3-66" fmla="*/ 380882 h 1365195"/>
              <a:gd name="connsiteX4-67" fmla="*/ 30410 w 1311055"/>
              <a:gd name="connsiteY4-68" fmla="*/ 826176 h 1365195"/>
              <a:gd name="connsiteX5-69" fmla="*/ 108991 w 1311055"/>
              <a:gd name="connsiteY5-70" fmla="*/ 1297663 h 1365195"/>
              <a:gd name="connsiteX6-71" fmla="*/ 124568 w 1311055"/>
              <a:gd name="connsiteY6-72" fmla="*/ 1354671 h 1365195"/>
              <a:gd name="connsiteX7-73" fmla="*/ 102721 w 1311055"/>
              <a:gd name="connsiteY7-74" fmla="*/ 1365195 h 1365195"/>
              <a:gd name="connsiteX8-75" fmla="*/ 73832 w 1311055"/>
              <a:gd name="connsiteY8-76" fmla="*/ 1305225 h 1365195"/>
              <a:gd name="connsiteX9-77" fmla="*/ 0 w 1311055"/>
              <a:gd name="connsiteY9-78" fmla="*/ 939521 h 1365195"/>
              <a:gd name="connsiteX10-79" fmla="*/ 939521 w 1311055"/>
              <a:gd name="connsiteY10-80" fmla="*/ 0 h 1365195"/>
              <a:gd name="connsiteX11-81" fmla="*/ 1305225 w 1311055"/>
              <a:gd name="connsiteY11-82" fmla="*/ 73832 h 1365195"/>
              <a:gd name="connsiteX12-83" fmla="*/ 1311055 w 1311055"/>
              <a:gd name="connsiteY12-84" fmla="*/ 76640 h 1365195"/>
              <a:gd name="connsiteX0-85" fmla="*/ 947191 w 1311055"/>
              <a:gd name="connsiteY0-86" fmla="*/ 28457 h 1365195"/>
              <a:gd name="connsiteX1-87" fmla="*/ 575716 w 1311055"/>
              <a:gd name="connsiteY1-88" fmla="*/ 126088 h 1365195"/>
              <a:gd name="connsiteX2-89" fmla="*/ 232816 w 1311055"/>
              <a:gd name="connsiteY2-90" fmla="*/ 380882 h 1365195"/>
              <a:gd name="connsiteX3-91" fmla="*/ 30410 w 1311055"/>
              <a:gd name="connsiteY3-92" fmla="*/ 826176 h 1365195"/>
              <a:gd name="connsiteX4-93" fmla="*/ 108991 w 1311055"/>
              <a:gd name="connsiteY4-94" fmla="*/ 1297663 h 1365195"/>
              <a:gd name="connsiteX5-95" fmla="*/ 124568 w 1311055"/>
              <a:gd name="connsiteY5-96" fmla="*/ 1354671 h 1365195"/>
              <a:gd name="connsiteX6-97" fmla="*/ 102721 w 1311055"/>
              <a:gd name="connsiteY6-98" fmla="*/ 1365195 h 1365195"/>
              <a:gd name="connsiteX7-99" fmla="*/ 73832 w 1311055"/>
              <a:gd name="connsiteY7-100" fmla="*/ 1305225 h 1365195"/>
              <a:gd name="connsiteX8-101" fmla="*/ 0 w 1311055"/>
              <a:gd name="connsiteY8-102" fmla="*/ 939521 h 1365195"/>
              <a:gd name="connsiteX9-103" fmla="*/ 939521 w 1311055"/>
              <a:gd name="connsiteY9-104" fmla="*/ 0 h 1365195"/>
              <a:gd name="connsiteX10-105" fmla="*/ 1305225 w 1311055"/>
              <a:gd name="connsiteY10-106" fmla="*/ 73832 h 1365195"/>
              <a:gd name="connsiteX11-107" fmla="*/ 1311055 w 1311055"/>
              <a:gd name="connsiteY11-108" fmla="*/ 76640 h 1365195"/>
              <a:gd name="connsiteX0-109" fmla="*/ 575716 w 1311055"/>
              <a:gd name="connsiteY0-110" fmla="*/ 126088 h 1365195"/>
              <a:gd name="connsiteX1-111" fmla="*/ 232816 w 1311055"/>
              <a:gd name="connsiteY1-112" fmla="*/ 380882 h 1365195"/>
              <a:gd name="connsiteX2-113" fmla="*/ 30410 w 1311055"/>
              <a:gd name="connsiteY2-114" fmla="*/ 826176 h 1365195"/>
              <a:gd name="connsiteX3-115" fmla="*/ 108991 w 1311055"/>
              <a:gd name="connsiteY3-116" fmla="*/ 1297663 h 1365195"/>
              <a:gd name="connsiteX4-117" fmla="*/ 124568 w 1311055"/>
              <a:gd name="connsiteY4-118" fmla="*/ 1354671 h 1365195"/>
              <a:gd name="connsiteX5-119" fmla="*/ 102721 w 1311055"/>
              <a:gd name="connsiteY5-120" fmla="*/ 1365195 h 1365195"/>
              <a:gd name="connsiteX6-121" fmla="*/ 73832 w 1311055"/>
              <a:gd name="connsiteY6-122" fmla="*/ 1305225 h 1365195"/>
              <a:gd name="connsiteX7-123" fmla="*/ 0 w 1311055"/>
              <a:gd name="connsiteY7-124" fmla="*/ 939521 h 1365195"/>
              <a:gd name="connsiteX8-125" fmla="*/ 939521 w 1311055"/>
              <a:gd name="connsiteY8-126" fmla="*/ 0 h 1365195"/>
              <a:gd name="connsiteX9-127" fmla="*/ 1305225 w 1311055"/>
              <a:gd name="connsiteY9-128" fmla="*/ 73832 h 1365195"/>
              <a:gd name="connsiteX10-129" fmla="*/ 1311055 w 1311055"/>
              <a:gd name="connsiteY10-130" fmla="*/ 76640 h 1365195"/>
              <a:gd name="connsiteX0-131" fmla="*/ 232816 w 1311055"/>
              <a:gd name="connsiteY0-132" fmla="*/ 380882 h 1365195"/>
              <a:gd name="connsiteX1-133" fmla="*/ 30410 w 1311055"/>
              <a:gd name="connsiteY1-134" fmla="*/ 826176 h 1365195"/>
              <a:gd name="connsiteX2-135" fmla="*/ 108991 w 1311055"/>
              <a:gd name="connsiteY2-136" fmla="*/ 1297663 h 1365195"/>
              <a:gd name="connsiteX3-137" fmla="*/ 124568 w 1311055"/>
              <a:gd name="connsiteY3-138" fmla="*/ 1354671 h 1365195"/>
              <a:gd name="connsiteX4-139" fmla="*/ 102721 w 1311055"/>
              <a:gd name="connsiteY4-140" fmla="*/ 1365195 h 1365195"/>
              <a:gd name="connsiteX5-141" fmla="*/ 73832 w 1311055"/>
              <a:gd name="connsiteY5-142" fmla="*/ 1305225 h 1365195"/>
              <a:gd name="connsiteX6-143" fmla="*/ 0 w 1311055"/>
              <a:gd name="connsiteY6-144" fmla="*/ 939521 h 1365195"/>
              <a:gd name="connsiteX7-145" fmla="*/ 939521 w 1311055"/>
              <a:gd name="connsiteY7-146" fmla="*/ 0 h 1365195"/>
              <a:gd name="connsiteX8-147" fmla="*/ 1305225 w 1311055"/>
              <a:gd name="connsiteY8-148" fmla="*/ 73832 h 1365195"/>
              <a:gd name="connsiteX9-149" fmla="*/ 1311055 w 1311055"/>
              <a:gd name="connsiteY9-150" fmla="*/ 76640 h 1365195"/>
              <a:gd name="connsiteX0-151" fmla="*/ 30410 w 1311055"/>
              <a:gd name="connsiteY0-152" fmla="*/ 826176 h 1365195"/>
              <a:gd name="connsiteX1-153" fmla="*/ 108991 w 1311055"/>
              <a:gd name="connsiteY1-154" fmla="*/ 1297663 h 1365195"/>
              <a:gd name="connsiteX2-155" fmla="*/ 124568 w 1311055"/>
              <a:gd name="connsiteY2-156" fmla="*/ 1354671 h 1365195"/>
              <a:gd name="connsiteX3-157" fmla="*/ 102721 w 1311055"/>
              <a:gd name="connsiteY3-158" fmla="*/ 1365195 h 1365195"/>
              <a:gd name="connsiteX4-159" fmla="*/ 73832 w 1311055"/>
              <a:gd name="connsiteY4-160" fmla="*/ 1305225 h 1365195"/>
              <a:gd name="connsiteX5-161" fmla="*/ 0 w 1311055"/>
              <a:gd name="connsiteY5-162" fmla="*/ 939521 h 1365195"/>
              <a:gd name="connsiteX6-163" fmla="*/ 939521 w 1311055"/>
              <a:gd name="connsiteY6-164" fmla="*/ 0 h 1365195"/>
              <a:gd name="connsiteX7-165" fmla="*/ 1305225 w 1311055"/>
              <a:gd name="connsiteY7-166" fmla="*/ 73832 h 1365195"/>
              <a:gd name="connsiteX8-167" fmla="*/ 1311055 w 1311055"/>
              <a:gd name="connsiteY8-168" fmla="*/ 76640 h 1365195"/>
              <a:gd name="connsiteX0-169" fmla="*/ 108991 w 1311055"/>
              <a:gd name="connsiteY0-170" fmla="*/ 1297663 h 1365195"/>
              <a:gd name="connsiteX1-171" fmla="*/ 124568 w 1311055"/>
              <a:gd name="connsiteY1-172" fmla="*/ 1354671 h 1365195"/>
              <a:gd name="connsiteX2-173" fmla="*/ 102721 w 1311055"/>
              <a:gd name="connsiteY2-174" fmla="*/ 1365195 h 1365195"/>
              <a:gd name="connsiteX3-175" fmla="*/ 73832 w 1311055"/>
              <a:gd name="connsiteY3-176" fmla="*/ 1305225 h 1365195"/>
              <a:gd name="connsiteX4-177" fmla="*/ 0 w 1311055"/>
              <a:gd name="connsiteY4-178" fmla="*/ 939521 h 1365195"/>
              <a:gd name="connsiteX5-179" fmla="*/ 939521 w 1311055"/>
              <a:gd name="connsiteY5-180" fmla="*/ 0 h 1365195"/>
              <a:gd name="connsiteX6-181" fmla="*/ 1305225 w 1311055"/>
              <a:gd name="connsiteY6-182" fmla="*/ 73832 h 1365195"/>
              <a:gd name="connsiteX7-183" fmla="*/ 1311055 w 1311055"/>
              <a:gd name="connsiteY7-184" fmla="*/ 76640 h 1365195"/>
              <a:gd name="connsiteX0-185" fmla="*/ 124568 w 1311055"/>
              <a:gd name="connsiteY0-186" fmla="*/ 1354671 h 1365195"/>
              <a:gd name="connsiteX1-187" fmla="*/ 102721 w 1311055"/>
              <a:gd name="connsiteY1-188" fmla="*/ 1365195 h 1365195"/>
              <a:gd name="connsiteX2-189" fmla="*/ 73832 w 1311055"/>
              <a:gd name="connsiteY2-190" fmla="*/ 1305225 h 1365195"/>
              <a:gd name="connsiteX3-191" fmla="*/ 0 w 1311055"/>
              <a:gd name="connsiteY3-192" fmla="*/ 939521 h 1365195"/>
              <a:gd name="connsiteX4-193" fmla="*/ 939521 w 1311055"/>
              <a:gd name="connsiteY4-194" fmla="*/ 0 h 1365195"/>
              <a:gd name="connsiteX5-195" fmla="*/ 1305225 w 1311055"/>
              <a:gd name="connsiteY5-196" fmla="*/ 73832 h 1365195"/>
              <a:gd name="connsiteX6-197" fmla="*/ 1311055 w 1311055"/>
              <a:gd name="connsiteY6-198" fmla="*/ 76640 h 1365195"/>
              <a:gd name="connsiteX0-199" fmla="*/ 102721 w 1311055"/>
              <a:gd name="connsiteY0-200" fmla="*/ 1365195 h 1365195"/>
              <a:gd name="connsiteX1-201" fmla="*/ 73832 w 1311055"/>
              <a:gd name="connsiteY1-202" fmla="*/ 1305225 h 1365195"/>
              <a:gd name="connsiteX2-203" fmla="*/ 0 w 1311055"/>
              <a:gd name="connsiteY2-204" fmla="*/ 939521 h 1365195"/>
              <a:gd name="connsiteX3-205" fmla="*/ 939521 w 1311055"/>
              <a:gd name="connsiteY3-206" fmla="*/ 0 h 1365195"/>
              <a:gd name="connsiteX4-207" fmla="*/ 1305225 w 1311055"/>
              <a:gd name="connsiteY4-208" fmla="*/ 73832 h 1365195"/>
              <a:gd name="connsiteX5-209" fmla="*/ 1311055 w 1311055"/>
              <a:gd name="connsiteY5-210" fmla="*/ 76640 h 13651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p:custDataLst>
              <p:tags r:id="rId34"/>
            </p:custDataLst>
          </p:nvPr>
        </p:nvSpPr>
        <p:spPr>
          <a:xfrm rot="11361091">
            <a:off x="1112520" y="1177925"/>
            <a:ext cx="1172845" cy="1217295"/>
          </a:xfrm>
          <a:custGeom>
            <a:avLst/>
            <a:gdLst>
              <a:gd name="connsiteX0" fmla="*/ 877245 w 1240058"/>
              <a:gd name="connsiteY0" fmla="*/ 17 h 1273978"/>
              <a:gd name="connsiteX1" fmla="*/ 1059708 w 1240058"/>
              <a:gd name="connsiteY1" fmla="*/ 12965 h 1273978"/>
              <a:gd name="connsiteX2" fmla="*/ 1226842 w 1240058"/>
              <a:gd name="connsiteY2" fmla="*/ 58060 h 1273978"/>
              <a:gd name="connsiteX3" fmla="*/ 1240058 w 1240058"/>
              <a:gd name="connsiteY3" fmla="*/ 62984 h 1273978"/>
              <a:gd name="connsiteX4" fmla="*/ 1226080 w 1240058"/>
              <a:gd name="connsiteY4" fmla="*/ 101174 h 1273978"/>
              <a:gd name="connsiteX5" fmla="*/ 1215911 w 1240058"/>
              <a:gd name="connsiteY5" fmla="*/ 95655 h 1273978"/>
              <a:gd name="connsiteX6" fmla="*/ 890113 w 1240058"/>
              <a:gd name="connsiteY6" fmla="*/ 29879 h 1273978"/>
              <a:gd name="connsiteX7" fmla="*/ 53113 w 1240058"/>
              <a:gd name="connsiteY7" fmla="*/ 866879 h 1273978"/>
              <a:gd name="connsiteX8" fmla="*/ 118889 w 1240058"/>
              <a:gd name="connsiteY8" fmla="*/ 1192677 h 1273978"/>
              <a:gd name="connsiteX9" fmla="*/ 148271 w 1240058"/>
              <a:gd name="connsiteY9" fmla="*/ 1246810 h 1273978"/>
              <a:gd name="connsiteX10" fmla="*/ 91874 w 1240058"/>
              <a:gd name="connsiteY10" fmla="*/ 1273978 h 1273978"/>
              <a:gd name="connsiteX11" fmla="*/ 86558 w 1240058"/>
              <a:gd name="connsiteY11" fmla="*/ 1256405 h 1273978"/>
              <a:gd name="connsiteX12" fmla="*/ 52 w 1240058"/>
              <a:gd name="connsiteY12" fmla="*/ 886884 h 1273978"/>
              <a:gd name="connsiteX13" fmla="*/ 107208 w 1240058"/>
              <a:gd name="connsiteY13" fmla="*/ 482071 h 1273978"/>
              <a:gd name="connsiteX14" fmla="*/ 323902 w 1240058"/>
              <a:gd name="connsiteY14" fmla="*/ 196321 h 1273978"/>
              <a:gd name="connsiteX15" fmla="*/ 685852 w 1240058"/>
              <a:gd name="connsiteY15" fmla="*/ 20109 h 1273978"/>
              <a:gd name="connsiteX16" fmla="*/ 877245 w 1240058"/>
              <a:gd name="connsiteY16" fmla="*/ 17 h 1273978"/>
              <a:gd name="connsiteX0-1" fmla="*/ 323902 w 1240058"/>
              <a:gd name="connsiteY0-2" fmla="*/ 196321 h 1273978"/>
              <a:gd name="connsiteX1-3" fmla="*/ 685852 w 1240058"/>
              <a:gd name="connsiteY1-4" fmla="*/ 20109 h 1273978"/>
              <a:gd name="connsiteX2-5" fmla="*/ 877245 w 1240058"/>
              <a:gd name="connsiteY2-6" fmla="*/ 17 h 1273978"/>
              <a:gd name="connsiteX3-7" fmla="*/ 1059708 w 1240058"/>
              <a:gd name="connsiteY3-8" fmla="*/ 12965 h 1273978"/>
              <a:gd name="connsiteX4-9" fmla="*/ 1226842 w 1240058"/>
              <a:gd name="connsiteY4-10" fmla="*/ 58060 h 1273978"/>
              <a:gd name="connsiteX5-11" fmla="*/ 1240058 w 1240058"/>
              <a:gd name="connsiteY5-12" fmla="*/ 62984 h 1273978"/>
              <a:gd name="connsiteX6-13" fmla="*/ 1226080 w 1240058"/>
              <a:gd name="connsiteY6-14" fmla="*/ 101174 h 1273978"/>
              <a:gd name="connsiteX7-15" fmla="*/ 1215911 w 1240058"/>
              <a:gd name="connsiteY7-16" fmla="*/ 95655 h 1273978"/>
              <a:gd name="connsiteX8-17" fmla="*/ 890113 w 1240058"/>
              <a:gd name="connsiteY8-18" fmla="*/ 29879 h 1273978"/>
              <a:gd name="connsiteX9-19" fmla="*/ 53113 w 1240058"/>
              <a:gd name="connsiteY9-20" fmla="*/ 866879 h 1273978"/>
              <a:gd name="connsiteX10-21" fmla="*/ 118889 w 1240058"/>
              <a:gd name="connsiteY10-22" fmla="*/ 1192677 h 1273978"/>
              <a:gd name="connsiteX11-23" fmla="*/ 148271 w 1240058"/>
              <a:gd name="connsiteY11-24" fmla="*/ 1246810 h 1273978"/>
              <a:gd name="connsiteX12-25" fmla="*/ 91874 w 1240058"/>
              <a:gd name="connsiteY12-26" fmla="*/ 1273978 h 1273978"/>
              <a:gd name="connsiteX13-27" fmla="*/ 86558 w 1240058"/>
              <a:gd name="connsiteY13-28" fmla="*/ 1256405 h 1273978"/>
              <a:gd name="connsiteX14-29" fmla="*/ 52 w 1240058"/>
              <a:gd name="connsiteY14-30" fmla="*/ 886884 h 1273978"/>
              <a:gd name="connsiteX15-31" fmla="*/ 107208 w 1240058"/>
              <a:gd name="connsiteY15-32" fmla="*/ 482071 h 1273978"/>
              <a:gd name="connsiteX16-33" fmla="*/ 415342 w 1240058"/>
              <a:gd name="connsiteY16-34" fmla="*/ 287761 h 1273978"/>
              <a:gd name="connsiteX0-35" fmla="*/ 323902 w 1240058"/>
              <a:gd name="connsiteY0-36" fmla="*/ 196321 h 1273978"/>
              <a:gd name="connsiteX1-37" fmla="*/ 685852 w 1240058"/>
              <a:gd name="connsiteY1-38" fmla="*/ 20109 h 1273978"/>
              <a:gd name="connsiteX2-39" fmla="*/ 877245 w 1240058"/>
              <a:gd name="connsiteY2-40" fmla="*/ 17 h 1273978"/>
              <a:gd name="connsiteX3-41" fmla="*/ 1059708 w 1240058"/>
              <a:gd name="connsiteY3-42" fmla="*/ 12965 h 1273978"/>
              <a:gd name="connsiteX4-43" fmla="*/ 1226842 w 1240058"/>
              <a:gd name="connsiteY4-44" fmla="*/ 58060 h 1273978"/>
              <a:gd name="connsiteX5-45" fmla="*/ 1240058 w 1240058"/>
              <a:gd name="connsiteY5-46" fmla="*/ 62984 h 1273978"/>
              <a:gd name="connsiteX6-47" fmla="*/ 1226080 w 1240058"/>
              <a:gd name="connsiteY6-48" fmla="*/ 101174 h 1273978"/>
              <a:gd name="connsiteX7-49" fmla="*/ 1215911 w 1240058"/>
              <a:gd name="connsiteY7-50" fmla="*/ 95655 h 1273978"/>
              <a:gd name="connsiteX8-51" fmla="*/ 890113 w 1240058"/>
              <a:gd name="connsiteY8-52" fmla="*/ 29879 h 1273978"/>
              <a:gd name="connsiteX9-53" fmla="*/ 53113 w 1240058"/>
              <a:gd name="connsiteY9-54" fmla="*/ 866879 h 1273978"/>
              <a:gd name="connsiteX10-55" fmla="*/ 118889 w 1240058"/>
              <a:gd name="connsiteY10-56" fmla="*/ 1192677 h 1273978"/>
              <a:gd name="connsiteX11-57" fmla="*/ 148271 w 1240058"/>
              <a:gd name="connsiteY11-58" fmla="*/ 1246810 h 1273978"/>
              <a:gd name="connsiteX12-59" fmla="*/ 91874 w 1240058"/>
              <a:gd name="connsiteY12-60" fmla="*/ 1273978 h 1273978"/>
              <a:gd name="connsiteX13-61" fmla="*/ 86558 w 1240058"/>
              <a:gd name="connsiteY13-62" fmla="*/ 1256405 h 1273978"/>
              <a:gd name="connsiteX14-63" fmla="*/ 52 w 1240058"/>
              <a:gd name="connsiteY14-64" fmla="*/ 886884 h 1273978"/>
              <a:gd name="connsiteX15-65" fmla="*/ 107208 w 1240058"/>
              <a:gd name="connsiteY15-66" fmla="*/ 482071 h 1273978"/>
              <a:gd name="connsiteX0-67" fmla="*/ 323850 w 1240006"/>
              <a:gd name="connsiteY0-68" fmla="*/ 196321 h 1273978"/>
              <a:gd name="connsiteX1-69" fmla="*/ 685800 w 1240006"/>
              <a:gd name="connsiteY1-70" fmla="*/ 20109 h 1273978"/>
              <a:gd name="connsiteX2-71" fmla="*/ 877193 w 1240006"/>
              <a:gd name="connsiteY2-72" fmla="*/ 17 h 1273978"/>
              <a:gd name="connsiteX3-73" fmla="*/ 1059656 w 1240006"/>
              <a:gd name="connsiteY3-74" fmla="*/ 12965 h 1273978"/>
              <a:gd name="connsiteX4-75" fmla="*/ 1226790 w 1240006"/>
              <a:gd name="connsiteY4-76" fmla="*/ 58060 h 1273978"/>
              <a:gd name="connsiteX5-77" fmla="*/ 1240006 w 1240006"/>
              <a:gd name="connsiteY5-78" fmla="*/ 62984 h 1273978"/>
              <a:gd name="connsiteX6-79" fmla="*/ 1226028 w 1240006"/>
              <a:gd name="connsiteY6-80" fmla="*/ 101174 h 1273978"/>
              <a:gd name="connsiteX7-81" fmla="*/ 1215859 w 1240006"/>
              <a:gd name="connsiteY7-82" fmla="*/ 95655 h 1273978"/>
              <a:gd name="connsiteX8-83" fmla="*/ 890061 w 1240006"/>
              <a:gd name="connsiteY8-84" fmla="*/ 29879 h 1273978"/>
              <a:gd name="connsiteX9-85" fmla="*/ 53061 w 1240006"/>
              <a:gd name="connsiteY9-86" fmla="*/ 866879 h 1273978"/>
              <a:gd name="connsiteX10-87" fmla="*/ 118837 w 1240006"/>
              <a:gd name="connsiteY10-88" fmla="*/ 1192677 h 1273978"/>
              <a:gd name="connsiteX11-89" fmla="*/ 148219 w 1240006"/>
              <a:gd name="connsiteY11-90" fmla="*/ 1246810 h 1273978"/>
              <a:gd name="connsiteX12-91" fmla="*/ 91822 w 1240006"/>
              <a:gd name="connsiteY12-92" fmla="*/ 1273978 h 1273978"/>
              <a:gd name="connsiteX13-93" fmla="*/ 86506 w 1240006"/>
              <a:gd name="connsiteY13-94" fmla="*/ 1256405 h 1273978"/>
              <a:gd name="connsiteX14-95" fmla="*/ 0 w 1240006"/>
              <a:gd name="connsiteY14-96" fmla="*/ 886884 h 1273978"/>
              <a:gd name="connsiteX0-97" fmla="*/ 270789 w 1186945"/>
              <a:gd name="connsiteY0-98" fmla="*/ 196321 h 1273978"/>
              <a:gd name="connsiteX1-99" fmla="*/ 632739 w 1186945"/>
              <a:gd name="connsiteY1-100" fmla="*/ 20109 h 1273978"/>
              <a:gd name="connsiteX2-101" fmla="*/ 824132 w 1186945"/>
              <a:gd name="connsiteY2-102" fmla="*/ 17 h 1273978"/>
              <a:gd name="connsiteX3-103" fmla="*/ 1006595 w 1186945"/>
              <a:gd name="connsiteY3-104" fmla="*/ 12965 h 1273978"/>
              <a:gd name="connsiteX4-105" fmla="*/ 1173729 w 1186945"/>
              <a:gd name="connsiteY4-106" fmla="*/ 58060 h 1273978"/>
              <a:gd name="connsiteX5-107" fmla="*/ 1186945 w 1186945"/>
              <a:gd name="connsiteY5-108" fmla="*/ 62984 h 1273978"/>
              <a:gd name="connsiteX6-109" fmla="*/ 1172967 w 1186945"/>
              <a:gd name="connsiteY6-110" fmla="*/ 101174 h 1273978"/>
              <a:gd name="connsiteX7-111" fmla="*/ 1162798 w 1186945"/>
              <a:gd name="connsiteY7-112" fmla="*/ 95655 h 1273978"/>
              <a:gd name="connsiteX8-113" fmla="*/ 837000 w 1186945"/>
              <a:gd name="connsiteY8-114" fmla="*/ 29879 h 1273978"/>
              <a:gd name="connsiteX9-115" fmla="*/ 0 w 1186945"/>
              <a:gd name="connsiteY9-116" fmla="*/ 866879 h 1273978"/>
              <a:gd name="connsiteX10-117" fmla="*/ 65776 w 1186945"/>
              <a:gd name="connsiteY10-118" fmla="*/ 1192677 h 1273978"/>
              <a:gd name="connsiteX11-119" fmla="*/ 95158 w 1186945"/>
              <a:gd name="connsiteY11-120" fmla="*/ 1246810 h 1273978"/>
              <a:gd name="connsiteX12-121" fmla="*/ 38761 w 1186945"/>
              <a:gd name="connsiteY12-122" fmla="*/ 1273978 h 1273978"/>
              <a:gd name="connsiteX13-123" fmla="*/ 33445 w 1186945"/>
              <a:gd name="connsiteY13-124" fmla="*/ 1256405 h 1273978"/>
              <a:gd name="connsiteX0-125" fmla="*/ 270789 w 1186945"/>
              <a:gd name="connsiteY0-126" fmla="*/ 196321 h 1273978"/>
              <a:gd name="connsiteX1-127" fmla="*/ 632739 w 1186945"/>
              <a:gd name="connsiteY1-128" fmla="*/ 20109 h 1273978"/>
              <a:gd name="connsiteX2-129" fmla="*/ 824132 w 1186945"/>
              <a:gd name="connsiteY2-130" fmla="*/ 17 h 1273978"/>
              <a:gd name="connsiteX3-131" fmla="*/ 1006595 w 1186945"/>
              <a:gd name="connsiteY3-132" fmla="*/ 12965 h 1273978"/>
              <a:gd name="connsiteX4-133" fmla="*/ 1173729 w 1186945"/>
              <a:gd name="connsiteY4-134" fmla="*/ 58060 h 1273978"/>
              <a:gd name="connsiteX5-135" fmla="*/ 1186945 w 1186945"/>
              <a:gd name="connsiteY5-136" fmla="*/ 62984 h 1273978"/>
              <a:gd name="connsiteX6-137" fmla="*/ 1172967 w 1186945"/>
              <a:gd name="connsiteY6-138" fmla="*/ 101174 h 1273978"/>
              <a:gd name="connsiteX7-139" fmla="*/ 1162798 w 1186945"/>
              <a:gd name="connsiteY7-140" fmla="*/ 95655 h 1273978"/>
              <a:gd name="connsiteX8-141" fmla="*/ 837000 w 1186945"/>
              <a:gd name="connsiteY8-142" fmla="*/ 29879 h 1273978"/>
              <a:gd name="connsiteX9-143" fmla="*/ 0 w 1186945"/>
              <a:gd name="connsiteY9-144" fmla="*/ 866879 h 1273978"/>
              <a:gd name="connsiteX10-145" fmla="*/ 65776 w 1186945"/>
              <a:gd name="connsiteY10-146" fmla="*/ 1192677 h 1273978"/>
              <a:gd name="connsiteX11-147" fmla="*/ 95158 w 1186945"/>
              <a:gd name="connsiteY11-148" fmla="*/ 1246810 h 1273978"/>
              <a:gd name="connsiteX12-149" fmla="*/ 38761 w 1186945"/>
              <a:gd name="connsiteY12-150" fmla="*/ 1273978 h 1273978"/>
              <a:gd name="connsiteX0-151" fmla="*/ 270789 w 1186945"/>
              <a:gd name="connsiteY0-152" fmla="*/ 196321 h 1246810"/>
              <a:gd name="connsiteX1-153" fmla="*/ 632739 w 1186945"/>
              <a:gd name="connsiteY1-154" fmla="*/ 20109 h 1246810"/>
              <a:gd name="connsiteX2-155" fmla="*/ 824132 w 1186945"/>
              <a:gd name="connsiteY2-156" fmla="*/ 17 h 1246810"/>
              <a:gd name="connsiteX3-157" fmla="*/ 1006595 w 1186945"/>
              <a:gd name="connsiteY3-158" fmla="*/ 12965 h 1246810"/>
              <a:gd name="connsiteX4-159" fmla="*/ 1173729 w 1186945"/>
              <a:gd name="connsiteY4-160" fmla="*/ 58060 h 1246810"/>
              <a:gd name="connsiteX5-161" fmla="*/ 1186945 w 1186945"/>
              <a:gd name="connsiteY5-162" fmla="*/ 62984 h 1246810"/>
              <a:gd name="connsiteX6-163" fmla="*/ 1172967 w 1186945"/>
              <a:gd name="connsiteY6-164" fmla="*/ 101174 h 1246810"/>
              <a:gd name="connsiteX7-165" fmla="*/ 1162798 w 1186945"/>
              <a:gd name="connsiteY7-166" fmla="*/ 95655 h 1246810"/>
              <a:gd name="connsiteX8-167" fmla="*/ 837000 w 1186945"/>
              <a:gd name="connsiteY8-168" fmla="*/ 29879 h 1246810"/>
              <a:gd name="connsiteX9-169" fmla="*/ 0 w 1186945"/>
              <a:gd name="connsiteY9-170" fmla="*/ 866879 h 1246810"/>
              <a:gd name="connsiteX10-171" fmla="*/ 65776 w 1186945"/>
              <a:gd name="connsiteY10-172" fmla="*/ 1192677 h 1246810"/>
              <a:gd name="connsiteX11-173" fmla="*/ 95158 w 1186945"/>
              <a:gd name="connsiteY11-174" fmla="*/ 1246810 h 1246810"/>
              <a:gd name="connsiteX0-175" fmla="*/ 632739 w 1186945"/>
              <a:gd name="connsiteY0-176" fmla="*/ 20109 h 1246810"/>
              <a:gd name="connsiteX1-177" fmla="*/ 824132 w 1186945"/>
              <a:gd name="connsiteY1-178" fmla="*/ 17 h 1246810"/>
              <a:gd name="connsiteX2-179" fmla="*/ 1006595 w 1186945"/>
              <a:gd name="connsiteY2-180" fmla="*/ 12965 h 1246810"/>
              <a:gd name="connsiteX3-181" fmla="*/ 1173729 w 1186945"/>
              <a:gd name="connsiteY3-182" fmla="*/ 58060 h 1246810"/>
              <a:gd name="connsiteX4-183" fmla="*/ 1186945 w 1186945"/>
              <a:gd name="connsiteY4-184" fmla="*/ 62984 h 1246810"/>
              <a:gd name="connsiteX5-185" fmla="*/ 1172967 w 1186945"/>
              <a:gd name="connsiteY5-186" fmla="*/ 101174 h 1246810"/>
              <a:gd name="connsiteX6-187" fmla="*/ 1162798 w 1186945"/>
              <a:gd name="connsiteY6-188" fmla="*/ 95655 h 1246810"/>
              <a:gd name="connsiteX7-189" fmla="*/ 837000 w 1186945"/>
              <a:gd name="connsiteY7-190" fmla="*/ 29879 h 1246810"/>
              <a:gd name="connsiteX8-191" fmla="*/ 0 w 1186945"/>
              <a:gd name="connsiteY8-192" fmla="*/ 866879 h 1246810"/>
              <a:gd name="connsiteX9-193" fmla="*/ 65776 w 1186945"/>
              <a:gd name="connsiteY9-194" fmla="*/ 1192677 h 1246810"/>
              <a:gd name="connsiteX10-195" fmla="*/ 95158 w 1186945"/>
              <a:gd name="connsiteY10-196" fmla="*/ 1246810 h 1246810"/>
              <a:gd name="connsiteX0-197" fmla="*/ 824132 w 1186945"/>
              <a:gd name="connsiteY0-198" fmla="*/ 0 h 1246793"/>
              <a:gd name="connsiteX1-199" fmla="*/ 1006595 w 1186945"/>
              <a:gd name="connsiteY1-200" fmla="*/ 12948 h 1246793"/>
              <a:gd name="connsiteX2-201" fmla="*/ 1173729 w 1186945"/>
              <a:gd name="connsiteY2-202" fmla="*/ 58043 h 1246793"/>
              <a:gd name="connsiteX3-203" fmla="*/ 1186945 w 1186945"/>
              <a:gd name="connsiteY3-204" fmla="*/ 62967 h 1246793"/>
              <a:gd name="connsiteX4-205" fmla="*/ 1172967 w 1186945"/>
              <a:gd name="connsiteY4-206" fmla="*/ 101157 h 1246793"/>
              <a:gd name="connsiteX5-207" fmla="*/ 1162798 w 1186945"/>
              <a:gd name="connsiteY5-208" fmla="*/ 95638 h 1246793"/>
              <a:gd name="connsiteX6-209" fmla="*/ 837000 w 1186945"/>
              <a:gd name="connsiteY6-210" fmla="*/ 29862 h 1246793"/>
              <a:gd name="connsiteX7-211" fmla="*/ 0 w 1186945"/>
              <a:gd name="connsiteY7-212" fmla="*/ 866862 h 1246793"/>
              <a:gd name="connsiteX8-213" fmla="*/ 65776 w 1186945"/>
              <a:gd name="connsiteY8-214" fmla="*/ 1192660 h 1246793"/>
              <a:gd name="connsiteX9-215" fmla="*/ 95158 w 1186945"/>
              <a:gd name="connsiteY9-216" fmla="*/ 1246793 h 1246793"/>
              <a:gd name="connsiteX0-217" fmla="*/ 1006595 w 1186945"/>
              <a:gd name="connsiteY0-218" fmla="*/ 0 h 1233845"/>
              <a:gd name="connsiteX1-219" fmla="*/ 1173729 w 1186945"/>
              <a:gd name="connsiteY1-220" fmla="*/ 45095 h 1233845"/>
              <a:gd name="connsiteX2-221" fmla="*/ 1186945 w 1186945"/>
              <a:gd name="connsiteY2-222" fmla="*/ 50019 h 1233845"/>
              <a:gd name="connsiteX3-223" fmla="*/ 1172967 w 1186945"/>
              <a:gd name="connsiteY3-224" fmla="*/ 88209 h 1233845"/>
              <a:gd name="connsiteX4-225" fmla="*/ 1162798 w 1186945"/>
              <a:gd name="connsiteY4-226" fmla="*/ 82690 h 1233845"/>
              <a:gd name="connsiteX5-227" fmla="*/ 837000 w 1186945"/>
              <a:gd name="connsiteY5-228" fmla="*/ 16914 h 1233845"/>
              <a:gd name="connsiteX6-229" fmla="*/ 0 w 1186945"/>
              <a:gd name="connsiteY6-230" fmla="*/ 853914 h 1233845"/>
              <a:gd name="connsiteX7-231" fmla="*/ 65776 w 1186945"/>
              <a:gd name="connsiteY7-232" fmla="*/ 1179712 h 1233845"/>
              <a:gd name="connsiteX8-233" fmla="*/ 95158 w 1186945"/>
              <a:gd name="connsiteY8-234" fmla="*/ 1233845 h 1233845"/>
              <a:gd name="connsiteX0-235" fmla="*/ 1173729 w 1186945"/>
              <a:gd name="connsiteY0-236" fmla="*/ 28181 h 1216931"/>
              <a:gd name="connsiteX1-237" fmla="*/ 1186945 w 1186945"/>
              <a:gd name="connsiteY1-238" fmla="*/ 33105 h 1216931"/>
              <a:gd name="connsiteX2-239" fmla="*/ 1172967 w 1186945"/>
              <a:gd name="connsiteY2-240" fmla="*/ 71295 h 1216931"/>
              <a:gd name="connsiteX3-241" fmla="*/ 1162798 w 1186945"/>
              <a:gd name="connsiteY3-242" fmla="*/ 65776 h 1216931"/>
              <a:gd name="connsiteX4-243" fmla="*/ 837000 w 1186945"/>
              <a:gd name="connsiteY4-244" fmla="*/ 0 h 1216931"/>
              <a:gd name="connsiteX5-245" fmla="*/ 0 w 1186945"/>
              <a:gd name="connsiteY5-246" fmla="*/ 837000 h 1216931"/>
              <a:gd name="connsiteX6-247" fmla="*/ 65776 w 1186945"/>
              <a:gd name="connsiteY6-248" fmla="*/ 1162798 h 1216931"/>
              <a:gd name="connsiteX7-249" fmla="*/ 95158 w 1186945"/>
              <a:gd name="connsiteY7-250" fmla="*/ 1216931 h 1216931"/>
              <a:gd name="connsiteX0-251" fmla="*/ 1173729 w 1173729"/>
              <a:gd name="connsiteY0-252" fmla="*/ 28181 h 1216931"/>
              <a:gd name="connsiteX1-253" fmla="*/ 1172967 w 1173729"/>
              <a:gd name="connsiteY1-254" fmla="*/ 71295 h 1216931"/>
              <a:gd name="connsiteX2-255" fmla="*/ 1162798 w 1173729"/>
              <a:gd name="connsiteY2-256" fmla="*/ 65776 h 1216931"/>
              <a:gd name="connsiteX3-257" fmla="*/ 837000 w 1173729"/>
              <a:gd name="connsiteY3-258" fmla="*/ 0 h 1216931"/>
              <a:gd name="connsiteX4-259" fmla="*/ 0 w 1173729"/>
              <a:gd name="connsiteY4-260" fmla="*/ 837000 h 1216931"/>
              <a:gd name="connsiteX5-261" fmla="*/ 65776 w 1173729"/>
              <a:gd name="connsiteY5-262" fmla="*/ 1162798 h 1216931"/>
              <a:gd name="connsiteX6-263" fmla="*/ 95158 w 1173729"/>
              <a:gd name="connsiteY6-264" fmla="*/ 1216931 h 1216931"/>
              <a:gd name="connsiteX0-265" fmla="*/ 1172967 w 1172967"/>
              <a:gd name="connsiteY0-266" fmla="*/ 71295 h 1216931"/>
              <a:gd name="connsiteX1-267" fmla="*/ 1162798 w 1172967"/>
              <a:gd name="connsiteY1-268" fmla="*/ 65776 h 1216931"/>
              <a:gd name="connsiteX2-269" fmla="*/ 837000 w 1172967"/>
              <a:gd name="connsiteY2-270" fmla="*/ 0 h 1216931"/>
              <a:gd name="connsiteX3-271" fmla="*/ 0 w 1172967"/>
              <a:gd name="connsiteY3-272" fmla="*/ 837000 h 1216931"/>
              <a:gd name="connsiteX4-273" fmla="*/ 65776 w 1172967"/>
              <a:gd name="connsiteY4-274" fmla="*/ 1162798 h 1216931"/>
              <a:gd name="connsiteX5-275" fmla="*/ 95158 w 1172967"/>
              <a:gd name="connsiteY5-276" fmla="*/ 1216931 h 121693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2" name="任意多边形: 形状 51"/>
          <p:cNvSpPr/>
          <p:nvPr>
            <p:custDataLst>
              <p:tags r:id="rId35"/>
            </p:custDataLst>
          </p:nvPr>
        </p:nvSpPr>
        <p:spPr>
          <a:xfrm rot="11361091">
            <a:off x="998855" y="1073785"/>
            <a:ext cx="1576705" cy="1642110"/>
          </a:xfrm>
          <a:custGeom>
            <a:avLst/>
            <a:gdLst>
              <a:gd name="connsiteX0" fmla="*/ 1143000 w 1576525"/>
              <a:gd name="connsiteY0" fmla="*/ 0 h 1642284"/>
              <a:gd name="connsiteX1" fmla="*/ 1482893 w 1576525"/>
              <a:gd name="connsiteY1" fmla="*/ 51387 h 1642284"/>
              <a:gd name="connsiteX2" fmla="*/ 1576525 w 1576525"/>
              <a:gd name="connsiteY2" fmla="*/ 85657 h 1642284"/>
              <a:gd name="connsiteX3" fmla="*/ 1570361 w 1576525"/>
              <a:gd name="connsiteY3" fmla="*/ 109630 h 1642284"/>
              <a:gd name="connsiteX4" fmla="*/ 1461118 w 1576525"/>
              <a:gd name="connsiteY4" fmla="*/ 83173 h 1642284"/>
              <a:gd name="connsiteX5" fmla="*/ 1350967 w 1576525"/>
              <a:gd name="connsiteY5" fmla="*/ 62188 h 1642284"/>
              <a:gd name="connsiteX6" fmla="*/ 960442 w 1576525"/>
              <a:gd name="connsiteY6" fmla="*/ 45519 h 1642284"/>
              <a:gd name="connsiteX7" fmla="*/ 619923 w 1576525"/>
              <a:gd name="connsiteY7" fmla="*/ 169344 h 1642284"/>
              <a:gd name="connsiteX8" fmla="*/ 253210 w 1576525"/>
              <a:gd name="connsiteY8" fmla="*/ 495575 h 1642284"/>
              <a:gd name="connsiteX9" fmla="*/ 46042 w 1576525"/>
              <a:gd name="connsiteY9" fmla="*/ 1000400 h 1642284"/>
              <a:gd name="connsiteX10" fmla="*/ 107954 w 1576525"/>
              <a:gd name="connsiteY10" fmla="*/ 1479032 h 1642284"/>
              <a:gd name="connsiteX11" fmla="*/ 129906 w 1576525"/>
              <a:gd name="connsiteY11" fmla="*/ 1561520 h 1642284"/>
              <a:gd name="connsiteX12" fmla="*/ 154590 w 1576525"/>
              <a:gd name="connsiteY12" fmla="*/ 1628167 h 1642284"/>
              <a:gd name="connsiteX13" fmla="*/ 116018 w 1576525"/>
              <a:gd name="connsiteY13" fmla="*/ 1642284 h 1642284"/>
              <a:gd name="connsiteX14" fmla="*/ 89823 w 1576525"/>
              <a:gd name="connsiteY14" fmla="*/ 1587907 h 1642284"/>
              <a:gd name="connsiteX15" fmla="*/ 0 w 1576525"/>
              <a:gd name="connsiteY15" fmla="*/ 1143000 h 1642284"/>
              <a:gd name="connsiteX16" fmla="*/ 1143000 w 1576525"/>
              <a:gd name="connsiteY16" fmla="*/ 0 h 1642284"/>
              <a:gd name="connsiteX0-1" fmla="*/ 1350967 w 1576525"/>
              <a:gd name="connsiteY0-2" fmla="*/ 62188 h 1642284"/>
              <a:gd name="connsiteX1-3" fmla="*/ 960442 w 1576525"/>
              <a:gd name="connsiteY1-4" fmla="*/ 45519 h 1642284"/>
              <a:gd name="connsiteX2-5" fmla="*/ 619923 w 1576525"/>
              <a:gd name="connsiteY2-6" fmla="*/ 169344 h 1642284"/>
              <a:gd name="connsiteX3-7" fmla="*/ 253210 w 1576525"/>
              <a:gd name="connsiteY3-8" fmla="*/ 495575 h 1642284"/>
              <a:gd name="connsiteX4-9" fmla="*/ 46042 w 1576525"/>
              <a:gd name="connsiteY4-10" fmla="*/ 1000400 h 1642284"/>
              <a:gd name="connsiteX5-11" fmla="*/ 107954 w 1576525"/>
              <a:gd name="connsiteY5-12" fmla="*/ 1479032 h 1642284"/>
              <a:gd name="connsiteX6-13" fmla="*/ 129906 w 1576525"/>
              <a:gd name="connsiteY6-14" fmla="*/ 1561520 h 1642284"/>
              <a:gd name="connsiteX7-15" fmla="*/ 154590 w 1576525"/>
              <a:gd name="connsiteY7-16" fmla="*/ 1628167 h 1642284"/>
              <a:gd name="connsiteX8-17" fmla="*/ 116018 w 1576525"/>
              <a:gd name="connsiteY8-18" fmla="*/ 1642284 h 1642284"/>
              <a:gd name="connsiteX9-19" fmla="*/ 89823 w 1576525"/>
              <a:gd name="connsiteY9-20" fmla="*/ 1587907 h 1642284"/>
              <a:gd name="connsiteX10-21" fmla="*/ 0 w 1576525"/>
              <a:gd name="connsiteY10-22" fmla="*/ 1143000 h 1642284"/>
              <a:gd name="connsiteX11-23" fmla="*/ 1143000 w 1576525"/>
              <a:gd name="connsiteY11-24" fmla="*/ 0 h 1642284"/>
              <a:gd name="connsiteX12-25" fmla="*/ 1482893 w 1576525"/>
              <a:gd name="connsiteY12-26" fmla="*/ 51387 h 1642284"/>
              <a:gd name="connsiteX13-27" fmla="*/ 1576525 w 1576525"/>
              <a:gd name="connsiteY13-28" fmla="*/ 85657 h 1642284"/>
              <a:gd name="connsiteX14-29" fmla="*/ 1570361 w 1576525"/>
              <a:gd name="connsiteY14-30" fmla="*/ 109630 h 1642284"/>
              <a:gd name="connsiteX15-31" fmla="*/ 1461118 w 1576525"/>
              <a:gd name="connsiteY15-32" fmla="*/ 83173 h 1642284"/>
              <a:gd name="connsiteX16-33" fmla="*/ 1442407 w 1576525"/>
              <a:gd name="connsiteY16-34" fmla="*/ 153628 h 1642284"/>
              <a:gd name="connsiteX0-35" fmla="*/ 1350967 w 1576525"/>
              <a:gd name="connsiteY0-36" fmla="*/ 62188 h 1642284"/>
              <a:gd name="connsiteX1-37" fmla="*/ 960442 w 1576525"/>
              <a:gd name="connsiteY1-38" fmla="*/ 45519 h 1642284"/>
              <a:gd name="connsiteX2-39" fmla="*/ 619923 w 1576525"/>
              <a:gd name="connsiteY2-40" fmla="*/ 169344 h 1642284"/>
              <a:gd name="connsiteX3-41" fmla="*/ 253210 w 1576525"/>
              <a:gd name="connsiteY3-42" fmla="*/ 495575 h 1642284"/>
              <a:gd name="connsiteX4-43" fmla="*/ 46042 w 1576525"/>
              <a:gd name="connsiteY4-44" fmla="*/ 1000400 h 1642284"/>
              <a:gd name="connsiteX5-45" fmla="*/ 107954 w 1576525"/>
              <a:gd name="connsiteY5-46" fmla="*/ 1479032 h 1642284"/>
              <a:gd name="connsiteX6-47" fmla="*/ 129906 w 1576525"/>
              <a:gd name="connsiteY6-48" fmla="*/ 1561520 h 1642284"/>
              <a:gd name="connsiteX7-49" fmla="*/ 154590 w 1576525"/>
              <a:gd name="connsiteY7-50" fmla="*/ 1628167 h 1642284"/>
              <a:gd name="connsiteX8-51" fmla="*/ 116018 w 1576525"/>
              <a:gd name="connsiteY8-52" fmla="*/ 1642284 h 1642284"/>
              <a:gd name="connsiteX9-53" fmla="*/ 89823 w 1576525"/>
              <a:gd name="connsiteY9-54" fmla="*/ 1587907 h 1642284"/>
              <a:gd name="connsiteX10-55" fmla="*/ 0 w 1576525"/>
              <a:gd name="connsiteY10-56" fmla="*/ 1143000 h 1642284"/>
              <a:gd name="connsiteX11-57" fmla="*/ 1143000 w 1576525"/>
              <a:gd name="connsiteY11-58" fmla="*/ 0 h 1642284"/>
              <a:gd name="connsiteX12-59" fmla="*/ 1482893 w 1576525"/>
              <a:gd name="connsiteY12-60" fmla="*/ 51387 h 1642284"/>
              <a:gd name="connsiteX13-61" fmla="*/ 1576525 w 1576525"/>
              <a:gd name="connsiteY13-62" fmla="*/ 85657 h 1642284"/>
              <a:gd name="connsiteX14-63" fmla="*/ 1570361 w 1576525"/>
              <a:gd name="connsiteY14-64" fmla="*/ 109630 h 1642284"/>
              <a:gd name="connsiteX15-65" fmla="*/ 1461118 w 1576525"/>
              <a:gd name="connsiteY15-66" fmla="*/ 83173 h 1642284"/>
              <a:gd name="connsiteX0-67" fmla="*/ 1350967 w 1576525"/>
              <a:gd name="connsiteY0-68" fmla="*/ 62188 h 1642284"/>
              <a:gd name="connsiteX1-69" fmla="*/ 960442 w 1576525"/>
              <a:gd name="connsiteY1-70" fmla="*/ 45519 h 1642284"/>
              <a:gd name="connsiteX2-71" fmla="*/ 619923 w 1576525"/>
              <a:gd name="connsiteY2-72" fmla="*/ 169344 h 1642284"/>
              <a:gd name="connsiteX3-73" fmla="*/ 253210 w 1576525"/>
              <a:gd name="connsiteY3-74" fmla="*/ 495575 h 1642284"/>
              <a:gd name="connsiteX4-75" fmla="*/ 46042 w 1576525"/>
              <a:gd name="connsiteY4-76" fmla="*/ 1000400 h 1642284"/>
              <a:gd name="connsiteX5-77" fmla="*/ 107954 w 1576525"/>
              <a:gd name="connsiteY5-78" fmla="*/ 1479032 h 1642284"/>
              <a:gd name="connsiteX6-79" fmla="*/ 129906 w 1576525"/>
              <a:gd name="connsiteY6-80" fmla="*/ 1561520 h 1642284"/>
              <a:gd name="connsiteX7-81" fmla="*/ 154590 w 1576525"/>
              <a:gd name="connsiteY7-82" fmla="*/ 1628167 h 1642284"/>
              <a:gd name="connsiteX8-83" fmla="*/ 116018 w 1576525"/>
              <a:gd name="connsiteY8-84" fmla="*/ 1642284 h 1642284"/>
              <a:gd name="connsiteX9-85" fmla="*/ 89823 w 1576525"/>
              <a:gd name="connsiteY9-86" fmla="*/ 1587907 h 1642284"/>
              <a:gd name="connsiteX10-87" fmla="*/ 0 w 1576525"/>
              <a:gd name="connsiteY10-88" fmla="*/ 1143000 h 1642284"/>
              <a:gd name="connsiteX11-89" fmla="*/ 1143000 w 1576525"/>
              <a:gd name="connsiteY11-90" fmla="*/ 0 h 1642284"/>
              <a:gd name="connsiteX12-91" fmla="*/ 1482893 w 1576525"/>
              <a:gd name="connsiteY12-92" fmla="*/ 51387 h 1642284"/>
              <a:gd name="connsiteX13-93" fmla="*/ 1576525 w 1576525"/>
              <a:gd name="connsiteY13-94" fmla="*/ 85657 h 1642284"/>
              <a:gd name="connsiteX14-95" fmla="*/ 1570361 w 1576525"/>
              <a:gd name="connsiteY14-96" fmla="*/ 109630 h 1642284"/>
              <a:gd name="connsiteX0-97" fmla="*/ 1350967 w 1576525"/>
              <a:gd name="connsiteY0-98" fmla="*/ 62188 h 1642284"/>
              <a:gd name="connsiteX1-99" fmla="*/ 960442 w 1576525"/>
              <a:gd name="connsiteY1-100" fmla="*/ 45519 h 1642284"/>
              <a:gd name="connsiteX2-101" fmla="*/ 619923 w 1576525"/>
              <a:gd name="connsiteY2-102" fmla="*/ 169344 h 1642284"/>
              <a:gd name="connsiteX3-103" fmla="*/ 253210 w 1576525"/>
              <a:gd name="connsiteY3-104" fmla="*/ 495575 h 1642284"/>
              <a:gd name="connsiteX4-105" fmla="*/ 46042 w 1576525"/>
              <a:gd name="connsiteY4-106" fmla="*/ 1000400 h 1642284"/>
              <a:gd name="connsiteX5-107" fmla="*/ 107954 w 1576525"/>
              <a:gd name="connsiteY5-108" fmla="*/ 1479032 h 1642284"/>
              <a:gd name="connsiteX6-109" fmla="*/ 129906 w 1576525"/>
              <a:gd name="connsiteY6-110" fmla="*/ 1561520 h 1642284"/>
              <a:gd name="connsiteX7-111" fmla="*/ 154590 w 1576525"/>
              <a:gd name="connsiteY7-112" fmla="*/ 1628167 h 1642284"/>
              <a:gd name="connsiteX8-113" fmla="*/ 116018 w 1576525"/>
              <a:gd name="connsiteY8-114" fmla="*/ 1642284 h 1642284"/>
              <a:gd name="connsiteX9-115" fmla="*/ 89823 w 1576525"/>
              <a:gd name="connsiteY9-116" fmla="*/ 1587907 h 1642284"/>
              <a:gd name="connsiteX10-117" fmla="*/ 0 w 1576525"/>
              <a:gd name="connsiteY10-118" fmla="*/ 1143000 h 1642284"/>
              <a:gd name="connsiteX11-119" fmla="*/ 1143000 w 1576525"/>
              <a:gd name="connsiteY11-120" fmla="*/ 0 h 1642284"/>
              <a:gd name="connsiteX12-121" fmla="*/ 1482893 w 1576525"/>
              <a:gd name="connsiteY12-122" fmla="*/ 51387 h 1642284"/>
              <a:gd name="connsiteX13-123" fmla="*/ 1576525 w 1576525"/>
              <a:gd name="connsiteY13-124" fmla="*/ 85657 h 1642284"/>
              <a:gd name="connsiteX0-125" fmla="*/ 960442 w 1576525"/>
              <a:gd name="connsiteY0-126" fmla="*/ 45519 h 1642284"/>
              <a:gd name="connsiteX1-127" fmla="*/ 619923 w 1576525"/>
              <a:gd name="connsiteY1-128" fmla="*/ 169344 h 1642284"/>
              <a:gd name="connsiteX2-129" fmla="*/ 253210 w 1576525"/>
              <a:gd name="connsiteY2-130" fmla="*/ 495575 h 1642284"/>
              <a:gd name="connsiteX3-131" fmla="*/ 46042 w 1576525"/>
              <a:gd name="connsiteY3-132" fmla="*/ 1000400 h 1642284"/>
              <a:gd name="connsiteX4-133" fmla="*/ 107954 w 1576525"/>
              <a:gd name="connsiteY4-134" fmla="*/ 1479032 h 1642284"/>
              <a:gd name="connsiteX5-135" fmla="*/ 129906 w 1576525"/>
              <a:gd name="connsiteY5-136" fmla="*/ 1561520 h 1642284"/>
              <a:gd name="connsiteX6-137" fmla="*/ 154590 w 1576525"/>
              <a:gd name="connsiteY6-138" fmla="*/ 1628167 h 1642284"/>
              <a:gd name="connsiteX7-139" fmla="*/ 116018 w 1576525"/>
              <a:gd name="connsiteY7-140" fmla="*/ 1642284 h 1642284"/>
              <a:gd name="connsiteX8-141" fmla="*/ 89823 w 1576525"/>
              <a:gd name="connsiteY8-142" fmla="*/ 1587907 h 1642284"/>
              <a:gd name="connsiteX9-143" fmla="*/ 0 w 1576525"/>
              <a:gd name="connsiteY9-144" fmla="*/ 1143000 h 1642284"/>
              <a:gd name="connsiteX10-145" fmla="*/ 1143000 w 1576525"/>
              <a:gd name="connsiteY10-146" fmla="*/ 0 h 1642284"/>
              <a:gd name="connsiteX11-147" fmla="*/ 1482893 w 1576525"/>
              <a:gd name="connsiteY11-148" fmla="*/ 51387 h 1642284"/>
              <a:gd name="connsiteX12-149" fmla="*/ 1576525 w 1576525"/>
              <a:gd name="connsiteY12-150" fmla="*/ 85657 h 1642284"/>
              <a:gd name="connsiteX0-151" fmla="*/ 619923 w 1576525"/>
              <a:gd name="connsiteY0-152" fmla="*/ 169344 h 1642284"/>
              <a:gd name="connsiteX1-153" fmla="*/ 253210 w 1576525"/>
              <a:gd name="connsiteY1-154" fmla="*/ 495575 h 1642284"/>
              <a:gd name="connsiteX2-155" fmla="*/ 46042 w 1576525"/>
              <a:gd name="connsiteY2-156" fmla="*/ 1000400 h 1642284"/>
              <a:gd name="connsiteX3-157" fmla="*/ 107954 w 1576525"/>
              <a:gd name="connsiteY3-158" fmla="*/ 1479032 h 1642284"/>
              <a:gd name="connsiteX4-159" fmla="*/ 129906 w 1576525"/>
              <a:gd name="connsiteY4-160" fmla="*/ 1561520 h 1642284"/>
              <a:gd name="connsiteX5-161" fmla="*/ 154590 w 1576525"/>
              <a:gd name="connsiteY5-162" fmla="*/ 1628167 h 1642284"/>
              <a:gd name="connsiteX6-163" fmla="*/ 116018 w 1576525"/>
              <a:gd name="connsiteY6-164" fmla="*/ 1642284 h 1642284"/>
              <a:gd name="connsiteX7-165" fmla="*/ 89823 w 1576525"/>
              <a:gd name="connsiteY7-166" fmla="*/ 1587907 h 1642284"/>
              <a:gd name="connsiteX8-167" fmla="*/ 0 w 1576525"/>
              <a:gd name="connsiteY8-168" fmla="*/ 1143000 h 1642284"/>
              <a:gd name="connsiteX9-169" fmla="*/ 1143000 w 1576525"/>
              <a:gd name="connsiteY9-170" fmla="*/ 0 h 1642284"/>
              <a:gd name="connsiteX10-171" fmla="*/ 1482893 w 1576525"/>
              <a:gd name="connsiteY10-172" fmla="*/ 51387 h 1642284"/>
              <a:gd name="connsiteX11-173" fmla="*/ 1576525 w 1576525"/>
              <a:gd name="connsiteY11-174" fmla="*/ 85657 h 1642284"/>
              <a:gd name="connsiteX0-175" fmla="*/ 253210 w 1576525"/>
              <a:gd name="connsiteY0-176" fmla="*/ 495575 h 1642284"/>
              <a:gd name="connsiteX1-177" fmla="*/ 46042 w 1576525"/>
              <a:gd name="connsiteY1-178" fmla="*/ 1000400 h 1642284"/>
              <a:gd name="connsiteX2-179" fmla="*/ 107954 w 1576525"/>
              <a:gd name="connsiteY2-180" fmla="*/ 1479032 h 1642284"/>
              <a:gd name="connsiteX3-181" fmla="*/ 129906 w 1576525"/>
              <a:gd name="connsiteY3-182" fmla="*/ 1561520 h 1642284"/>
              <a:gd name="connsiteX4-183" fmla="*/ 154590 w 1576525"/>
              <a:gd name="connsiteY4-184" fmla="*/ 1628167 h 1642284"/>
              <a:gd name="connsiteX5-185" fmla="*/ 116018 w 1576525"/>
              <a:gd name="connsiteY5-186" fmla="*/ 1642284 h 1642284"/>
              <a:gd name="connsiteX6-187" fmla="*/ 89823 w 1576525"/>
              <a:gd name="connsiteY6-188" fmla="*/ 1587907 h 1642284"/>
              <a:gd name="connsiteX7-189" fmla="*/ 0 w 1576525"/>
              <a:gd name="connsiteY7-190" fmla="*/ 1143000 h 1642284"/>
              <a:gd name="connsiteX8-191" fmla="*/ 1143000 w 1576525"/>
              <a:gd name="connsiteY8-192" fmla="*/ 0 h 1642284"/>
              <a:gd name="connsiteX9-193" fmla="*/ 1482893 w 1576525"/>
              <a:gd name="connsiteY9-194" fmla="*/ 51387 h 1642284"/>
              <a:gd name="connsiteX10-195" fmla="*/ 1576525 w 1576525"/>
              <a:gd name="connsiteY10-196" fmla="*/ 85657 h 1642284"/>
              <a:gd name="connsiteX0-197" fmla="*/ 46042 w 1576525"/>
              <a:gd name="connsiteY0-198" fmla="*/ 1000400 h 1642284"/>
              <a:gd name="connsiteX1-199" fmla="*/ 107954 w 1576525"/>
              <a:gd name="connsiteY1-200" fmla="*/ 1479032 h 1642284"/>
              <a:gd name="connsiteX2-201" fmla="*/ 129906 w 1576525"/>
              <a:gd name="connsiteY2-202" fmla="*/ 1561520 h 1642284"/>
              <a:gd name="connsiteX3-203" fmla="*/ 154590 w 1576525"/>
              <a:gd name="connsiteY3-204" fmla="*/ 1628167 h 1642284"/>
              <a:gd name="connsiteX4-205" fmla="*/ 116018 w 1576525"/>
              <a:gd name="connsiteY4-206" fmla="*/ 1642284 h 1642284"/>
              <a:gd name="connsiteX5-207" fmla="*/ 89823 w 1576525"/>
              <a:gd name="connsiteY5-208" fmla="*/ 1587907 h 1642284"/>
              <a:gd name="connsiteX6-209" fmla="*/ 0 w 1576525"/>
              <a:gd name="connsiteY6-210" fmla="*/ 1143000 h 1642284"/>
              <a:gd name="connsiteX7-211" fmla="*/ 1143000 w 1576525"/>
              <a:gd name="connsiteY7-212" fmla="*/ 0 h 1642284"/>
              <a:gd name="connsiteX8-213" fmla="*/ 1482893 w 1576525"/>
              <a:gd name="connsiteY8-214" fmla="*/ 51387 h 1642284"/>
              <a:gd name="connsiteX9-215" fmla="*/ 1576525 w 1576525"/>
              <a:gd name="connsiteY9-216" fmla="*/ 85657 h 1642284"/>
              <a:gd name="connsiteX0-217" fmla="*/ 107954 w 1576525"/>
              <a:gd name="connsiteY0-218" fmla="*/ 1479032 h 1642284"/>
              <a:gd name="connsiteX1-219" fmla="*/ 129906 w 1576525"/>
              <a:gd name="connsiteY1-220" fmla="*/ 1561520 h 1642284"/>
              <a:gd name="connsiteX2-221" fmla="*/ 154590 w 1576525"/>
              <a:gd name="connsiteY2-222" fmla="*/ 1628167 h 1642284"/>
              <a:gd name="connsiteX3-223" fmla="*/ 116018 w 1576525"/>
              <a:gd name="connsiteY3-224" fmla="*/ 1642284 h 1642284"/>
              <a:gd name="connsiteX4-225" fmla="*/ 89823 w 1576525"/>
              <a:gd name="connsiteY4-226" fmla="*/ 1587907 h 1642284"/>
              <a:gd name="connsiteX5-227" fmla="*/ 0 w 1576525"/>
              <a:gd name="connsiteY5-228" fmla="*/ 1143000 h 1642284"/>
              <a:gd name="connsiteX6-229" fmla="*/ 1143000 w 1576525"/>
              <a:gd name="connsiteY6-230" fmla="*/ 0 h 1642284"/>
              <a:gd name="connsiteX7-231" fmla="*/ 1482893 w 1576525"/>
              <a:gd name="connsiteY7-232" fmla="*/ 51387 h 1642284"/>
              <a:gd name="connsiteX8-233" fmla="*/ 1576525 w 1576525"/>
              <a:gd name="connsiteY8-234" fmla="*/ 85657 h 1642284"/>
              <a:gd name="connsiteX0-235" fmla="*/ 129906 w 1576525"/>
              <a:gd name="connsiteY0-236" fmla="*/ 1561520 h 1642284"/>
              <a:gd name="connsiteX1-237" fmla="*/ 154590 w 1576525"/>
              <a:gd name="connsiteY1-238" fmla="*/ 1628167 h 1642284"/>
              <a:gd name="connsiteX2-239" fmla="*/ 116018 w 1576525"/>
              <a:gd name="connsiteY2-240" fmla="*/ 1642284 h 1642284"/>
              <a:gd name="connsiteX3-241" fmla="*/ 89823 w 1576525"/>
              <a:gd name="connsiteY3-242" fmla="*/ 1587907 h 1642284"/>
              <a:gd name="connsiteX4-243" fmla="*/ 0 w 1576525"/>
              <a:gd name="connsiteY4-244" fmla="*/ 1143000 h 1642284"/>
              <a:gd name="connsiteX5-245" fmla="*/ 1143000 w 1576525"/>
              <a:gd name="connsiteY5-246" fmla="*/ 0 h 1642284"/>
              <a:gd name="connsiteX6-247" fmla="*/ 1482893 w 1576525"/>
              <a:gd name="connsiteY6-248" fmla="*/ 51387 h 1642284"/>
              <a:gd name="connsiteX7-249" fmla="*/ 1576525 w 1576525"/>
              <a:gd name="connsiteY7-250" fmla="*/ 85657 h 1642284"/>
              <a:gd name="connsiteX0-251" fmla="*/ 154590 w 1576525"/>
              <a:gd name="connsiteY0-252" fmla="*/ 1628167 h 1642284"/>
              <a:gd name="connsiteX1-253" fmla="*/ 116018 w 1576525"/>
              <a:gd name="connsiteY1-254" fmla="*/ 1642284 h 1642284"/>
              <a:gd name="connsiteX2-255" fmla="*/ 89823 w 1576525"/>
              <a:gd name="connsiteY2-256" fmla="*/ 1587907 h 1642284"/>
              <a:gd name="connsiteX3-257" fmla="*/ 0 w 1576525"/>
              <a:gd name="connsiteY3-258" fmla="*/ 1143000 h 1642284"/>
              <a:gd name="connsiteX4-259" fmla="*/ 1143000 w 1576525"/>
              <a:gd name="connsiteY4-260" fmla="*/ 0 h 1642284"/>
              <a:gd name="connsiteX5-261" fmla="*/ 1482893 w 1576525"/>
              <a:gd name="connsiteY5-262" fmla="*/ 51387 h 1642284"/>
              <a:gd name="connsiteX6-263" fmla="*/ 1576525 w 1576525"/>
              <a:gd name="connsiteY6-264" fmla="*/ 85657 h 1642284"/>
              <a:gd name="connsiteX0-265" fmla="*/ 116018 w 1576525"/>
              <a:gd name="connsiteY0-266" fmla="*/ 1642284 h 1642284"/>
              <a:gd name="connsiteX1-267" fmla="*/ 89823 w 1576525"/>
              <a:gd name="connsiteY1-268" fmla="*/ 1587907 h 1642284"/>
              <a:gd name="connsiteX2-269" fmla="*/ 0 w 1576525"/>
              <a:gd name="connsiteY2-270" fmla="*/ 1143000 h 1642284"/>
              <a:gd name="connsiteX3-271" fmla="*/ 1143000 w 1576525"/>
              <a:gd name="connsiteY3-272" fmla="*/ 0 h 1642284"/>
              <a:gd name="connsiteX4-273" fmla="*/ 1482893 w 1576525"/>
              <a:gd name="connsiteY4-274" fmla="*/ 51387 h 1642284"/>
              <a:gd name="connsiteX5-275" fmla="*/ 1576525 w 1576525"/>
              <a:gd name="connsiteY5-276" fmla="*/ 85657 h 16422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3" name="任意多边形: 形状 52"/>
          <p:cNvSpPr/>
          <p:nvPr>
            <p:custDataLst>
              <p:tags r:id="rId36"/>
            </p:custDataLst>
          </p:nvPr>
        </p:nvSpPr>
        <p:spPr>
          <a:xfrm rot="11361091">
            <a:off x="1031240" y="1103630"/>
            <a:ext cx="1447800" cy="1505585"/>
          </a:xfrm>
          <a:custGeom>
            <a:avLst/>
            <a:gdLst>
              <a:gd name="connsiteX0" fmla="*/ 1095556 w 1490440"/>
              <a:gd name="connsiteY0" fmla="*/ 423 h 1551602"/>
              <a:gd name="connsiteX1" fmla="*/ 1286949 w 1490440"/>
              <a:gd name="connsiteY1" fmla="*/ 5930 h 1551602"/>
              <a:gd name="connsiteX2" fmla="*/ 1460352 w 1490440"/>
              <a:gd name="connsiteY2" fmla="*/ 58170 h 1551602"/>
              <a:gd name="connsiteX3" fmla="*/ 1490440 w 1490440"/>
              <a:gd name="connsiteY3" fmla="*/ 73155 h 1551602"/>
              <a:gd name="connsiteX4" fmla="*/ 1483677 w 1490440"/>
              <a:gd name="connsiteY4" fmla="*/ 99456 h 1551602"/>
              <a:gd name="connsiteX5" fmla="*/ 1478442 w 1490440"/>
              <a:gd name="connsiteY5" fmla="*/ 113758 h 1551602"/>
              <a:gd name="connsiteX6" fmla="*/ 1477107 w 1490440"/>
              <a:gd name="connsiteY6" fmla="*/ 113115 h 1551602"/>
              <a:gd name="connsiteX7" fmla="*/ 1071840 w 1490440"/>
              <a:gd name="connsiteY7" fmla="*/ 31295 h 1551602"/>
              <a:gd name="connsiteX8" fmla="*/ 30679 w 1490440"/>
              <a:gd name="connsiteY8" fmla="*/ 1072456 h 1551602"/>
              <a:gd name="connsiteX9" fmla="*/ 112499 w 1490440"/>
              <a:gd name="connsiteY9" fmla="*/ 1477723 h 1551602"/>
              <a:gd name="connsiteX10" fmla="*/ 140862 w 1490440"/>
              <a:gd name="connsiteY10" fmla="*/ 1536601 h 1551602"/>
              <a:gd name="connsiteX11" fmla="*/ 99876 w 1490440"/>
              <a:gd name="connsiteY11" fmla="*/ 1551602 h 1551602"/>
              <a:gd name="connsiteX12" fmla="*/ 88653 w 1490440"/>
              <a:gd name="connsiteY12" fmla="*/ 1508325 h 1551602"/>
              <a:gd name="connsiteX13" fmla="*/ 22506 w 1490440"/>
              <a:gd name="connsiteY13" fmla="*/ 1258468 h 1551602"/>
              <a:gd name="connsiteX14" fmla="*/ 1074 w 1490440"/>
              <a:gd name="connsiteY14" fmla="*/ 1079874 h 1551602"/>
              <a:gd name="connsiteX15" fmla="*/ 22506 w 1490440"/>
              <a:gd name="connsiteY15" fmla="*/ 803649 h 1551602"/>
              <a:gd name="connsiteX16" fmla="*/ 179668 w 1490440"/>
              <a:gd name="connsiteY16" fmla="*/ 498849 h 1551602"/>
              <a:gd name="connsiteX17" fmla="*/ 341593 w 1490440"/>
              <a:gd name="connsiteY17" fmla="*/ 277393 h 1551602"/>
              <a:gd name="connsiteX18" fmla="*/ 691637 w 1490440"/>
              <a:gd name="connsiteY18" fmla="*/ 67843 h 1551602"/>
              <a:gd name="connsiteX19" fmla="*/ 903568 w 1490440"/>
              <a:gd name="connsiteY19" fmla="*/ 10693 h 1551602"/>
              <a:gd name="connsiteX20" fmla="*/ 1095556 w 1490440"/>
              <a:gd name="connsiteY20" fmla="*/ 423 h 1551602"/>
              <a:gd name="connsiteX0-1" fmla="*/ 1460352 w 1551792"/>
              <a:gd name="connsiteY0-2" fmla="*/ 58170 h 1551602"/>
              <a:gd name="connsiteX1-3" fmla="*/ 1490440 w 1551792"/>
              <a:gd name="connsiteY1-4" fmla="*/ 73155 h 1551602"/>
              <a:gd name="connsiteX2-5" fmla="*/ 1483677 w 1551792"/>
              <a:gd name="connsiteY2-6" fmla="*/ 99456 h 1551602"/>
              <a:gd name="connsiteX3-7" fmla="*/ 1478442 w 1551792"/>
              <a:gd name="connsiteY3-8" fmla="*/ 113758 h 1551602"/>
              <a:gd name="connsiteX4-9" fmla="*/ 1477107 w 1551792"/>
              <a:gd name="connsiteY4-10" fmla="*/ 113115 h 1551602"/>
              <a:gd name="connsiteX5-11" fmla="*/ 1071840 w 1551792"/>
              <a:gd name="connsiteY5-12" fmla="*/ 31295 h 1551602"/>
              <a:gd name="connsiteX6-13" fmla="*/ 30679 w 1551792"/>
              <a:gd name="connsiteY6-14" fmla="*/ 1072456 h 1551602"/>
              <a:gd name="connsiteX7-15" fmla="*/ 112499 w 1551792"/>
              <a:gd name="connsiteY7-16" fmla="*/ 1477723 h 1551602"/>
              <a:gd name="connsiteX8-17" fmla="*/ 140862 w 1551792"/>
              <a:gd name="connsiteY8-18" fmla="*/ 1536601 h 1551602"/>
              <a:gd name="connsiteX9-19" fmla="*/ 99876 w 1551792"/>
              <a:gd name="connsiteY9-20" fmla="*/ 1551602 h 1551602"/>
              <a:gd name="connsiteX10-21" fmla="*/ 88653 w 1551792"/>
              <a:gd name="connsiteY10-22" fmla="*/ 1508325 h 1551602"/>
              <a:gd name="connsiteX11-23" fmla="*/ 22506 w 1551792"/>
              <a:gd name="connsiteY11-24" fmla="*/ 1258468 h 1551602"/>
              <a:gd name="connsiteX12-25" fmla="*/ 1074 w 1551792"/>
              <a:gd name="connsiteY12-26" fmla="*/ 1079874 h 1551602"/>
              <a:gd name="connsiteX13-27" fmla="*/ 22506 w 1551792"/>
              <a:gd name="connsiteY13-28" fmla="*/ 803649 h 1551602"/>
              <a:gd name="connsiteX14-29" fmla="*/ 179668 w 1551792"/>
              <a:gd name="connsiteY14-30" fmla="*/ 498849 h 1551602"/>
              <a:gd name="connsiteX15-31" fmla="*/ 341593 w 1551792"/>
              <a:gd name="connsiteY15-32" fmla="*/ 277393 h 1551602"/>
              <a:gd name="connsiteX16-33" fmla="*/ 691637 w 1551792"/>
              <a:gd name="connsiteY16-34" fmla="*/ 67843 h 1551602"/>
              <a:gd name="connsiteX17-35" fmla="*/ 903568 w 1551792"/>
              <a:gd name="connsiteY17-36" fmla="*/ 10693 h 1551602"/>
              <a:gd name="connsiteX18-37" fmla="*/ 1095556 w 1551792"/>
              <a:gd name="connsiteY18-38" fmla="*/ 423 h 1551602"/>
              <a:gd name="connsiteX19-39" fmla="*/ 1286949 w 1551792"/>
              <a:gd name="connsiteY19-40" fmla="*/ 5930 h 1551602"/>
              <a:gd name="connsiteX20-41" fmla="*/ 1551792 w 1551792"/>
              <a:gd name="connsiteY20-42" fmla="*/ 149610 h 1551602"/>
              <a:gd name="connsiteX0-43" fmla="*/ 1460352 w 1490440"/>
              <a:gd name="connsiteY0-44" fmla="*/ 58170 h 1551602"/>
              <a:gd name="connsiteX1-45" fmla="*/ 1490440 w 1490440"/>
              <a:gd name="connsiteY1-46" fmla="*/ 73155 h 1551602"/>
              <a:gd name="connsiteX2-47" fmla="*/ 1483677 w 1490440"/>
              <a:gd name="connsiteY2-48" fmla="*/ 99456 h 1551602"/>
              <a:gd name="connsiteX3-49" fmla="*/ 1478442 w 1490440"/>
              <a:gd name="connsiteY3-50" fmla="*/ 113758 h 1551602"/>
              <a:gd name="connsiteX4-51" fmla="*/ 1477107 w 1490440"/>
              <a:gd name="connsiteY4-52" fmla="*/ 113115 h 1551602"/>
              <a:gd name="connsiteX5-53" fmla="*/ 1071840 w 1490440"/>
              <a:gd name="connsiteY5-54" fmla="*/ 31295 h 1551602"/>
              <a:gd name="connsiteX6-55" fmla="*/ 30679 w 1490440"/>
              <a:gd name="connsiteY6-56" fmla="*/ 1072456 h 1551602"/>
              <a:gd name="connsiteX7-57" fmla="*/ 112499 w 1490440"/>
              <a:gd name="connsiteY7-58" fmla="*/ 1477723 h 1551602"/>
              <a:gd name="connsiteX8-59" fmla="*/ 140862 w 1490440"/>
              <a:gd name="connsiteY8-60" fmla="*/ 1536601 h 1551602"/>
              <a:gd name="connsiteX9-61" fmla="*/ 99876 w 1490440"/>
              <a:gd name="connsiteY9-62" fmla="*/ 1551602 h 1551602"/>
              <a:gd name="connsiteX10-63" fmla="*/ 88653 w 1490440"/>
              <a:gd name="connsiteY10-64" fmla="*/ 1508325 h 1551602"/>
              <a:gd name="connsiteX11-65" fmla="*/ 22506 w 1490440"/>
              <a:gd name="connsiteY11-66" fmla="*/ 1258468 h 1551602"/>
              <a:gd name="connsiteX12-67" fmla="*/ 1074 w 1490440"/>
              <a:gd name="connsiteY12-68" fmla="*/ 1079874 h 1551602"/>
              <a:gd name="connsiteX13-69" fmla="*/ 22506 w 1490440"/>
              <a:gd name="connsiteY13-70" fmla="*/ 803649 h 1551602"/>
              <a:gd name="connsiteX14-71" fmla="*/ 179668 w 1490440"/>
              <a:gd name="connsiteY14-72" fmla="*/ 498849 h 1551602"/>
              <a:gd name="connsiteX15-73" fmla="*/ 341593 w 1490440"/>
              <a:gd name="connsiteY15-74" fmla="*/ 277393 h 1551602"/>
              <a:gd name="connsiteX16-75" fmla="*/ 691637 w 1490440"/>
              <a:gd name="connsiteY16-76" fmla="*/ 67843 h 1551602"/>
              <a:gd name="connsiteX17-77" fmla="*/ 903568 w 1490440"/>
              <a:gd name="connsiteY17-78" fmla="*/ 10693 h 1551602"/>
              <a:gd name="connsiteX18-79" fmla="*/ 1095556 w 1490440"/>
              <a:gd name="connsiteY18-80" fmla="*/ 423 h 1551602"/>
              <a:gd name="connsiteX19-81" fmla="*/ 1286949 w 1490440"/>
              <a:gd name="connsiteY19-82" fmla="*/ 5930 h 1551602"/>
              <a:gd name="connsiteX0-83" fmla="*/ 1490440 w 1490440"/>
              <a:gd name="connsiteY0-84" fmla="*/ 73155 h 1551602"/>
              <a:gd name="connsiteX1-85" fmla="*/ 1483677 w 1490440"/>
              <a:gd name="connsiteY1-86" fmla="*/ 99456 h 1551602"/>
              <a:gd name="connsiteX2-87" fmla="*/ 1478442 w 1490440"/>
              <a:gd name="connsiteY2-88" fmla="*/ 113758 h 1551602"/>
              <a:gd name="connsiteX3-89" fmla="*/ 1477107 w 1490440"/>
              <a:gd name="connsiteY3-90" fmla="*/ 113115 h 1551602"/>
              <a:gd name="connsiteX4-91" fmla="*/ 1071840 w 1490440"/>
              <a:gd name="connsiteY4-92" fmla="*/ 31295 h 1551602"/>
              <a:gd name="connsiteX5-93" fmla="*/ 30679 w 1490440"/>
              <a:gd name="connsiteY5-94" fmla="*/ 1072456 h 1551602"/>
              <a:gd name="connsiteX6-95" fmla="*/ 112499 w 1490440"/>
              <a:gd name="connsiteY6-96" fmla="*/ 1477723 h 1551602"/>
              <a:gd name="connsiteX7-97" fmla="*/ 140862 w 1490440"/>
              <a:gd name="connsiteY7-98" fmla="*/ 1536601 h 1551602"/>
              <a:gd name="connsiteX8-99" fmla="*/ 99876 w 1490440"/>
              <a:gd name="connsiteY8-100" fmla="*/ 1551602 h 1551602"/>
              <a:gd name="connsiteX9-101" fmla="*/ 88653 w 1490440"/>
              <a:gd name="connsiteY9-102" fmla="*/ 1508325 h 1551602"/>
              <a:gd name="connsiteX10-103" fmla="*/ 22506 w 1490440"/>
              <a:gd name="connsiteY10-104" fmla="*/ 1258468 h 1551602"/>
              <a:gd name="connsiteX11-105" fmla="*/ 1074 w 1490440"/>
              <a:gd name="connsiteY11-106" fmla="*/ 1079874 h 1551602"/>
              <a:gd name="connsiteX12-107" fmla="*/ 22506 w 1490440"/>
              <a:gd name="connsiteY12-108" fmla="*/ 803649 h 1551602"/>
              <a:gd name="connsiteX13-109" fmla="*/ 179668 w 1490440"/>
              <a:gd name="connsiteY13-110" fmla="*/ 498849 h 1551602"/>
              <a:gd name="connsiteX14-111" fmla="*/ 341593 w 1490440"/>
              <a:gd name="connsiteY14-112" fmla="*/ 277393 h 1551602"/>
              <a:gd name="connsiteX15-113" fmla="*/ 691637 w 1490440"/>
              <a:gd name="connsiteY15-114" fmla="*/ 67843 h 1551602"/>
              <a:gd name="connsiteX16-115" fmla="*/ 903568 w 1490440"/>
              <a:gd name="connsiteY16-116" fmla="*/ 10693 h 1551602"/>
              <a:gd name="connsiteX17-117" fmla="*/ 1095556 w 1490440"/>
              <a:gd name="connsiteY17-118" fmla="*/ 423 h 1551602"/>
              <a:gd name="connsiteX18-119" fmla="*/ 1286949 w 1490440"/>
              <a:gd name="connsiteY18-120" fmla="*/ 5930 h 1551602"/>
              <a:gd name="connsiteX0-121" fmla="*/ 1483677 w 1483677"/>
              <a:gd name="connsiteY0-122" fmla="*/ 99456 h 1551602"/>
              <a:gd name="connsiteX1-123" fmla="*/ 1478442 w 1483677"/>
              <a:gd name="connsiteY1-124" fmla="*/ 113758 h 1551602"/>
              <a:gd name="connsiteX2-125" fmla="*/ 1477107 w 1483677"/>
              <a:gd name="connsiteY2-126" fmla="*/ 113115 h 1551602"/>
              <a:gd name="connsiteX3-127" fmla="*/ 1071840 w 1483677"/>
              <a:gd name="connsiteY3-128" fmla="*/ 31295 h 1551602"/>
              <a:gd name="connsiteX4-129" fmla="*/ 30679 w 1483677"/>
              <a:gd name="connsiteY4-130" fmla="*/ 1072456 h 1551602"/>
              <a:gd name="connsiteX5-131" fmla="*/ 112499 w 1483677"/>
              <a:gd name="connsiteY5-132" fmla="*/ 1477723 h 1551602"/>
              <a:gd name="connsiteX6-133" fmla="*/ 140862 w 1483677"/>
              <a:gd name="connsiteY6-134" fmla="*/ 1536601 h 1551602"/>
              <a:gd name="connsiteX7-135" fmla="*/ 99876 w 1483677"/>
              <a:gd name="connsiteY7-136" fmla="*/ 1551602 h 1551602"/>
              <a:gd name="connsiteX8-137" fmla="*/ 88653 w 1483677"/>
              <a:gd name="connsiteY8-138" fmla="*/ 1508325 h 1551602"/>
              <a:gd name="connsiteX9-139" fmla="*/ 22506 w 1483677"/>
              <a:gd name="connsiteY9-140" fmla="*/ 1258468 h 1551602"/>
              <a:gd name="connsiteX10-141" fmla="*/ 1074 w 1483677"/>
              <a:gd name="connsiteY10-142" fmla="*/ 1079874 h 1551602"/>
              <a:gd name="connsiteX11-143" fmla="*/ 22506 w 1483677"/>
              <a:gd name="connsiteY11-144" fmla="*/ 803649 h 1551602"/>
              <a:gd name="connsiteX12-145" fmla="*/ 179668 w 1483677"/>
              <a:gd name="connsiteY12-146" fmla="*/ 498849 h 1551602"/>
              <a:gd name="connsiteX13-147" fmla="*/ 341593 w 1483677"/>
              <a:gd name="connsiteY13-148" fmla="*/ 277393 h 1551602"/>
              <a:gd name="connsiteX14-149" fmla="*/ 691637 w 1483677"/>
              <a:gd name="connsiteY14-150" fmla="*/ 67843 h 1551602"/>
              <a:gd name="connsiteX15-151" fmla="*/ 903568 w 1483677"/>
              <a:gd name="connsiteY15-152" fmla="*/ 10693 h 1551602"/>
              <a:gd name="connsiteX16-153" fmla="*/ 1095556 w 1483677"/>
              <a:gd name="connsiteY16-154" fmla="*/ 423 h 1551602"/>
              <a:gd name="connsiteX17-155" fmla="*/ 1286949 w 1483677"/>
              <a:gd name="connsiteY17-156" fmla="*/ 5930 h 1551602"/>
              <a:gd name="connsiteX0-157" fmla="*/ 1478442 w 1478442"/>
              <a:gd name="connsiteY0-158" fmla="*/ 113758 h 1551602"/>
              <a:gd name="connsiteX1-159" fmla="*/ 1477107 w 1478442"/>
              <a:gd name="connsiteY1-160" fmla="*/ 113115 h 1551602"/>
              <a:gd name="connsiteX2-161" fmla="*/ 1071840 w 1478442"/>
              <a:gd name="connsiteY2-162" fmla="*/ 31295 h 1551602"/>
              <a:gd name="connsiteX3-163" fmla="*/ 30679 w 1478442"/>
              <a:gd name="connsiteY3-164" fmla="*/ 1072456 h 1551602"/>
              <a:gd name="connsiteX4-165" fmla="*/ 112499 w 1478442"/>
              <a:gd name="connsiteY4-166" fmla="*/ 1477723 h 1551602"/>
              <a:gd name="connsiteX5-167" fmla="*/ 140862 w 1478442"/>
              <a:gd name="connsiteY5-168" fmla="*/ 1536601 h 1551602"/>
              <a:gd name="connsiteX6-169" fmla="*/ 99876 w 1478442"/>
              <a:gd name="connsiteY6-170" fmla="*/ 1551602 h 1551602"/>
              <a:gd name="connsiteX7-171" fmla="*/ 88653 w 1478442"/>
              <a:gd name="connsiteY7-172" fmla="*/ 1508325 h 1551602"/>
              <a:gd name="connsiteX8-173" fmla="*/ 22506 w 1478442"/>
              <a:gd name="connsiteY8-174" fmla="*/ 1258468 h 1551602"/>
              <a:gd name="connsiteX9-175" fmla="*/ 1074 w 1478442"/>
              <a:gd name="connsiteY9-176" fmla="*/ 1079874 h 1551602"/>
              <a:gd name="connsiteX10-177" fmla="*/ 22506 w 1478442"/>
              <a:gd name="connsiteY10-178" fmla="*/ 803649 h 1551602"/>
              <a:gd name="connsiteX11-179" fmla="*/ 179668 w 1478442"/>
              <a:gd name="connsiteY11-180" fmla="*/ 498849 h 1551602"/>
              <a:gd name="connsiteX12-181" fmla="*/ 341593 w 1478442"/>
              <a:gd name="connsiteY12-182" fmla="*/ 277393 h 1551602"/>
              <a:gd name="connsiteX13-183" fmla="*/ 691637 w 1478442"/>
              <a:gd name="connsiteY13-184" fmla="*/ 67843 h 1551602"/>
              <a:gd name="connsiteX14-185" fmla="*/ 903568 w 1478442"/>
              <a:gd name="connsiteY14-186" fmla="*/ 10693 h 1551602"/>
              <a:gd name="connsiteX15-187" fmla="*/ 1095556 w 1478442"/>
              <a:gd name="connsiteY15-188" fmla="*/ 423 h 1551602"/>
              <a:gd name="connsiteX16-189" fmla="*/ 1286949 w 1478442"/>
              <a:gd name="connsiteY16-190" fmla="*/ 5930 h 1551602"/>
              <a:gd name="connsiteX0-191" fmla="*/ 1478442 w 1478442"/>
              <a:gd name="connsiteY0-192" fmla="*/ 113335 h 1551179"/>
              <a:gd name="connsiteX1-193" fmla="*/ 1477107 w 1478442"/>
              <a:gd name="connsiteY1-194" fmla="*/ 112692 h 1551179"/>
              <a:gd name="connsiteX2-195" fmla="*/ 1071840 w 1478442"/>
              <a:gd name="connsiteY2-196" fmla="*/ 30872 h 1551179"/>
              <a:gd name="connsiteX3-197" fmla="*/ 30679 w 1478442"/>
              <a:gd name="connsiteY3-198" fmla="*/ 1072033 h 1551179"/>
              <a:gd name="connsiteX4-199" fmla="*/ 112499 w 1478442"/>
              <a:gd name="connsiteY4-200" fmla="*/ 1477300 h 1551179"/>
              <a:gd name="connsiteX5-201" fmla="*/ 140862 w 1478442"/>
              <a:gd name="connsiteY5-202" fmla="*/ 1536178 h 1551179"/>
              <a:gd name="connsiteX6-203" fmla="*/ 99876 w 1478442"/>
              <a:gd name="connsiteY6-204" fmla="*/ 1551179 h 1551179"/>
              <a:gd name="connsiteX7-205" fmla="*/ 88653 w 1478442"/>
              <a:gd name="connsiteY7-206" fmla="*/ 1507902 h 1551179"/>
              <a:gd name="connsiteX8-207" fmla="*/ 22506 w 1478442"/>
              <a:gd name="connsiteY8-208" fmla="*/ 1258045 h 1551179"/>
              <a:gd name="connsiteX9-209" fmla="*/ 1074 w 1478442"/>
              <a:gd name="connsiteY9-210" fmla="*/ 1079451 h 1551179"/>
              <a:gd name="connsiteX10-211" fmla="*/ 22506 w 1478442"/>
              <a:gd name="connsiteY10-212" fmla="*/ 803226 h 1551179"/>
              <a:gd name="connsiteX11-213" fmla="*/ 179668 w 1478442"/>
              <a:gd name="connsiteY11-214" fmla="*/ 498426 h 1551179"/>
              <a:gd name="connsiteX12-215" fmla="*/ 341593 w 1478442"/>
              <a:gd name="connsiteY12-216" fmla="*/ 276970 h 1551179"/>
              <a:gd name="connsiteX13-217" fmla="*/ 691637 w 1478442"/>
              <a:gd name="connsiteY13-218" fmla="*/ 67420 h 1551179"/>
              <a:gd name="connsiteX14-219" fmla="*/ 903568 w 1478442"/>
              <a:gd name="connsiteY14-220" fmla="*/ 10270 h 1551179"/>
              <a:gd name="connsiteX15-221" fmla="*/ 1095556 w 1478442"/>
              <a:gd name="connsiteY15-222" fmla="*/ 0 h 1551179"/>
              <a:gd name="connsiteX0-223" fmla="*/ 1478442 w 1478442"/>
              <a:gd name="connsiteY0-224" fmla="*/ 103065 h 1540909"/>
              <a:gd name="connsiteX1-225" fmla="*/ 1477107 w 1478442"/>
              <a:gd name="connsiteY1-226" fmla="*/ 102422 h 1540909"/>
              <a:gd name="connsiteX2-227" fmla="*/ 1071840 w 1478442"/>
              <a:gd name="connsiteY2-228" fmla="*/ 20602 h 1540909"/>
              <a:gd name="connsiteX3-229" fmla="*/ 30679 w 1478442"/>
              <a:gd name="connsiteY3-230" fmla="*/ 1061763 h 1540909"/>
              <a:gd name="connsiteX4-231" fmla="*/ 112499 w 1478442"/>
              <a:gd name="connsiteY4-232" fmla="*/ 1467030 h 1540909"/>
              <a:gd name="connsiteX5-233" fmla="*/ 140862 w 1478442"/>
              <a:gd name="connsiteY5-234" fmla="*/ 1525908 h 1540909"/>
              <a:gd name="connsiteX6-235" fmla="*/ 99876 w 1478442"/>
              <a:gd name="connsiteY6-236" fmla="*/ 1540909 h 1540909"/>
              <a:gd name="connsiteX7-237" fmla="*/ 88653 w 1478442"/>
              <a:gd name="connsiteY7-238" fmla="*/ 1497632 h 1540909"/>
              <a:gd name="connsiteX8-239" fmla="*/ 22506 w 1478442"/>
              <a:gd name="connsiteY8-240" fmla="*/ 1247775 h 1540909"/>
              <a:gd name="connsiteX9-241" fmla="*/ 1074 w 1478442"/>
              <a:gd name="connsiteY9-242" fmla="*/ 1069181 h 1540909"/>
              <a:gd name="connsiteX10-243" fmla="*/ 22506 w 1478442"/>
              <a:gd name="connsiteY10-244" fmla="*/ 792956 h 1540909"/>
              <a:gd name="connsiteX11-245" fmla="*/ 179668 w 1478442"/>
              <a:gd name="connsiteY11-246" fmla="*/ 488156 h 1540909"/>
              <a:gd name="connsiteX12-247" fmla="*/ 341593 w 1478442"/>
              <a:gd name="connsiteY12-248" fmla="*/ 266700 h 1540909"/>
              <a:gd name="connsiteX13-249" fmla="*/ 691637 w 1478442"/>
              <a:gd name="connsiteY13-250" fmla="*/ 57150 h 1540909"/>
              <a:gd name="connsiteX14-251" fmla="*/ 903568 w 1478442"/>
              <a:gd name="connsiteY14-252" fmla="*/ 0 h 1540909"/>
              <a:gd name="connsiteX0-253" fmla="*/ 1478442 w 1478442"/>
              <a:gd name="connsiteY0-254" fmla="*/ 82463 h 1520307"/>
              <a:gd name="connsiteX1-255" fmla="*/ 1477107 w 1478442"/>
              <a:gd name="connsiteY1-256" fmla="*/ 81820 h 1520307"/>
              <a:gd name="connsiteX2-257" fmla="*/ 1071840 w 1478442"/>
              <a:gd name="connsiteY2-258" fmla="*/ 0 h 1520307"/>
              <a:gd name="connsiteX3-259" fmla="*/ 30679 w 1478442"/>
              <a:gd name="connsiteY3-260" fmla="*/ 1041161 h 1520307"/>
              <a:gd name="connsiteX4-261" fmla="*/ 112499 w 1478442"/>
              <a:gd name="connsiteY4-262" fmla="*/ 1446428 h 1520307"/>
              <a:gd name="connsiteX5-263" fmla="*/ 140862 w 1478442"/>
              <a:gd name="connsiteY5-264" fmla="*/ 1505306 h 1520307"/>
              <a:gd name="connsiteX6-265" fmla="*/ 99876 w 1478442"/>
              <a:gd name="connsiteY6-266" fmla="*/ 1520307 h 1520307"/>
              <a:gd name="connsiteX7-267" fmla="*/ 88653 w 1478442"/>
              <a:gd name="connsiteY7-268" fmla="*/ 1477030 h 1520307"/>
              <a:gd name="connsiteX8-269" fmla="*/ 22506 w 1478442"/>
              <a:gd name="connsiteY8-270" fmla="*/ 1227173 h 1520307"/>
              <a:gd name="connsiteX9-271" fmla="*/ 1074 w 1478442"/>
              <a:gd name="connsiteY9-272" fmla="*/ 1048579 h 1520307"/>
              <a:gd name="connsiteX10-273" fmla="*/ 22506 w 1478442"/>
              <a:gd name="connsiteY10-274" fmla="*/ 772354 h 1520307"/>
              <a:gd name="connsiteX11-275" fmla="*/ 179668 w 1478442"/>
              <a:gd name="connsiteY11-276" fmla="*/ 467554 h 1520307"/>
              <a:gd name="connsiteX12-277" fmla="*/ 341593 w 1478442"/>
              <a:gd name="connsiteY12-278" fmla="*/ 246098 h 1520307"/>
              <a:gd name="connsiteX13-279" fmla="*/ 691637 w 1478442"/>
              <a:gd name="connsiteY13-280" fmla="*/ 36548 h 1520307"/>
              <a:gd name="connsiteX0-281" fmla="*/ 1478442 w 1478442"/>
              <a:gd name="connsiteY0-282" fmla="*/ 82463 h 1520307"/>
              <a:gd name="connsiteX1-283" fmla="*/ 1477107 w 1478442"/>
              <a:gd name="connsiteY1-284" fmla="*/ 81820 h 1520307"/>
              <a:gd name="connsiteX2-285" fmla="*/ 1071840 w 1478442"/>
              <a:gd name="connsiteY2-286" fmla="*/ 0 h 1520307"/>
              <a:gd name="connsiteX3-287" fmla="*/ 30679 w 1478442"/>
              <a:gd name="connsiteY3-288" fmla="*/ 1041161 h 1520307"/>
              <a:gd name="connsiteX4-289" fmla="*/ 112499 w 1478442"/>
              <a:gd name="connsiteY4-290" fmla="*/ 1446428 h 1520307"/>
              <a:gd name="connsiteX5-291" fmla="*/ 140862 w 1478442"/>
              <a:gd name="connsiteY5-292" fmla="*/ 1505306 h 1520307"/>
              <a:gd name="connsiteX6-293" fmla="*/ 99876 w 1478442"/>
              <a:gd name="connsiteY6-294" fmla="*/ 1520307 h 1520307"/>
              <a:gd name="connsiteX7-295" fmla="*/ 88653 w 1478442"/>
              <a:gd name="connsiteY7-296" fmla="*/ 1477030 h 1520307"/>
              <a:gd name="connsiteX8-297" fmla="*/ 22506 w 1478442"/>
              <a:gd name="connsiteY8-298" fmla="*/ 1227173 h 1520307"/>
              <a:gd name="connsiteX9-299" fmla="*/ 1074 w 1478442"/>
              <a:gd name="connsiteY9-300" fmla="*/ 1048579 h 1520307"/>
              <a:gd name="connsiteX10-301" fmla="*/ 22506 w 1478442"/>
              <a:gd name="connsiteY10-302" fmla="*/ 772354 h 1520307"/>
              <a:gd name="connsiteX11-303" fmla="*/ 179668 w 1478442"/>
              <a:gd name="connsiteY11-304" fmla="*/ 467554 h 1520307"/>
              <a:gd name="connsiteX12-305" fmla="*/ 341593 w 1478442"/>
              <a:gd name="connsiteY12-306" fmla="*/ 246098 h 1520307"/>
              <a:gd name="connsiteX0-307" fmla="*/ 1478442 w 1478442"/>
              <a:gd name="connsiteY0-308" fmla="*/ 82463 h 1520307"/>
              <a:gd name="connsiteX1-309" fmla="*/ 1477107 w 1478442"/>
              <a:gd name="connsiteY1-310" fmla="*/ 81820 h 1520307"/>
              <a:gd name="connsiteX2-311" fmla="*/ 1071840 w 1478442"/>
              <a:gd name="connsiteY2-312" fmla="*/ 0 h 1520307"/>
              <a:gd name="connsiteX3-313" fmla="*/ 30679 w 1478442"/>
              <a:gd name="connsiteY3-314" fmla="*/ 1041161 h 1520307"/>
              <a:gd name="connsiteX4-315" fmla="*/ 112499 w 1478442"/>
              <a:gd name="connsiteY4-316" fmla="*/ 1446428 h 1520307"/>
              <a:gd name="connsiteX5-317" fmla="*/ 140862 w 1478442"/>
              <a:gd name="connsiteY5-318" fmla="*/ 1505306 h 1520307"/>
              <a:gd name="connsiteX6-319" fmla="*/ 99876 w 1478442"/>
              <a:gd name="connsiteY6-320" fmla="*/ 1520307 h 1520307"/>
              <a:gd name="connsiteX7-321" fmla="*/ 88653 w 1478442"/>
              <a:gd name="connsiteY7-322" fmla="*/ 1477030 h 1520307"/>
              <a:gd name="connsiteX8-323" fmla="*/ 22506 w 1478442"/>
              <a:gd name="connsiteY8-324" fmla="*/ 1227173 h 1520307"/>
              <a:gd name="connsiteX9-325" fmla="*/ 1074 w 1478442"/>
              <a:gd name="connsiteY9-326" fmla="*/ 1048579 h 1520307"/>
              <a:gd name="connsiteX10-327" fmla="*/ 22506 w 1478442"/>
              <a:gd name="connsiteY10-328" fmla="*/ 772354 h 1520307"/>
              <a:gd name="connsiteX11-329" fmla="*/ 179668 w 1478442"/>
              <a:gd name="connsiteY11-330" fmla="*/ 467554 h 1520307"/>
              <a:gd name="connsiteX0-331" fmla="*/ 1478442 w 1478442"/>
              <a:gd name="connsiteY0-332" fmla="*/ 82463 h 1520307"/>
              <a:gd name="connsiteX1-333" fmla="*/ 1477107 w 1478442"/>
              <a:gd name="connsiteY1-334" fmla="*/ 81820 h 1520307"/>
              <a:gd name="connsiteX2-335" fmla="*/ 1071840 w 1478442"/>
              <a:gd name="connsiteY2-336" fmla="*/ 0 h 1520307"/>
              <a:gd name="connsiteX3-337" fmla="*/ 30679 w 1478442"/>
              <a:gd name="connsiteY3-338" fmla="*/ 1041161 h 1520307"/>
              <a:gd name="connsiteX4-339" fmla="*/ 112499 w 1478442"/>
              <a:gd name="connsiteY4-340" fmla="*/ 1446428 h 1520307"/>
              <a:gd name="connsiteX5-341" fmla="*/ 140862 w 1478442"/>
              <a:gd name="connsiteY5-342" fmla="*/ 1505306 h 1520307"/>
              <a:gd name="connsiteX6-343" fmla="*/ 99876 w 1478442"/>
              <a:gd name="connsiteY6-344" fmla="*/ 1520307 h 1520307"/>
              <a:gd name="connsiteX7-345" fmla="*/ 88653 w 1478442"/>
              <a:gd name="connsiteY7-346" fmla="*/ 1477030 h 1520307"/>
              <a:gd name="connsiteX8-347" fmla="*/ 22506 w 1478442"/>
              <a:gd name="connsiteY8-348" fmla="*/ 1227173 h 1520307"/>
              <a:gd name="connsiteX9-349" fmla="*/ 1074 w 1478442"/>
              <a:gd name="connsiteY9-350" fmla="*/ 1048579 h 1520307"/>
              <a:gd name="connsiteX10-351" fmla="*/ 22506 w 1478442"/>
              <a:gd name="connsiteY10-352" fmla="*/ 772354 h 1520307"/>
              <a:gd name="connsiteX0-353" fmla="*/ 1477368 w 1477368"/>
              <a:gd name="connsiteY0-354" fmla="*/ 82463 h 1520307"/>
              <a:gd name="connsiteX1-355" fmla="*/ 1476033 w 1477368"/>
              <a:gd name="connsiteY1-356" fmla="*/ 81820 h 1520307"/>
              <a:gd name="connsiteX2-357" fmla="*/ 1070766 w 1477368"/>
              <a:gd name="connsiteY2-358" fmla="*/ 0 h 1520307"/>
              <a:gd name="connsiteX3-359" fmla="*/ 29605 w 1477368"/>
              <a:gd name="connsiteY3-360" fmla="*/ 1041161 h 1520307"/>
              <a:gd name="connsiteX4-361" fmla="*/ 111425 w 1477368"/>
              <a:gd name="connsiteY4-362" fmla="*/ 1446428 h 1520307"/>
              <a:gd name="connsiteX5-363" fmla="*/ 139788 w 1477368"/>
              <a:gd name="connsiteY5-364" fmla="*/ 1505306 h 1520307"/>
              <a:gd name="connsiteX6-365" fmla="*/ 98802 w 1477368"/>
              <a:gd name="connsiteY6-366" fmla="*/ 1520307 h 1520307"/>
              <a:gd name="connsiteX7-367" fmla="*/ 87579 w 1477368"/>
              <a:gd name="connsiteY7-368" fmla="*/ 1477030 h 1520307"/>
              <a:gd name="connsiteX8-369" fmla="*/ 21432 w 1477368"/>
              <a:gd name="connsiteY8-370" fmla="*/ 1227173 h 1520307"/>
              <a:gd name="connsiteX9-371" fmla="*/ 0 w 1477368"/>
              <a:gd name="connsiteY9-372" fmla="*/ 1048579 h 1520307"/>
              <a:gd name="connsiteX0-373" fmla="*/ 1455936 w 1455936"/>
              <a:gd name="connsiteY0-374" fmla="*/ 82463 h 1520307"/>
              <a:gd name="connsiteX1-375" fmla="*/ 1454601 w 1455936"/>
              <a:gd name="connsiteY1-376" fmla="*/ 81820 h 1520307"/>
              <a:gd name="connsiteX2-377" fmla="*/ 1049334 w 1455936"/>
              <a:gd name="connsiteY2-378" fmla="*/ 0 h 1520307"/>
              <a:gd name="connsiteX3-379" fmla="*/ 8173 w 1455936"/>
              <a:gd name="connsiteY3-380" fmla="*/ 1041161 h 1520307"/>
              <a:gd name="connsiteX4-381" fmla="*/ 89993 w 1455936"/>
              <a:gd name="connsiteY4-382" fmla="*/ 1446428 h 1520307"/>
              <a:gd name="connsiteX5-383" fmla="*/ 118356 w 1455936"/>
              <a:gd name="connsiteY5-384" fmla="*/ 1505306 h 1520307"/>
              <a:gd name="connsiteX6-385" fmla="*/ 77370 w 1455936"/>
              <a:gd name="connsiteY6-386" fmla="*/ 1520307 h 1520307"/>
              <a:gd name="connsiteX7-387" fmla="*/ 66147 w 1455936"/>
              <a:gd name="connsiteY7-388" fmla="*/ 1477030 h 1520307"/>
              <a:gd name="connsiteX8-389" fmla="*/ 0 w 1455936"/>
              <a:gd name="connsiteY8-390" fmla="*/ 1227173 h 1520307"/>
              <a:gd name="connsiteX0-391" fmla="*/ 1447763 w 1447763"/>
              <a:gd name="connsiteY0-392" fmla="*/ 82463 h 1520307"/>
              <a:gd name="connsiteX1-393" fmla="*/ 1446428 w 1447763"/>
              <a:gd name="connsiteY1-394" fmla="*/ 81820 h 1520307"/>
              <a:gd name="connsiteX2-395" fmla="*/ 1041161 w 1447763"/>
              <a:gd name="connsiteY2-396" fmla="*/ 0 h 1520307"/>
              <a:gd name="connsiteX3-397" fmla="*/ 0 w 1447763"/>
              <a:gd name="connsiteY3-398" fmla="*/ 1041161 h 1520307"/>
              <a:gd name="connsiteX4-399" fmla="*/ 81820 w 1447763"/>
              <a:gd name="connsiteY4-400" fmla="*/ 1446428 h 1520307"/>
              <a:gd name="connsiteX5-401" fmla="*/ 110183 w 1447763"/>
              <a:gd name="connsiteY5-402" fmla="*/ 1505306 h 1520307"/>
              <a:gd name="connsiteX6-403" fmla="*/ 69197 w 1447763"/>
              <a:gd name="connsiteY6-404" fmla="*/ 1520307 h 1520307"/>
              <a:gd name="connsiteX7-405" fmla="*/ 57974 w 1447763"/>
              <a:gd name="connsiteY7-406" fmla="*/ 1477030 h 1520307"/>
              <a:gd name="connsiteX0-407" fmla="*/ 1447763 w 1447763"/>
              <a:gd name="connsiteY0-408" fmla="*/ 82463 h 1520307"/>
              <a:gd name="connsiteX1-409" fmla="*/ 1446428 w 1447763"/>
              <a:gd name="connsiteY1-410" fmla="*/ 81820 h 1520307"/>
              <a:gd name="connsiteX2-411" fmla="*/ 1041161 w 1447763"/>
              <a:gd name="connsiteY2-412" fmla="*/ 0 h 1520307"/>
              <a:gd name="connsiteX3-413" fmla="*/ 0 w 1447763"/>
              <a:gd name="connsiteY3-414" fmla="*/ 1041161 h 1520307"/>
              <a:gd name="connsiteX4-415" fmla="*/ 81820 w 1447763"/>
              <a:gd name="connsiteY4-416" fmla="*/ 1446428 h 1520307"/>
              <a:gd name="connsiteX5-417" fmla="*/ 110183 w 1447763"/>
              <a:gd name="connsiteY5-418" fmla="*/ 1505306 h 1520307"/>
              <a:gd name="connsiteX6-419" fmla="*/ 69197 w 1447763"/>
              <a:gd name="connsiteY6-420" fmla="*/ 1520307 h 1520307"/>
              <a:gd name="connsiteX0-421" fmla="*/ 1447763 w 1447763"/>
              <a:gd name="connsiteY0-422" fmla="*/ 82463 h 1505306"/>
              <a:gd name="connsiteX1-423" fmla="*/ 1446428 w 1447763"/>
              <a:gd name="connsiteY1-424" fmla="*/ 81820 h 1505306"/>
              <a:gd name="connsiteX2-425" fmla="*/ 1041161 w 1447763"/>
              <a:gd name="connsiteY2-426" fmla="*/ 0 h 1505306"/>
              <a:gd name="connsiteX3-427" fmla="*/ 0 w 1447763"/>
              <a:gd name="connsiteY3-428" fmla="*/ 1041161 h 1505306"/>
              <a:gd name="connsiteX4-429" fmla="*/ 81820 w 1447763"/>
              <a:gd name="connsiteY4-430" fmla="*/ 1446428 h 1505306"/>
              <a:gd name="connsiteX5-431" fmla="*/ 110183 w 1447763"/>
              <a:gd name="connsiteY5-432" fmla="*/ 1505306 h 15053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5" name="任意多边形: 形状 14"/>
          <p:cNvSpPr>
            <a:spLocks noChangeAspect="1"/>
          </p:cNvSpPr>
          <p:nvPr>
            <p:custDataLst>
              <p:tags r:id="rId37"/>
            </p:custDataLst>
          </p:nvPr>
        </p:nvSpPr>
        <p:spPr>
          <a:xfrm rot="11361091">
            <a:off x="1460500" y="1511300"/>
            <a:ext cx="204470" cy="213995"/>
          </a:xfrm>
          <a:custGeom>
            <a:avLst/>
            <a:gdLst>
              <a:gd name="connsiteX0" fmla="*/ 204370 w 204370"/>
              <a:gd name="connsiteY0" fmla="*/ 0 h 213748"/>
              <a:gd name="connsiteX1" fmla="*/ 202904 w 204370"/>
              <a:gd name="connsiteY1" fmla="*/ 1961 h 213748"/>
              <a:gd name="connsiteX2" fmla="*/ 56522 w 204370"/>
              <a:gd name="connsiteY2" fmla="*/ 163020 h 213748"/>
              <a:gd name="connsiteX3" fmla="*/ 706 w 204370"/>
              <a:gd name="connsiteY3" fmla="*/ 213748 h 213748"/>
              <a:gd name="connsiteX4" fmla="*/ 0 w 204370"/>
              <a:gd name="connsiteY4" fmla="*/ 206735 h 213748"/>
              <a:gd name="connsiteX5" fmla="*/ 165282 w 204370"/>
              <a:gd name="connsiteY5" fmla="*/ 3941 h 213748"/>
              <a:gd name="connsiteX6" fmla="*/ 204370 w 204370"/>
              <a:gd name="connsiteY6" fmla="*/ 0 h 213748"/>
              <a:gd name="connsiteX0-1" fmla="*/ 56522 w 204370"/>
              <a:gd name="connsiteY0-2" fmla="*/ 163020 h 254460"/>
              <a:gd name="connsiteX1-3" fmla="*/ 706 w 204370"/>
              <a:gd name="connsiteY1-4" fmla="*/ 213748 h 254460"/>
              <a:gd name="connsiteX2-5" fmla="*/ 0 w 204370"/>
              <a:gd name="connsiteY2-6" fmla="*/ 206735 h 254460"/>
              <a:gd name="connsiteX3-7" fmla="*/ 165282 w 204370"/>
              <a:gd name="connsiteY3-8" fmla="*/ 3941 h 254460"/>
              <a:gd name="connsiteX4-9" fmla="*/ 204370 w 204370"/>
              <a:gd name="connsiteY4-10" fmla="*/ 0 h 254460"/>
              <a:gd name="connsiteX5-11" fmla="*/ 202904 w 204370"/>
              <a:gd name="connsiteY5-12" fmla="*/ 1961 h 254460"/>
              <a:gd name="connsiteX6-13" fmla="*/ 147962 w 204370"/>
              <a:gd name="connsiteY6-14" fmla="*/ 254460 h 254460"/>
              <a:gd name="connsiteX0-15" fmla="*/ 56522 w 204370"/>
              <a:gd name="connsiteY0-16" fmla="*/ 163020 h 213748"/>
              <a:gd name="connsiteX1-17" fmla="*/ 706 w 204370"/>
              <a:gd name="connsiteY1-18" fmla="*/ 213748 h 213748"/>
              <a:gd name="connsiteX2-19" fmla="*/ 0 w 204370"/>
              <a:gd name="connsiteY2-20" fmla="*/ 206735 h 213748"/>
              <a:gd name="connsiteX3-21" fmla="*/ 165282 w 204370"/>
              <a:gd name="connsiteY3-22" fmla="*/ 3941 h 213748"/>
              <a:gd name="connsiteX4-23" fmla="*/ 204370 w 204370"/>
              <a:gd name="connsiteY4-24" fmla="*/ 0 h 213748"/>
              <a:gd name="connsiteX5-25" fmla="*/ 202904 w 204370"/>
              <a:gd name="connsiteY5-26" fmla="*/ 1961 h 213748"/>
              <a:gd name="connsiteX0-27" fmla="*/ 706 w 204370"/>
              <a:gd name="connsiteY0-28" fmla="*/ 213748 h 213748"/>
              <a:gd name="connsiteX1-29" fmla="*/ 0 w 204370"/>
              <a:gd name="connsiteY1-30" fmla="*/ 206735 h 213748"/>
              <a:gd name="connsiteX2-31" fmla="*/ 165282 w 204370"/>
              <a:gd name="connsiteY2-32" fmla="*/ 3941 h 213748"/>
              <a:gd name="connsiteX3-33" fmla="*/ 204370 w 204370"/>
              <a:gd name="connsiteY3-34" fmla="*/ 0 h 213748"/>
              <a:gd name="connsiteX4-35" fmla="*/ 202904 w 204370"/>
              <a:gd name="connsiteY4-36" fmla="*/ 1961 h 2137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grpFill/>
          <a:ln>
            <a:solidFill>
              <a:schemeClr val="accent1">
                <a:alpha val="7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5" name="任意多边形: 形状 54"/>
          <p:cNvSpPr>
            <a:spLocks noChangeAspect="1"/>
          </p:cNvSpPr>
          <p:nvPr>
            <p:custDataLst>
              <p:tags r:id="rId38"/>
            </p:custDataLst>
          </p:nvPr>
        </p:nvSpPr>
        <p:spPr>
          <a:xfrm flipH="1">
            <a:off x="0" y="1895767"/>
            <a:ext cx="1493592" cy="3066466"/>
          </a:xfrm>
          <a:custGeom>
            <a:avLst/>
            <a:gdLst>
              <a:gd name="connsiteX0" fmla="*/ 1493592 w 1493592"/>
              <a:gd name="connsiteY0" fmla="*/ 0 h 3066466"/>
              <a:gd name="connsiteX1" fmla="*/ 1227781 w 1493592"/>
              <a:gd name="connsiteY1" fmla="*/ 26796 h 3066466"/>
              <a:gd name="connsiteX2" fmla="*/ 0 w 1493592"/>
              <a:gd name="connsiteY2" fmla="*/ 1533233 h 3066466"/>
              <a:gd name="connsiteX3" fmla="*/ 1227781 w 1493592"/>
              <a:gd name="connsiteY3" fmla="*/ 3039670 h 3066466"/>
              <a:gd name="connsiteX4" fmla="*/ 1493592 w 1493592"/>
              <a:gd name="connsiteY4" fmla="*/ 3066466 h 3066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592" h="3066466">
                <a:moveTo>
                  <a:pt x="1493592" y="0"/>
                </a:moveTo>
                <a:lnTo>
                  <a:pt x="1227781" y="26796"/>
                </a:lnTo>
                <a:cubicBezTo>
                  <a:pt x="527088" y="170179"/>
                  <a:pt x="0" y="790152"/>
                  <a:pt x="0" y="1533233"/>
                </a:cubicBezTo>
                <a:cubicBezTo>
                  <a:pt x="0" y="2276315"/>
                  <a:pt x="527088" y="2896288"/>
                  <a:pt x="1227781" y="3039670"/>
                </a:cubicBezTo>
                <a:lnTo>
                  <a:pt x="1493592" y="3066466"/>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ctrTitle" hasCustomPrompt="1"/>
            <p:custDataLst>
              <p:tags r:id="rId39"/>
            </p:custDataLst>
          </p:nvPr>
        </p:nvSpPr>
        <p:spPr>
          <a:xfrm>
            <a:off x="5724428" y="2081756"/>
            <a:ext cx="5101738" cy="1384397"/>
          </a:xfrm>
        </p:spPr>
        <p:txBody>
          <a:bodyPr wrap="square" anchor="b">
            <a:normAutofit/>
          </a:bodyPr>
          <a:lstStyle>
            <a:lvl1pPr algn="r">
              <a:lnSpc>
                <a:spcPct val="100000"/>
              </a:lnSpc>
              <a:defRPr sz="6600">
                <a:solidFill>
                  <a:schemeClr val="tx1"/>
                </a:solidFill>
              </a:defRPr>
            </a:lvl1pPr>
          </a:lstStyle>
          <a:p>
            <a:r>
              <a:rPr lang="zh-CN" altLang="en-US" dirty="0"/>
              <a:t>编辑母版标题</a:t>
            </a:r>
            <a:endParaRPr lang="zh-CN" altLang="en-US" dirty="0"/>
          </a:p>
        </p:txBody>
      </p:sp>
      <p:sp>
        <p:nvSpPr>
          <p:cNvPr id="3" name="副标题 2"/>
          <p:cNvSpPr>
            <a:spLocks noGrp="1"/>
          </p:cNvSpPr>
          <p:nvPr>
            <p:ph type="subTitle" idx="1" hasCustomPrompt="1"/>
            <p:custDataLst>
              <p:tags r:id="rId40"/>
            </p:custDataLst>
          </p:nvPr>
        </p:nvSpPr>
        <p:spPr>
          <a:xfrm>
            <a:off x="5724428" y="3655377"/>
            <a:ext cx="5101738" cy="972000"/>
          </a:xfrm>
        </p:spPr>
        <p:txBody>
          <a:bodyPr wrap="square">
            <a:normAutofit/>
          </a:bodyPr>
          <a:lstStyle>
            <a:lvl1pPr marL="0" indent="0" algn="r">
              <a:lnSpc>
                <a:spcPct val="100000"/>
              </a:lnSpc>
              <a:buNone/>
              <a:defRPr sz="4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41"/>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2"/>
            </p:custDataLst>
          </p:nvPr>
        </p:nvSpPr>
        <p:spPr/>
        <p:txBody>
          <a:bodyPr/>
          <a:lstStyle/>
          <a:p>
            <a:endParaRPr lang="zh-CN" altLang="en-US"/>
          </a:p>
        </p:txBody>
      </p:sp>
      <p:sp>
        <p:nvSpPr>
          <p:cNvPr id="6" name="灯片编号占位符 5"/>
          <p:cNvSpPr>
            <a:spLocks noGrp="1"/>
          </p:cNvSpPr>
          <p:nvPr>
            <p:ph type="sldNum" sz="quarter" idx="12"/>
            <p:custDataLst>
              <p:tags r:id="rId43"/>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44"/>
            </p:custDataLst>
          </p:nvPr>
        </p:nvSpPr>
        <p:spPr>
          <a:xfrm>
            <a:off x="7946166" y="822786"/>
            <a:ext cx="2880000" cy="504000"/>
          </a:xfrm>
        </p:spPr>
        <p:txBody>
          <a:bodyPr wrap="square" anchor="ctr">
            <a:normAutofit/>
          </a:bodyPr>
          <a:lstStyle>
            <a:lvl1pPr marL="0" indent="0" algn="r">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45"/>
            </p:custDataLst>
          </p:nvPr>
        </p:nvSpPr>
        <p:spPr>
          <a:xfrm>
            <a:off x="7946166" y="5399597"/>
            <a:ext cx="2880000" cy="504000"/>
          </a:xfrm>
        </p:spPr>
        <p:txBody>
          <a:bodyPr wrap="square" anchor="ctr">
            <a:normAutofit/>
          </a:bodyPr>
          <a:lstStyle>
            <a:lvl1pPr marL="0" indent="0" algn="r">
              <a:lnSpc>
                <a:spcPct val="100000"/>
              </a:lnSpc>
              <a:buNone/>
              <a:defRPr sz="2000" b="1">
                <a:solidFill>
                  <a:schemeClr val="tx1">
                    <a:lumMod val="85000"/>
                    <a:lumOff val="15000"/>
                  </a:schemeClr>
                </a:solidFill>
              </a:defRPr>
            </a:lvl1pPr>
          </a:lstStyle>
          <a:p>
            <a:pPr lvl="0"/>
            <a:r>
              <a:rPr lang="zh-CN" altLang="en-US" dirty="0"/>
              <a:t>署名</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202.xml"/><Relationship Id="rId13" Type="http://schemas.openxmlformats.org/officeDocument/2006/relationships/tags" Target="../tags/tag203.xml"/><Relationship Id="rId14" Type="http://schemas.openxmlformats.org/officeDocument/2006/relationships/tags" Target="../tags/tag204.xml"/><Relationship Id="rId15" Type="http://schemas.openxmlformats.org/officeDocument/2006/relationships/tags" Target="../tags/tag205.xml"/><Relationship Id="rId16" Type="http://schemas.openxmlformats.org/officeDocument/2006/relationships/tags" Target="../tags/tag206.xml"/><Relationship Id="rId17" Type="http://schemas.openxmlformats.org/officeDocument/2006/relationships/tags" Target="../tags/tag207.xml"/><Relationship Id="rId18" Type="http://schemas.openxmlformats.org/officeDocument/2006/relationships/tags" Target="../tags/tag208.xml"/><Relationship Id="rId19" Type="http://schemas.openxmlformats.org/officeDocument/2006/relationships/tags" Target="../tags/tag209.xml"/><Relationship Id="rId20" Type="http://schemas.openxmlformats.org/officeDocument/2006/relationships/tags" Target="../tags/tag210.xml"/><Relationship Id="rId21" Type="http://schemas.openxmlformats.org/officeDocument/2006/relationships/tags" Target="../tags/tag211.xml"/><Relationship Id="rId22" Type="http://schemas.openxmlformats.org/officeDocument/2006/relationships/tags" Target="../tags/tag212.xml"/><Relationship Id="rId23" Type="http://schemas.openxmlformats.org/officeDocument/2006/relationships/tags" Target="../tags/tag213.xml"/><Relationship Id="rId24" Type="http://schemas.openxmlformats.org/officeDocument/2006/relationships/tags" Target="../tags/tag214.xml"/><Relationship Id="rId25" Type="http://schemas.openxmlformats.org/officeDocument/2006/relationships/tags" Target="../tags/tag215.xml"/><Relationship Id="rId26" Type="http://schemas.openxmlformats.org/officeDocument/2006/relationships/tags" Target="../tags/tag216.xml"/><Relationship Id="rId27" Type="http://schemas.openxmlformats.org/officeDocument/2006/relationships/tags" Target="../tags/tag217.xml"/><Relationship Id="rId28" Type="http://schemas.openxmlformats.org/officeDocument/2006/relationships/tags" Target="../tags/tag218.xml"/><Relationship Id="rId29" Type="http://schemas.openxmlformats.org/officeDocument/2006/relationships/tags" Target="../tags/tag219.xml"/><Relationship Id="rId30" Type="http://schemas.openxmlformats.org/officeDocument/2006/relationships/tags" Target="../tags/tag220.xml"/><Relationship Id="rId31" Type="http://schemas.openxmlformats.org/officeDocument/2006/relationships/tags" Target="../tags/tag221.xml"/><Relationship Id="rId32" Type="http://schemas.openxmlformats.org/officeDocument/2006/relationships/tags" Target="../tags/tag222.xml"/><Relationship Id="rId33" Type="http://schemas.openxmlformats.org/officeDocument/2006/relationships/tags" Target="../tags/tag223.xml"/><Relationship Id="rId34" Type="http://schemas.openxmlformats.org/officeDocument/2006/relationships/tags" Target="../tags/tag224.xml"/><Relationship Id="rId35" Type="http://schemas.openxmlformats.org/officeDocument/2006/relationships/tags" Target="../tags/tag225.xml"/><Relationship Id="rId36" Type="http://schemas.openxmlformats.org/officeDocument/2006/relationships/tags" Target="../tags/tag226.xml"/><Relationship Id="rId37" Type="http://schemas.openxmlformats.org/officeDocument/2006/relationships/tags" Target="../tags/tag227.xml"/><Relationship Id="rId38" Type="http://schemas.openxmlformats.org/officeDocument/2006/relationships/tags" Target="../tags/tag228.xml"/><Relationship Id="rId39" Type="http://schemas.openxmlformats.org/officeDocument/2006/relationships/tags" Target="../tags/tag229.xml"/><Relationship Id="rId40" Type="http://schemas.openxmlformats.org/officeDocument/2006/relationships/tags" Target="../tags/tag230.xml"/><Relationship Id="rId41" Type="http://schemas.openxmlformats.org/officeDocument/2006/relationships/tags" Target="../tags/tag231.xml"/><Relationship Id="rId42" Type="http://schemas.openxmlformats.org/officeDocument/2006/relationships/tags" Target="../tags/tag232.xml"/><Relationship Id="rId43" Type="http://schemas.openxmlformats.org/officeDocument/2006/relationships/tags" Target="../tags/tag233.xml"/><Relationship Id="rId44" Type="http://schemas.openxmlformats.org/officeDocument/2006/relationships/tags" Target="../tags/tag234.xml"/><Relationship Id="rId45" Type="http://schemas.openxmlformats.org/officeDocument/2006/relationships/tags" Target="../tags/tag235.xml"/><Relationship Id="rId46" Type="http://schemas.openxmlformats.org/officeDocument/2006/relationships/tags" Target="../tags/tag236.xml"/><Relationship Id="rId47" Type="http://schemas.openxmlformats.org/officeDocument/2006/relationships/tags" Target="../tags/tag237.xml"/><Relationship Id="rId48" Type="http://schemas.openxmlformats.org/officeDocument/2006/relationships/tags" Target="../tags/tag238.xml"/><Relationship Id="rId49" Type="http://schemas.openxmlformats.org/officeDocument/2006/relationships/tags" Target="../tags/tag239.xml"/><Relationship Id="rId50" Type="http://schemas.openxmlformats.org/officeDocument/2006/relationships/tags" Target="../tags/tag240.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1" name="任意多边形: 形状 80"/>
          <p:cNvSpPr>
            <a:spLocks noChangeAspect="1"/>
          </p:cNvSpPr>
          <p:nvPr>
            <p:custDataLst>
              <p:tags r:id="rId17"/>
            </p:custDataLst>
          </p:nvPr>
        </p:nvSpPr>
        <p:spPr>
          <a:xfrm rot="10505744" flipH="1">
            <a:off x="10573385" y="-62230"/>
            <a:ext cx="1544955" cy="1835785"/>
          </a:xfrm>
          <a:custGeom>
            <a:avLst/>
            <a:gdLst>
              <a:gd name="connsiteX0" fmla="*/ 2792134 w 2862847"/>
              <a:gd name="connsiteY0" fmla="*/ 114232 h 1836002"/>
              <a:gd name="connsiteX1" fmla="*/ 2862847 w 2862847"/>
              <a:gd name="connsiteY1" fmla="*/ 38959 h 1836002"/>
              <a:gd name="connsiteX2" fmla="*/ 2783173 w 2862847"/>
              <a:gd name="connsiteY2" fmla="*/ 9795 h 1836002"/>
              <a:gd name="connsiteX3" fmla="*/ 0 w 2862847"/>
              <a:gd name="connsiteY3" fmla="*/ 1836002 h 1836002"/>
              <a:gd name="connsiteX4" fmla="*/ 1277648 w 2862847"/>
              <a:gd name="connsiteY4" fmla="*/ 1726373 h 1836002"/>
              <a:gd name="connsiteX5" fmla="*/ 1658115 w 2862847"/>
              <a:gd name="connsiteY5" fmla="*/ 1321373 h 1836002"/>
              <a:gd name="connsiteX6" fmla="*/ 1544734 w 2862847"/>
              <a:gd name="connsiteY6" fmla="*/ 0 h 1836002"/>
              <a:gd name="connsiteX7" fmla="*/ 1397073 w 2862847"/>
              <a:gd name="connsiteY7" fmla="*/ 39891 h 1836002"/>
              <a:gd name="connsiteX8" fmla="*/ 32427 w 2862847"/>
              <a:gd name="connsiteY8" fmla="*/ 1623501 h 1836002"/>
              <a:gd name="connsiteX0-1" fmla="*/ 2792134 w 2792134"/>
              <a:gd name="connsiteY0-2" fmla="*/ 114232 h 1836002"/>
              <a:gd name="connsiteX1-3" fmla="*/ 2783173 w 2792134"/>
              <a:gd name="connsiteY1-4" fmla="*/ 9795 h 1836002"/>
              <a:gd name="connsiteX2-5" fmla="*/ 2792134 w 2792134"/>
              <a:gd name="connsiteY2-6" fmla="*/ 114232 h 1836002"/>
              <a:gd name="connsiteX3-7" fmla="*/ 0 w 2792134"/>
              <a:gd name="connsiteY3-8" fmla="*/ 1836002 h 1836002"/>
              <a:gd name="connsiteX4-9" fmla="*/ 1277648 w 2792134"/>
              <a:gd name="connsiteY4-10" fmla="*/ 1726373 h 1836002"/>
              <a:gd name="connsiteX5-11" fmla="*/ 1658115 w 2792134"/>
              <a:gd name="connsiteY5-12" fmla="*/ 1321373 h 1836002"/>
              <a:gd name="connsiteX6-13" fmla="*/ 1544734 w 2792134"/>
              <a:gd name="connsiteY6-14" fmla="*/ 0 h 1836002"/>
              <a:gd name="connsiteX7-15" fmla="*/ 1397073 w 2792134"/>
              <a:gd name="connsiteY7-16" fmla="*/ 39891 h 1836002"/>
              <a:gd name="connsiteX8-17" fmla="*/ 32427 w 2792134"/>
              <a:gd name="connsiteY8-18" fmla="*/ 1623501 h 1836002"/>
              <a:gd name="connsiteX9" fmla="*/ 0 w 2792134"/>
              <a:gd name="connsiteY9" fmla="*/ 1836002 h 1836002"/>
              <a:gd name="connsiteX0-19" fmla="*/ 0 w 1658115"/>
              <a:gd name="connsiteY0-20" fmla="*/ 1836002 h 1836002"/>
              <a:gd name="connsiteX1-21" fmla="*/ 1277648 w 1658115"/>
              <a:gd name="connsiteY1-22" fmla="*/ 1726373 h 1836002"/>
              <a:gd name="connsiteX2-23" fmla="*/ 1658115 w 1658115"/>
              <a:gd name="connsiteY2-24" fmla="*/ 1321373 h 1836002"/>
              <a:gd name="connsiteX3-25" fmla="*/ 1544734 w 1658115"/>
              <a:gd name="connsiteY3-26" fmla="*/ 0 h 1836002"/>
              <a:gd name="connsiteX4-27" fmla="*/ 1397073 w 1658115"/>
              <a:gd name="connsiteY4-28" fmla="*/ 39891 h 1836002"/>
              <a:gd name="connsiteX5-29" fmla="*/ 32427 w 1658115"/>
              <a:gd name="connsiteY5-30" fmla="*/ 1623501 h 1836002"/>
              <a:gd name="connsiteX6-31" fmla="*/ 0 w 1658115"/>
              <a:gd name="connsiteY6-32" fmla="*/ 1836002 h 1836002"/>
              <a:gd name="connsiteX0-33" fmla="*/ 0 w 1658115"/>
              <a:gd name="connsiteY0-34" fmla="*/ 1836002 h 1836002"/>
              <a:gd name="connsiteX1-35" fmla="*/ 1658115 w 1658115"/>
              <a:gd name="connsiteY1-36" fmla="*/ 1321373 h 1836002"/>
              <a:gd name="connsiteX2-37" fmla="*/ 1544734 w 1658115"/>
              <a:gd name="connsiteY2-38" fmla="*/ 0 h 1836002"/>
              <a:gd name="connsiteX3-39" fmla="*/ 1397073 w 1658115"/>
              <a:gd name="connsiteY3-40" fmla="*/ 39891 h 1836002"/>
              <a:gd name="connsiteX4-41" fmla="*/ 32427 w 1658115"/>
              <a:gd name="connsiteY4-42" fmla="*/ 1623501 h 1836002"/>
              <a:gd name="connsiteX5-43" fmla="*/ 0 w 1658115"/>
              <a:gd name="connsiteY5-44" fmla="*/ 1836002 h 1836002"/>
              <a:gd name="connsiteX0-45" fmla="*/ 0 w 1544734"/>
              <a:gd name="connsiteY0-46" fmla="*/ 1836002 h 1836002"/>
              <a:gd name="connsiteX1-47" fmla="*/ 1544734 w 1544734"/>
              <a:gd name="connsiteY1-48" fmla="*/ 0 h 1836002"/>
              <a:gd name="connsiteX2-49" fmla="*/ 1397073 w 1544734"/>
              <a:gd name="connsiteY2-50" fmla="*/ 39891 h 1836002"/>
              <a:gd name="connsiteX3-51" fmla="*/ 32427 w 1544734"/>
              <a:gd name="connsiteY3-52" fmla="*/ 1623501 h 1836002"/>
              <a:gd name="connsiteX4-53" fmla="*/ 0 w 1544734"/>
              <a:gd name="connsiteY4-54" fmla="*/ 1836002 h 1836002"/>
              <a:gd name="connsiteX0-55" fmla="*/ 1544734 w 1636174"/>
              <a:gd name="connsiteY0-56" fmla="*/ 0 h 1836002"/>
              <a:gd name="connsiteX1-57" fmla="*/ 1397073 w 1636174"/>
              <a:gd name="connsiteY1-58" fmla="*/ 39891 h 1836002"/>
              <a:gd name="connsiteX2-59" fmla="*/ 32427 w 1636174"/>
              <a:gd name="connsiteY2-60" fmla="*/ 1623501 h 1836002"/>
              <a:gd name="connsiteX3-61" fmla="*/ 0 w 1636174"/>
              <a:gd name="connsiteY3-62" fmla="*/ 1836002 h 1836002"/>
              <a:gd name="connsiteX4-63" fmla="*/ 1636174 w 1636174"/>
              <a:gd name="connsiteY4-64" fmla="*/ 91440 h 1836002"/>
              <a:gd name="connsiteX0-65" fmla="*/ 1544734 w 1544734"/>
              <a:gd name="connsiteY0-66" fmla="*/ 0 h 1836002"/>
              <a:gd name="connsiteX1-67" fmla="*/ 1397073 w 1544734"/>
              <a:gd name="connsiteY1-68" fmla="*/ 39891 h 1836002"/>
              <a:gd name="connsiteX2-69" fmla="*/ 32427 w 1544734"/>
              <a:gd name="connsiteY2-70" fmla="*/ 1623501 h 1836002"/>
              <a:gd name="connsiteX3-71" fmla="*/ 0 w 1544734"/>
              <a:gd name="connsiteY3-72" fmla="*/ 1836002 h 1836002"/>
            </a:gdLst>
            <a:ahLst/>
            <a:cxnLst>
              <a:cxn ang="0">
                <a:pos x="connsiteX0-1" y="connsiteY0-2"/>
              </a:cxn>
              <a:cxn ang="0">
                <a:pos x="connsiteX1-3" y="connsiteY1-4"/>
              </a:cxn>
              <a:cxn ang="0">
                <a:pos x="connsiteX2-5" y="connsiteY2-6"/>
              </a:cxn>
              <a:cxn ang="0">
                <a:pos x="connsiteX3-7" y="connsiteY3-8"/>
              </a:cxn>
            </a:cxnLst>
            <a:rect l="l" t="t" r="r" b="b"/>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1" name="任意多边形: 形状 4"/>
          <p:cNvSpPr>
            <a:spLocks noChangeAspect="1"/>
          </p:cNvSpPr>
          <p:nvPr>
            <p:custDataLst>
              <p:tags r:id="rId18"/>
            </p:custDataLst>
          </p:nvPr>
        </p:nvSpPr>
        <p:spPr>
          <a:xfrm rot="10505744" flipH="1">
            <a:off x="7316470" y="3579495"/>
            <a:ext cx="1773555" cy="1884680"/>
          </a:xfrm>
          <a:custGeom>
            <a:avLst/>
            <a:gdLst>
              <a:gd name="connsiteX0" fmla="*/ 1207728 w 1207728"/>
              <a:gd name="connsiteY0" fmla="*/ 0 h 1283476"/>
              <a:gd name="connsiteX1" fmla="*/ 1136917 w 1207728"/>
              <a:gd name="connsiteY1" fmla="*/ 50355 h 1283476"/>
              <a:gd name="connsiteX2" fmla="*/ 79165 w 1207728"/>
              <a:gd name="connsiteY2" fmla="*/ 1159992 h 1283476"/>
              <a:gd name="connsiteX3" fmla="*/ 0 w 1207728"/>
              <a:gd name="connsiteY3" fmla="*/ 1283476 h 1283476"/>
              <a:gd name="connsiteX4" fmla="*/ 33836 w 1207728"/>
              <a:gd name="connsiteY4" fmla="*/ 1191031 h 1283476"/>
              <a:gd name="connsiteX5" fmla="*/ 1042541 w 1207728"/>
              <a:gd name="connsiteY5" fmla="*/ 79574 h 1283476"/>
              <a:gd name="connsiteX6" fmla="*/ 1207728 w 1207728"/>
              <a:gd name="connsiteY6" fmla="*/ 0 h 1283476"/>
              <a:gd name="connsiteX0-1" fmla="*/ 1042541 w 1207728"/>
              <a:gd name="connsiteY0-2" fmla="*/ 79574 h 1283476"/>
              <a:gd name="connsiteX1-3" fmla="*/ 1207728 w 1207728"/>
              <a:gd name="connsiteY1-4" fmla="*/ 0 h 1283476"/>
              <a:gd name="connsiteX2-5" fmla="*/ 1136917 w 1207728"/>
              <a:gd name="connsiteY2-6" fmla="*/ 50355 h 1283476"/>
              <a:gd name="connsiteX3-7" fmla="*/ 79165 w 1207728"/>
              <a:gd name="connsiteY3-8" fmla="*/ 1159992 h 1283476"/>
              <a:gd name="connsiteX4-9" fmla="*/ 0 w 1207728"/>
              <a:gd name="connsiteY4-10" fmla="*/ 1283476 h 1283476"/>
              <a:gd name="connsiteX5-11" fmla="*/ 33836 w 1207728"/>
              <a:gd name="connsiteY5-12" fmla="*/ 1191031 h 1283476"/>
              <a:gd name="connsiteX6-13" fmla="*/ 1133981 w 1207728"/>
              <a:gd name="connsiteY6-14" fmla="*/ 171014 h 1283476"/>
              <a:gd name="connsiteX0-15" fmla="*/ 1207728 w 1207728"/>
              <a:gd name="connsiteY0-16" fmla="*/ 0 h 1283476"/>
              <a:gd name="connsiteX1-17" fmla="*/ 1136917 w 1207728"/>
              <a:gd name="connsiteY1-18" fmla="*/ 50355 h 1283476"/>
              <a:gd name="connsiteX2-19" fmla="*/ 79165 w 1207728"/>
              <a:gd name="connsiteY2-20" fmla="*/ 1159992 h 1283476"/>
              <a:gd name="connsiteX3-21" fmla="*/ 0 w 1207728"/>
              <a:gd name="connsiteY3-22" fmla="*/ 1283476 h 1283476"/>
              <a:gd name="connsiteX4-23" fmla="*/ 33836 w 1207728"/>
              <a:gd name="connsiteY4-24" fmla="*/ 1191031 h 1283476"/>
              <a:gd name="connsiteX5-25" fmla="*/ 1133981 w 1207728"/>
              <a:gd name="connsiteY5-26" fmla="*/ 171014 h 1283476"/>
              <a:gd name="connsiteX0-27" fmla="*/ 1207728 w 1207728"/>
              <a:gd name="connsiteY0-28" fmla="*/ 0 h 1283476"/>
              <a:gd name="connsiteX1-29" fmla="*/ 1136917 w 1207728"/>
              <a:gd name="connsiteY1-30" fmla="*/ 50355 h 1283476"/>
              <a:gd name="connsiteX2-31" fmla="*/ 79165 w 1207728"/>
              <a:gd name="connsiteY2-32" fmla="*/ 1159992 h 1283476"/>
              <a:gd name="connsiteX3-33" fmla="*/ 0 w 1207728"/>
              <a:gd name="connsiteY3-34" fmla="*/ 1283476 h 1283476"/>
              <a:gd name="connsiteX4-35" fmla="*/ 33836 w 1207728"/>
              <a:gd name="connsiteY4-36" fmla="*/ 1191031 h 1283476"/>
              <a:gd name="connsiteX0-37" fmla="*/ 1207728 w 1207728"/>
              <a:gd name="connsiteY0-38" fmla="*/ 0 h 1283476"/>
              <a:gd name="connsiteX1-39" fmla="*/ 1136917 w 1207728"/>
              <a:gd name="connsiteY1-40" fmla="*/ 50355 h 1283476"/>
              <a:gd name="connsiteX2-41" fmla="*/ 79165 w 1207728"/>
              <a:gd name="connsiteY2-42" fmla="*/ 1159992 h 1283476"/>
              <a:gd name="connsiteX3-43" fmla="*/ 0 w 1207728"/>
              <a:gd name="connsiteY3-44" fmla="*/ 1283476 h 1283476"/>
            </a:gdLst>
            <a:ahLst/>
            <a:cxnLst>
              <a:cxn ang="0">
                <a:pos x="connsiteX0-1" y="connsiteY0-2"/>
              </a:cxn>
              <a:cxn ang="0">
                <a:pos x="connsiteX1-3" y="connsiteY1-4"/>
              </a:cxn>
              <a:cxn ang="0">
                <a:pos x="connsiteX2-5" y="connsiteY2-6"/>
              </a:cxn>
              <a:cxn ang="0">
                <a:pos x="connsiteX3-7" y="connsiteY3-8"/>
              </a:cxn>
            </a:cxnLst>
            <a:rect l="l" t="t" r="r" b="b"/>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 name="任意多边形: 形状 5"/>
          <p:cNvSpPr>
            <a:spLocks noChangeAspect="1"/>
          </p:cNvSpPr>
          <p:nvPr>
            <p:custDataLst>
              <p:tags r:id="rId19"/>
            </p:custDataLst>
          </p:nvPr>
        </p:nvSpPr>
        <p:spPr>
          <a:xfrm rot="10505744" flipH="1">
            <a:off x="7383145" y="709295"/>
            <a:ext cx="4324985" cy="4609465"/>
          </a:xfrm>
          <a:custGeom>
            <a:avLst/>
            <a:gdLst>
              <a:gd name="connsiteX0" fmla="*/ 2945236 w 3017844"/>
              <a:gd name="connsiteY0" fmla="*/ 0 h 3183247"/>
              <a:gd name="connsiteX1" fmla="*/ 3017844 w 3017844"/>
              <a:gd name="connsiteY1" fmla="*/ 38439 h 3183247"/>
              <a:gd name="connsiteX2" fmla="*/ 2924875 w 3017844"/>
              <a:gd name="connsiteY2" fmla="*/ 53684 h 3183247"/>
              <a:gd name="connsiteX3" fmla="*/ 2716516 w 3017844"/>
              <a:gd name="connsiteY3" fmla="*/ 109346 h 3183247"/>
              <a:gd name="connsiteX4" fmla="*/ 1643366 w 3017844"/>
              <a:gd name="connsiteY4" fmla="*/ 610996 h 3183247"/>
              <a:gd name="connsiteX5" fmla="*/ 855966 w 3017844"/>
              <a:gd name="connsiteY5" fmla="*/ 1341246 h 3183247"/>
              <a:gd name="connsiteX6" fmla="*/ 328916 w 3017844"/>
              <a:gd name="connsiteY6" fmla="*/ 2179446 h 3183247"/>
              <a:gd name="connsiteX7" fmla="*/ 30466 w 3017844"/>
              <a:gd name="connsiteY7" fmla="*/ 3170046 h 3183247"/>
              <a:gd name="connsiteX8" fmla="*/ 27504 w 3017844"/>
              <a:gd name="connsiteY8" fmla="*/ 3183247 h 3183247"/>
              <a:gd name="connsiteX9" fmla="*/ 0 w 3017844"/>
              <a:gd name="connsiteY9" fmla="*/ 3138693 h 3183247"/>
              <a:gd name="connsiteX10" fmla="*/ 1500 w 3017844"/>
              <a:gd name="connsiteY10" fmla="*/ 3126894 h 3183247"/>
              <a:gd name="connsiteX11" fmla="*/ 2800676 w 3017844"/>
              <a:gd name="connsiteY11" fmla="*/ 33364 h 3183247"/>
              <a:gd name="connsiteX12" fmla="*/ 2945236 w 3017844"/>
              <a:gd name="connsiteY12" fmla="*/ 0 h 3183247"/>
              <a:gd name="connsiteX0-1" fmla="*/ 328916 w 3017844"/>
              <a:gd name="connsiteY0-2" fmla="*/ 2179446 h 3183247"/>
              <a:gd name="connsiteX1-3" fmla="*/ 30466 w 3017844"/>
              <a:gd name="connsiteY1-4" fmla="*/ 3170046 h 3183247"/>
              <a:gd name="connsiteX2-5" fmla="*/ 27504 w 3017844"/>
              <a:gd name="connsiteY2-6" fmla="*/ 3183247 h 3183247"/>
              <a:gd name="connsiteX3-7" fmla="*/ 0 w 3017844"/>
              <a:gd name="connsiteY3-8" fmla="*/ 3138693 h 3183247"/>
              <a:gd name="connsiteX4-9" fmla="*/ 1500 w 3017844"/>
              <a:gd name="connsiteY4-10" fmla="*/ 3126894 h 3183247"/>
              <a:gd name="connsiteX5-11" fmla="*/ 2800676 w 3017844"/>
              <a:gd name="connsiteY5-12" fmla="*/ 33364 h 3183247"/>
              <a:gd name="connsiteX6-13" fmla="*/ 2945236 w 3017844"/>
              <a:gd name="connsiteY6-14" fmla="*/ 0 h 3183247"/>
              <a:gd name="connsiteX7-15" fmla="*/ 3017844 w 3017844"/>
              <a:gd name="connsiteY7-16" fmla="*/ 38439 h 3183247"/>
              <a:gd name="connsiteX8-17" fmla="*/ 2924875 w 3017844"/>
              <a:gd name="connsiteY8-18" fmla="*/ 53684 h 3183247"/>
              <a:gd name="connsiteX9-19" fmla="*/ 2716516 w 3017844"/>
              <a:gd name="connsiteY9-20" fmla="*/ 109346 h 3183247"/>
              <a:gd name="connsiteX10-21" fmla="*/ 1643366 w 3017844"/>
              <a:gd name="connsiteY10-22" fmla="*/ 610996 h 3183247"/>
              <a:gd name="connsiteX11-23" fmla="*/ 855966 w 3017844"/>
              <a:gd name="connsiteY11-24" fmla="*/ 1341246 h 3183247"/>
              <a:gd name="connsiteX12-25" fmla="*/ 420356 w 3017844"/>
              <a:gd name="connsiteY12-26" fmla="*/ 2270886 h 3183247"/>
              <a:gd name="connsiteX0-27" fmla="*/ 30466 w 3017844"/>
              <a:gd name="connsiteY0-28" fmla="*/ 3170046 h 3183247"/>
              <a:gd name="connsiteX1-29" fmla="*/ 27504 w 3017844"/>
              <a:gd name="connsiteY1-30" fmla="*/ 3183247 h 3183247"/>
              <a:gd name="connsiteX2-31" fmla="*/ 0 w 3017844"/>
              <a:gd name="connsiteY2-32" fmla="*/ 3138693 h 3183247"/>
              <a:gd name="connsiteX3-33" fmla="*/ 1500 w 3017844"/>
              <a:gd name="connsiteY3-34" fmla="*/ 3126894 h 3183247"/>
              <a:gd name="connsiteX4-35" fmla="*/ 2800676 w 3017844"/>
              <a:gd name="connsiteY4-36" fmla="*/ 33364 h 3183247"/>
              <a:gd name="connsiteX5-37" fmla="*/ 2945236 w 3017844"/>
              <a:gd name="connsiteY5-38" fmla="*/ 0 h 3183247"/>
              <a:gd name="connsiteX6-39" fmla="*/ 3017844 w 3017844"/>
              <a:gd name="connsiteY6-40" fmla="*/ 38439 h 3183247"/>
              <a:gd name="connsiteX7-41" fmla="*/ 2924875 w 3017844"/>
              <a:gd name="connsiteY7-42" fmla="*/ 53684 h 3183247"/>
              <a:gd name="connsiteX8-43" fmla="*/ 2716516 w 3017844"/>
              <a:gd name="connsiteY8-44" fmla="*/ 109346 h 3183247"/>
              <a:gd name="connsiteX9-45" fmla="*/ 1643366 w 3017844"/>
              <a:gd name="connsiteY9-46" fmla="*/ 610996 h 3183247"/>
              <a:gd name="connsiteX10-47" fmla="*/ 855966 w 3017844"/>
              <a:gd name="connsiteY10-48" fmla="*/ 1341246 h 3183247"/>
              <a:gd name="connsiteX11-49" fmla="*/ 420356 w 3017844"/>
              <a:gd name="connsiteY11-50" fmla="*/ 2270886 h 3183247"/>
              <a:gd name="connsiteX0-51" fmla="*/ 27504 w 3017844"/>
              <a:gd name="connsiteY0-52" fmla="*/ 3183247 h 3183247"/>
              <a:gd name="connsiteX1-53" fmla="*/ 0 w 3017844"/>
              <a:gd name="connsiteY1-54" fmla="*/ 3138693 h 3183247"/>
              <a:gd name="connsiteX2-55" fmla="*/ 1500 w 3017844"/>
              <a:gd name="connsiteY2-56" fmla="*/ 3126894 h 3183247"/>
              <a:gd name="connsiteX3-57" fmla="*/ 2800676 w 3017844"/>
              <a:gd name="connsiteY3-58" fmla="*/ 33364 h 3183247"/>
              <a:gd name="connsiteX4-59" fmla="*/ 2945236 w 3017844"/>
              <a:gd name="connsiteY4-60" fmla="*/ 0 h 3183247"/>
              <a:gd name="connsiteX5-61" fmla="*/ 3017844 w 3017844"/>
              <a:gd name="connsiteY5-62" fmla="*/ 38439 h 3183247"/>
              <a:gd name="connsiteX6-63" fmla="*/ 2924875 w 3017844"/>
              <a:gd name="connsiteY6-64" fmla="*/ 53684 h 3183247"/>
              <a:gd name="connsiteX7-65" fmla="*/ 2716516 w 3017844"/>
              <a:gd name="connsiteY7-66" fmla="*/ 109346 h 3183247"/>
              <a:gd name="connsiteX8-67" fmla="*/ 1643366 w 3017844"/>
              <a:gd name="connsiteY8-68" fmla="*/ 610996 h 3183247"/>
              <a:gd name="connsiteX9-69" fmla="*/ 855966 w 3017844"/>
              <a:gd name="connsiteY9-70" fmla="*/ 1341246 h 3183247"/>
              <a:gd name="connsiteX10-71" fmla="*/ 420356 w 3017844"/>
              <a:gd name="connsiteY10-72" fmla="*/ 2270886 h 3183247"/>
              <a:gd name="connsiteX0-73" fmla="*/ 0 w 3017844"/>
              <a:gd name="connsiteY0-74" fmla="*/ 3138693 h 3138693"/>
              <a:gd name="connsiteX1-75" fmla="*/ 1500 w 3017844"/>
              <a:gd name="connsiteY1-76" fmla="*/ 3126894 h 3138693"/>
              <a:gd name="connsiteX2-77" fmla="*/ 2800676 w 3017844"/>
              <a:gd name="connsiteY2-78" fmla="*/ 33364 h 3138693"/>
              <a:gd name="connsiteX3-79" fmla="*/ 2945236 w 3017844"/>
              <a:gd name="connsiteY3-80" fmla="*/ 0 h 3138693"/>
              <a:gd name="connsiteX4-81" fmla="*/ 3017844 w 3017844"/>
              <a:gd name="connsiteY4-82" fmla="*/ 38439 h 3138693"/>
              <a:gd name="connsiteX5-83" fmla="*/ 2924875 w 3017844"/>
              <a:gd name="connsiteY5-84" fmla="*/ 53684 h 3138693"/>
              <a:gd name="connsiteX6-85" fmla="*/ 2716516 w 3017844"/>
              <a:gd name="connsiteY6-86" fmla="*/ 109346 h 3138693"/>
              <a:gd name="connsiteX7-87" fmla="*/ 1643366 w 3017844"/>
              <a:gd name="connsiteY7-88" fmla="*/ 610996 h 3138693"/>
              <a:gd name="connsiteX8-89" fmla="*/ 855966 w 3017844"/>
              <a:gd name="connsiteY8-90" fmla="*/ 1341246 h 3138693"/>
              <a:gd name="connsiteX9-91" fmla="*/ 420356 w 3017844"/>
              <a:gd name="connsiteY9-92" fmla="*/ 2270886 h 3138693"/>
              <a:gd name="connsiteX0-93" fmla="*/ 0 w 3017844"/>
              <a:gd name="connsiteY0-94" fmla="*/ 3138693 h 3138693"/>
              <a:gd name="connsiteX1-95" fmla="*/ 1500 w 3017844"/>
              <a:gd name="connsiteY1-96" fmla="*/ 3126894 h 3138693"/>
              <a:gd name="connsiteX2-97" fmla="*/ 2800676 w 3017844"/>
              <a:gd name="connsiteY2-98" fmla="*/ 33364 h 3138693"/>
              <a:gd name="connsiteX3-99" fmla="*/ 2945236 w 3017844"/>
              <a:gd name="connsiteY3-100" fmla="*/ 0 h 3138693"/>
              <a:gd name="connsiteX4-101" fmla="*/ 3017844 w 3017844"/>
              <a:gd name="connsiteY4-102" fmla="*/ 38439 h 3138693"/>
              <a:gd name="connsiteX5-103" fmla="*/ 2924875 w 3017844"/>
              <a:gd name="connsiteY5-104" fmla="*/ 53684 h 3138693"/>
              <a:gd name="connsiteX6-105" fmla="*/ 2716516 w 3017844"/>
              <a:gd name="connsiteY6-106" fmla="*/ 109346 h 3138693"/>
              <a:gd name="connsiteX7-107" fmla="*/ 1643366 w 3017844"/>
              <a:gd name="connsiteY7-108" fmla="*/ 610996 h 3138693"/>
              <a:gd name="connsiteX8-109" fmla="*/ 855966 w 3017844"/>
              <a:gd name="connsiteY8-110" fmla="*/ 1341246 h 3138693"/>
              <a:gd name="connsiteX0-111" fmla="*/ 0 w 3017844"/>
              <a:gd name="connsiteY0-112" fmla="*/ 3138693 h 3138693"/>
              <a:gd name="connsiteX1-113" fmla="*/ 1500 w 3017844"/>
              <a:gd name="connsiteY1-114" fmla="*/ 3126894 h 3138693"/>
              <a:gd name="connsiteX2-115" fmla="*/ 2800676 w 3017844"/>
              <a:gd name="connsiteY2-116" fmla="*/ 33364 h 3138693"/>
              <a:gd name="connsiteX3-117" fmla="*/ 2945236 w 3017844"/>
              <a:gd name="connsiteY3-118" fmla="*/ 0 h 3138693"/>
              <a:gd name="connsiteX4-119" fmla="*/ 3017844 w 3017844"/>
              <a:gd name="connsiteY4-120" fmla="*/ 38439 h 3138693"/>
              <a:gd name="connsiteX5-121" fmla="*/ 2924875 w 3017844"/>
              <a:gd name="connsiteY5-122" fmla="*/ 53684 h 3138693"/>
              <a:gd name="connsiteX6-123" fmla="*/ 2716516 w 3017844"/>
              <a:gd name="connsiteY6-124" fmla="*/ 109346 h 3138693"/>
              <a:gd name="connsiteX7-125" fmla="*/ 1643366 w 3017844"/>
              <a:gd name="connsiteY7-126" fmla="*/ 610996 h 3138693"/>
              <a:gd name="connsiteX0-127" fmla="*/ 0 w 3017844"/>
              <a:gd name="connsiteY0-128" fmla="*/ 3138693 h 3138693"/>
              <a:gd name="connsiteX1-129" fmla="*/ 1500 w 3017844"/>
              <a:gd name="connsiteY1-130" fmla="*/ 3126894 h 3138693"/>
              <a:gd name="connsiteX2-131" fmla="*/ 2800676 w 3017844"/>
              <a:gd name="connsiteY2-132" fmla="*/ 33364 h 3138693"/>
              <a:gd name="connsiteX3-133" fmla="*/ 2945236 w 3017844"/>
              <a:gd name="connsiteY3-134" fmla="*/ 0 h 3138693"/>
              <a:gd name="connsiteX4-135" fmla="*/ 3017844 w 3017844"/>
              <a:gd name="connsiteY4-136" fmla="*/ 38439 h 3138693"/>
              <a:gd name="connsiteX5-137" fmla="*/ 2924875 w 3017844"/>
              <a:gd name="connsiteY5-138" fmla="*/ 53684 h 3138693"/>
              <a:gd name="connsiteX6-139" fmla="*/ 2716516 w 3017844"/>
              <a:gd name="connsiteY6-140" fmla="*/ 109346 h 3138693"/>
              <a:gd name="connsiteX0-141" fmla="*/ 0 w 3017844"/>
              <a:gd name="connsiteY0-142" fmla="*/ 3138693 h 3138693"/>
              <a:gd name="connsiteX1-143" fmla="*/ 1500 w 3017844"/>
              <a:gd name="connsiteY1-144" fmla="*/ 3126894 h 3138693"/>
              <a:gd name="connsiteX2-145" fmla="*/ 2800676 w 3017844"/>
              <a:gd name="connsiteY2-146" fmla="*/ 33364 h 3138693"/>
              <a:gd name="connsiteX3-147" fmla="*/ 2945236 w 3017844"/>
              <a:gd name="connsiteY3-148" fmla="*/ 0 h 3138693"/>
              <a:gd name="connsiteX4-149" fmla="*/ 3017844 w 3017844"/>
              <a:gd name="connsiteY4-150" fmla="*/ 38439 h 3138693"/>
              <a:gd name="connsiteX5-151" fmla="*/ 2924875 w 3017844"/>
              <a:gd name="connsiteY5-152" fmla="*/ 53684 h 3138693"/>
              <a:gd name="connsiteX0-153" fmla="*/ 0 w 3017844"/>
              <a:gd name="connsiteY0-154" fmla="*/ 3138693 h 3138693"/>
              <a:gd name="connsiteX1-155" fmla="*/ 1500 w 3017844"/>
              <a:gd name="connsiteY1-156" fmla="*/ 3126894 h 3138693"/>
              <a:gd name="connsiteX2-157" fmla="*/ 2800676 w 3017844"/>
              <a:gd name="connsiteY2-158" fmla="*/ 33364 h 3138693"/>
              <a:gd name="connsiteX3-159" fmla="*/ 2945236 w 3017844"/>
              <a:gd name="connsiteY3-160" fmla="*/ 0 h 3138693"/>
              <a:gd name="connsiteX4-161" fmla="*/ 3017844 w 3017844"/>
              <a:gd name="connsiteY4-162" fmla="*/ 38439 h 3138693"/>
              <a:gd name="connsiteX0-163" fmla="*/ 0 w 2945236"/>
              <a:gd name="connsiteY0-164" fmla="*/ 3138693 h 3138693"/>
              <a:gd name="connsiteX1-165" fmla="*/ 1500 w 2945236"/>
              <a:gd name="connsiteY1-166" fmla="*/ 3126894 h 3138693"/>
              <a:gd name="connsiteX2-167" fmla="*/ 2800676 w 2945236"/>
              <a:gd name="connsiteY2-168" fmla="*/ 33364 h 3138693"/>
              <a:gd name="connsiteX3-169" fmla="*/ 2945236 w 2945236"/>
              <a:gd name="connsiteY3-170" fmla="*/ 0 h 3138693"/>
            </a:gdLst>
            <a:ahLst/>
            <a:cxnLst>
              <a:cxn ang="0">
                <a:pos x="connsiteX0-1" y="connsiteY0-2"/>
              </a:cxn>
              <a:cxn ang="0">
                <a:pos x="connsiteX1-3" y="connsiteY1-4"/>
              </a:cxn>
              <a:cxn ang="0">
                <a:pos x="connsiteX2-5" y="connsiteY2-6"/>
              </a:cxn>
              <a:cxn ang="0">
                <a:pos x="connsiteX3-7" y="connsiteY3-8"/>
              </a:cxn>
            </a:cxnLst>
            <a:rect l="l" t="t" r="r" b="b"/>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3" name="任意多边形: 形状 6"/>
          <p:cNvSpPr>
            <a:spLocks noChangeAspect="1"/>
          </p:cNvSpPr>
          <p:nvPr>
            <p:custDataLst>
              <p:tags r:id="rId20"/>
            </p:custDataLst>
          </p:nvPr>
        </p:nvSpPr>
        <p:spPr>
          <a:xfrm rot="10505744" flipH="1">
            <a:off x="7543800" y="395605"/>
            <a:ext cx="4449445" cy="4740910"/>
          </a:xfrm>
          <a:custGeom>
            <a:avLst/>
            <a:gdLst>
              <a:gd name="connsiteX0" fmla="*/ 3012498 w 3092451"/>
              <a:gd name="connsiteY0" fmla="*/ 0 h 3270607"/>
              <a:gd name="connsiteX1" fmla="*/ 3092451 w 3092451"/>
              <a:gd name="connsiteY1" fmla="*/ 42327 h 3270607"/>
              <a:gd name="connsiteX2" fmla="*/ 2952423 w 3092451"/>
              <a:gd name="connsiteY2" fmla="*/ 67333 h 3270607"/>
              <a:gd name="connsiteX3" fmla="*/ 62674 w 3092451"/>
              <a:gd name="connsiteY3" fmla="*/ 3263568 h 3270607"/>
              <a:gd name="connsiteX4" fmla="*/ 62138 w 3092451"/>
              <a:gd name="connsiteY4" fmla="*/ 3270607 h 3270607"/>
              <a:gd name="connsiteX5" fmla="*/ 0 w 3092451"/>
              <a:gd name="connsiteY5" fmla="*/ 3169948 h 3270607"/>
              <a:gd name="connsiteX6" fmla="*/ 2837 w 3092451"/>
              <a:gd name="connsiteY6" fmla="*/ 3156350 h 3270607"/>
              <a:gd name="connsiteX7" fmla="*/ 32652 w 3092451"/>
              <a:gd name="connsiteY7" fmla="*/ 3032128 h 3270607"/>
              <a:gd name="connsiteX8" fmla="*/ 248552 w 3092451"/>
              <a:gd name="connsiteY8" fmla="*/ 2251078 h 3270607"/>
              <a:gd name="connsiteX9" fmla="*/ 661302 w 3092451"/>
              <a:gd name="connsiteY9" fmla="*/ 1508128 h 3270607"/>
              <a:gd name="connsiteX10" fmla="*/ 1188352 w 3092451"/>
              <a:gd name="connsiteY10" fmla="*/ 911228 h 3270607"/>
              <a:gd name="connsiteX11" fmla="*/ 1791602 w 3092451"/>
              <a:gd name="connsiteY11" fmla="*/ 466728 h 3270607"/>
              <a:gd name="connsiteX12" fmla="*/ 2559952 w 3092451"/>
              <a:gd name="connsiteY12" fmla="*/ 111128 h 3270607"/>
              <a:gd name="connsiteX13" fmla="*/ 2962086 w 3092451"/>
              <a:gd name="connsiteY13" fmla="*/ 9776 h 3270607"/>
              <a:gd name="connsiteX14" fmla="*/ 3012498 w 3092451"/>
              <a:gd name="connsiteY14" fmla="*/ 0 h 3270607"/>
              <a:gd name="connsiteX0-1" fmla="*/ 2962086 w 3092451"/>
              <a:gd name="connsiteY0-2" fmla="*/ 9776 h 3270607"/>
              <a:gd name="connsiteX1-3" fmla="*/ 3012498 w 3092451"/>
              <a:gd name="connsiteY1-4" fmla="*/ 0 h 3270607"/>
              <a:gd name="connsiteX2-5" fmla="*/ 3092451 w 3092451"/>
              <a:gd name="connsiteY2-6" fmla="*/ 42327 h 3270607"/>
              <a:gd name="connsiteX3-7" fmla="*/ 2952423 w 3092451"/>
              <a:gd name="connsiteY3-8" fmla="*/ 67333 h 3270607"/>
              <a:gd name="connsiteX4-9" fmla="*/ 62674 w 3092451"/>
              <a:gd name="connsiteY4-10" fmla="*/ 3263568 h 3270607"/>
              <a:gd name="connsiteX5-11" fmla="*/ 62138 w 3092451"/>
              <a:gd name="connsiteY5-12" fmla="*/ 3270607 h 3270607"/>
              <a:gd name="connsiteX6-13" fmla="*/ 0 w 3092451"/>
              <a:gd name="connsiteY6-14" fmla="*/ 3169948 h 3270607"/>
              <a:gd name="connsiteX7-15" fmla="*/ 2837 w 3092451"/>
              <a:gd name="connsiteY7-16" fmla="*/ 3156350 h 3270607"/>
              <a:gd name="connsiteX8-17" fmla="*/ 32652 w 3092451"/>
              <a:gd name="connsiteY8-18" fmla="*/ 3032128 h 3270607"/>
              <a:gd name="connsiteX9-19" fmla="*/ 248552 w 3092451"/>
              <a:gd name="connsiteY9-20" fmla="*/ 2251078 h 3270607"/>
              <a:gd name="connsiteX10-21" fmla="*/ 661302 w 3092451"/>
              <a:gd name="connsiteY10-22" fmla="*/ 1508128 h 3270607"/>
              <a:gd name="connsiteX11-23" fmla="*/ 1188352 w 3092451"/>
              <a:gd name="connsiteY11-24" fmla="*/ 911228 h 3270607"/>
              <a:gd name="connsiteX12-25" fmla="*/ 1791602 w 3092451"/>
              <a:gd name="connsiteY12-26" fmla="*/ 466728 h 3270607"/>
              <a:gd name="connsiteX13-27" fmla="*/ 2559952 w 3092451"/>
              <a:gd name="connsiteY13-28" fmla="*/ 111128 h 3270607"/>
              <a:gd name="connsiteX14-29" fmla="*/ 3053526 w 3092451"/>
              <a:gd name="connsiteY14-30" fmla="*/ 101216 h 3270607"/>
              <a:gd name="connsiteX0-31" fmla="*/ 3012498 w 3092451"/>
              <a:gd name="connsiteY0-32" fmla="*/ 0 h 3270607"/>
              <a:gd name="connsiteX1-33" fmla="*/ 3092451 w 3092451"/>
              <a:gd name="connsiteY1-34" fmla="*/ 42327 h 3270607"/>
              <a:gd name="connsiteX2-35" fmla="*/ 2952423 w 3092451"/>
              <a:gd name="connsiteY2-36" fmla="*/ 67333 h 3270607"/>
              <a:gd name="connsiteX3-37" fmla="*/ 62674 w 3092451"/>
              <a:gd name="connsiteY3-38" fmla="*/ 3263568 h 3270607"/>
              <a:gd name="connsiteX4-39" fmla="*/ 62138 w 3092451"/>
              <a:gd name="connsiteY4-40" fmla="*/ 3270607 h 3270607"/>
              <a:gd name="connsiteX5-41" fmla="*/ 0 w 3092451"/>
              <a:gd name="connsiteY5-42" fmla="*/ 3169948 h 3270607"/>
              <a:gd name="connsiteX6-43" fmla="*/ 2837 w 3092451"/>
              <a:gd name="connsiteY6-44" fmla="*/ 3156350 h 3270607"/>
              <a:gd name="connsiteX7-45" fmla="*/ 32652 w 3092451"/>
              <a:gd name="connsiteY7-46" fmla="*/ 3032128 h 3270607"/>
              <a:gd name="connsiteX8-47" fmla="*/ 248552 w 3092451"/>
              <a:gd name="connsiteY8-48" fmla="*/ 2251078 h 3270607"/>
              <a:gd name="connsiteX9-49" fmla="*/ 661302 w 3092451"/>
              <a:gd name="connsiteY9-50" fmla="*/ 1508128 h 3270607"/>
              <a:gd name="connsiteX10-51" fmla="*/ 1188352 w 3092451"/>
              <a:gd name="connsiteY10-52" fmla="*/ 911228 h 3270607"/>
              <a:gd name="connsiteX11-53" fmla="*/ 1791602 w 3092451"/>
              <a:gd name="connsiteY11-54" fmla="*/ 466728 h 3270607"/>
              <a:gd name="connsiteX12-55" fmla="*/ 2559952 w 3092451"/>
              <a:gd name="connsiteY12-56" fmla="*/ 111128 h 3270607"/>
              <a:gd name="connsiteX13-57" fmla="*/ 3053526 w 3092451"/>
              <a:gd name="connsiteY13-58" fmla="*/ 101216 h 3270607"/>
              <a:gd name="connsiteX0-59" fmla="*/ 3092451 w 3092451"/>
              <a:gd name="connsiteY0-60" fmla="*/ 0 h 3228280"/>
              <a:gd name="connsiteX1-61" fmla="*/ 2952423 w 3092451"/>
              <a:gd name="connsiteY1-62" fmla="*/ 25006 h 3228280"/>
              <a:gd name="connsiteX2-63" fmla="*/ 62674 w 3092451"/>
              <a:gd name="connsiteY2-64" fmla="*/ 3221241 h 3228280"/>
              <a:gd name="connsiteX3-65" fmla="*/ 62138 w 3092451"/>
              <a:gd name="connsiteY3-66" fmla="*/ 3228280 h 3228280"/>
              <a:gd name="connsiteX4-67" fmla="*/ 0 w 3092451"/>
              <a:gd name="connsiteY4-68" fmla="*/ 3127621 h 3228280"/>
              <a:gd name="connsiteX5-69" fmla="*/ 2837 w 3092451"/>
              <a:gd name="connsiteY5-70" fmla="*/ 3114023 h 3228280"/>
              <a:gd name="connsiteX6-71" fmla="*/ 32652 w 3092451"/>
              <a:gd name="connsiteY6-72" fmla="*/ 2989801 h 3228280"/>
              <a:gd name="connsiteX7-73" fmla="*/ 248552 w 3092451"/>
              <a:gd name="connsiteY7-74" fmla="*/ 2208751 h 3228280"/>
              <a:gd name="connsiteX8-75" fmla="*/ 661302 w 3092451"/>
              <a:gd name="connsiteY8-76" fmla="*/ 1465801 h 3228280"/>
              <a:gd name="connsiteX9-77" fmla="*/ 1188352 w 3092451"/>
              <a:gd name="connsiteY9-78" fmla="*/ 868901 h 3228280"/>
              <a:gd name="connsiteX10-79" fmla="*/ 1791602 w 3092451"/>
              <a:gd name="connsiteY10-80" fmla="*/ 424401 h 3228280"/>
              <a:gd name="connsiteX11-81" fmla="*/ 2559952 w 3092451"/>
              <a:gd name="connsiteY11-82" fmla="*/ 68801 h 3228280"/>
              <a:gd name="connsiteX12-83" fmla="*/ 3053526 w 3092451"/>
              <a:gd name="connsiteY12-84" fmla="*/ 58889 h 3228280"/>
              <a:gd name="connsiteX0-85" fmla="*/ 3092451 w 3092451"/>
              <a:gd name="connsiteY0-86" fmla="*/ 0 h 3228280"/>
              <a:gd name="connsiteX1-87" fmla="*/ 2952423 w 3092451"/>
              <a:gd name="connsiteY1-88" fmla="*/ 25006 h 3228280"/>
              <a:gd name="connsiteX2-89" fmla="*/ 62674 w 3092451"/>
              <a:gd name="connsiteY2-90" fmla="*/ 3221241 h 3228280"/>
              <a:gd name="connsiteX3-91" fmla="*/ 62138 w 3092451"/>
              <a:gd name="connsiteY3-92" fmla="*/ 3228280 h 3228280"/>
              <a:gd name="connsiteX4-93" fmla="*/ 0 w 3092451"/>
              <a:gd name="connsiteY4-94" fmla="*/ 3127621 h 3228280"/>
              <a:gd name="connsiteX5-95" fmla="*/ 2837 w 3092451"/>
              <a:gd name="connsiteY5-96" fmla="*/ 3114023 h 3228280"/>
              <a:gd name="connsiteX6-97" fmla="*/ 32652 w 3092451"/>
              <a:gd name="connsiteY6-98" fmla="*/ 2989801 h 3228280"/>
              <a:gd name="connsiteX7-99" fmla="*/ 248552 w 3092451"/>
              <a:gd name="connsiteY7-100" fmla="*/ 2208751 h 3228280"/>
              <a:gd name="connsiteX8-101" fmla="*/ 661302 w 3092451"/>
              <a:gd name="connsiteY8-102" fmla="*/ 1465801 h 3228280"/>
              <a:gd name="connsiteX9-103" fmla="*/ 1188352 w 3092451"/>
              <a:gd name="connsiteY9-104" fmla="*/ 868901 h 3228280"/>
              <a:gd name="connsiteX10-105" fmla="*/ 1791602 w 3092451"/>
              <a:gd name="connsiteY10-106" fmla="*/ 424401 h 3228280"/>
              <a:gd name="connsiteX11-107" fmla="*/ 2559952 w 3092451"/>
              <a:gd name="connsiteY11-108" fmla="*/ 68801 h 3228280"/>
              <a:gd name="connsiteX0-109" fmla="*/ 3092451 w 3092451"/>
              <a:gd name="connsiteY0-110" fmla="*/ 0 h 3228280"/>
              <a:gd name="connsiteX1-111" fmla="*/ 2952423 w 3092451"/>
              <a:gd name="connsiteY1-112" fmla="*/ 25006 h 3228280"/>
              <a:gd name="connsiteX2-113" fmla="*/ 62674 w 3092451"/>
              <a:gd name="connsiteY2-114" fmla="*/ 3221241 h 3228280"/>
              <a:gd name="connsiteX3-115" fmla="*/ 62138 w 3092451"/>
              <a:gd name="connsiteY3-116" fmla="*/ 3228280 h 3228280"/>
              <a:gd name="connsiteX4-117" fmla="*/ 0 w 3092451"/>
              <a:gd name="connsiteY4-118" fmla="*/ 3127621 h 3228280"/>
              <a:gd name="connsiteX5-119" fmla="*/ 2837 w 3092451"/>
              <a:gd name="connsiteY5-120" fmla="*/ 3114023 h 3228280"/>
              <a:gd name="connsiteX6-121" fmla="*/ 32652 w 3092451"/>
              <a:gd name="connsiteY6-122" fmla="*/ 2989801 h 3228280"/>
              <a:gd name="connsiteX7-123" fmla="*/ 248552 w 3092451"/>
              <a:gd name="connsiteY7-124" fmla="*/ 2208751 h 3228280"/>
              <a:gd name="connsiteX8-125" fmla="*/ 661302 w 3092451"/>
              <a:gd name="connsiteY8-126" fmla="*/ 1465801 h 3228280"/>
              <a:gd name="connsiteX9-127" fmla="*/ 1188352 w 3092451"/>
              <a:gd name="connsiteY9-128" fmla="*/ 868901 h 3228280"/>
              <a:gd name="connsiteX10-129" fmla="*/ 1791602 w 3092451"/>
              <a:gd name="connsiteY10-130" fmla="*/ 424401 h 3228280"/>
              <a:gd name="connsiteX0-131" fmla="*/ 3092451 w 3092451"/>
              <a:gd name="connsiteY0-132" fmla="*/ 0 h 3228280"/>
              <a:gd name="connsiteX1-133" fmla="*/ 2952423 w 3092451"/>
              <a:gd name="connsiteY1-134" fmla="*/ 25006 h 3228280"/>
              <a:gd name="connsiteX2-135" fmla="*/ 62674 w 3092451"/>
              <a:gd name="connsiteY2-136" fmla="*/ 3221241 h 3228280"/>
              <a:gd name="connsiteX3-137" fmla="*/ 62138 w 3092451"/>
              <a:gd name="connsiteY3-138" fmla="*/ 3228280 h 3228280"/>
              <a:gd name="connsiteX4-139" fmla="*/ 0 w 3092451"/>
              <a:gd name="connsiteY4-140" fmla="*/ 3127621 h 3228280"/>
              <a:gd name="connsiteX5-141" fmla="*/ 2837 w 3092451"/>
              <a:gd name="connsiteY5-142" fmla="*/ 3114023 h 3228280"/>
              <a:gd name="connsiteX6-143" fmla="*/ 32652 w 3092451"/>
              <a:gd name="connsiteY6-144" fmla="*/ 2989801 h 3228280"/>
              <a:gd name="connsiteX7-145" fmla="*/ 248552 w 3092451"/>
              <a:gd name="connsiteY7-146" fmla="*/ 2208751 h 3228280"/>
              <a:gd name="connsiteX8-147" fmla="*/ 661302 w 3092451"/>
              <a:gd name="connsiteY8-148" fmla="*/ 1465801 h 3228280"/>
              <a:gd name="connsiteX9-149" fmla="*/ 1188352 w 3092451"/>
              <a:gd name="connsiteY9-150" fmla="*/ 868901 h 3228280"/>
              <a:gd name="connsiteX0-151" fmla="*/ 3092451 w 3092451"/>
              <a:gd name="connsiteY0-152" fmla="*/ 0 h 3228280"/>
              <a:gd name="connsiteX1-153" fmla="*/ 2952423 w 3092451"/>
              <a:gd name="connsiteY1-154" fmla="*/ 25006 h 3228280"/>
              <a:gd name="connsiteX2-155" fmla="*/ 62674 w 3092451"/>
              <a:gd name="connsiteY2-156" fmla="*/ 3221241 h 3228280"/>
              <a:gd name="connsiteX3-157" fmla="*/ 62138 w 3092451"/>
              <a:gd name="connsiteY3-158" fmla="*/ 3228280 h 3228280"/>
              <a:gd name="connsiteX4-159" fmla="*/ 0 w 3092451"/>
              <a:gd name="connsiteY4-160" fmla="*/ 3127621 h 3228280"/>
              <a:gd name="connsiteX5-161" fmla="*/ 2837 w 3092451"/>
              <a:gd name="connsiteY5-162" fmla="*/ 3114023 h 3228280"/>
              <a:gd name="connsiteX6-163" fmla="*/ 32652 w 3092451"/>
              <a:gd name="connsiteY6-164" fmla="*/ 2989801 h 3228280"/>
              <a:gd name="connsiteX7-165" fmla="*/ 248552 w 3092451"/>
              <a:gd name="connsiteY7-166" fmla="*/ 2208751 h 3228280"/>
              <a:gd name="connsiteX8-167" fmla="*/ 661302 w 3092451"/>
              <a:gd name="connsiteY8-168" fmla="*/ 1465801 h 3228280"/>
              <a:gd name="connsiteX0-169" fmla="*/ 3092451 w 3092451"/>
              <a:gd name="connsiteY0-170" fmla="*/ 0 h 3228280"/>
              <a:gd name="connsiteX1-171" fmla="*/ 2952423 w 3092451"/>
              <a:gd name="connsiteY1-172" fmla="*/ 25006 h 3228280"/>
              <a:gd name="connsiteX2-173" fmla="*/ 62674 w 3092451"/>
              <a:gd name="connsiteY2-174" fmla="*/ 3221241 h 3228280"/>
              <a:gd name="connsiteX3-175" fmla="*/ 62138 w 3092451"/>
              <a:gd name="connsiteY3-176" fmla="*/ 3228280 h 3228280"/>
              <a:gd name="connsiteX4-177" fmla="*/ 0 w 3092451"/>
              <a:gd name="connsiteY4-178" fmla="*/ 3127621 h 3228280"/>
              <a:gd name="connsiteX5-179" fmla="*/ 2837 w 3092451"/>
              <a:gd name="connsiteY5-180" fmla="*/ 3114023 h 3228280"/>
              <a:gd name="connsiteX6-181" fmla="*/ 32652 w 3092451"/>
              <a:gd name="connsiteY6-182" fmla="*/ 2989801 h 3228280"/>
              <a:gd name="connsiteX7-183" fmla="*/ 248552 w 3092451"/>
              <a:gd name="connsiteY7-184" fmla="*/ 2208751 h 3228280"/>
              <a:gd name="connsiteX0-185" fmla="*/ 3092451 w 3092451"/>
              <a:gd name="connsiteY0-186" fmla="*/ 0 h 3228280"/>
              <a:gd name="connsiteX1-187" fmla="*/ 2952423 w 3092451"/>
              <a:gd name="connsiteY1-188" fmla="*/ 25006 h 3228280"/>
              <a:gd name="connsiteX2-189" fmla="*/ 62674 w 3092451"/>
              <a:gd name="connsiteY2-190" fmla="*/ 3221241 h 3228280"/>
              <a:gd name="connsiteX3-191" fmla="*/ 62138 w 3092451"/>
              <a:gd name="connsiteY3-192" fmla="*/ 3228280 h 3228280"/>
              <a:gd name="connsiteX4-193" fmla="*/ 0 w 3092451"/>
              <a:gd name="connsiteY4-194" fmla="*/ 3127621 h 3228280"/>
              <a:gd name="connsiteX5-195" fmla="*/ 2837 w 3092451"/>
              <a:gd name="connsiteY5-196" fmla="*/ 3114023 h 3228280"/>
              <a:gd name="connsiteX6-197" fmla="*/ 32652 w 3092451"/>
              <a:gd name="connsiteY6-198" fmla="*/ 2989801 h 3228280"/>
              <a:gd name="connsiteX0-199" fmla="*/ 3092451 w 3092451"/>
              <a:gd name="connsiteY0-200" fmla="*/ 0 h 3228280"/>
              <a:gd name="connsiteX1-201" fmla="*/ 2952423 w 3092451"/>
              <a:gd name="connsiteY1-202" fmla="*/ 25006 h 3228280"/>
              <a:gd name="connsiteX2-203" fmla="*/ 62674 w 3092451"/>
              <a:gd name="connsiteY2-204" fmla="*/ 3221241 h 3228280"/>
              <a:gd name="connsiteX3-205" fmla="*/ 62138 w 3092451"/>
              <a:gd name="connsiteY3-206" fmla="*/ 3228280 h 3228280"/>
              <a:gd name="connsiteX4-207" fmla="*/ 0 w 3092451"/>
              <a:gd name="connsiteY4-208" fmla="*/ 3127621 h 3228280"/>
              <a:gd name="connsiteX5-209" fmla="*/ 2837 w 3092451"/>
              <a:gd name="connsiteY5-210" fmla="*/ 3114023 h 3228280"/>
              <a:gd name="connsiteX0-211" fmla="*/ 3092451 w 3092451"/>
              <a:gd name="connsiteY0-212" fmla="*/ 0 h 3228280"/>
              <a:gd name="connsiteX1-213" fmla="*/ 2952423 w 3092451"/>
              <a:gd name="connsiteY1-214" fmla="*/ 25006 h 3228280"/>
              <a:gd name="connsiteX2-215" fmla="*/ 62674 w 3092451"/>
              <a:gd name="connsiteY2-216" fmla="*/ 3221241 h 3228280"/>
              <a:gd name="connsiteX3-217" fmla="*/ 62138 w 3092451"/>
              <a:gd name="connsiteY3-218" fmla="*/ 3228280 h 3228280"/>
              <a:gd name="connsiteX4-219" fmla="*/ 0 w 3092451"/>
              <a:gd name="connsiteY4-220" fmla="*/ 3127621 h 3228280"/>
              <a:gd name="connsiteX0-221" fmla="*/ 3030313 w 3030313"/>
              <a:gd name="connsiteY0-222" fmla="*/ 0 h 3228280"/>
              <a:gd name="connsiteX1-223" fmla="*/ 2890285 w 3030313"/>
              <a:gd name="connsiteY1-224" fmla="*/ 25006 h 3228280"/>
              <a:gd name="connsiteX2-225" fmla="*/ 536 w 3030313"/>
              <a:gd name="connsiteY2-226" fmla="*/ 3221241 h 3228280"/>
              <a:gd name="connsiteX3-227" fmla="*/ 0 w 3030313"/>
              <a:gd name="connsiteY3-228" fmla="*/ 3228280 h 3228280"/>
            </a:gdLst>
            <a:ahLst/>
            <a:cxnLst>
              <a:cxn ang="0">
                <a:pos x="connsiteX0-1" y="connsiteY0-2"/>
              </a:cxn>
              <a:cxn ang="0">
                <a:pos x="connsiteX1-3" y="connsiteY1-4"/>
              </a:cxn>
              <a:cxn ang="0">
                <a:pos x="connsiteX2-5" y="connsiteY2-6"/>
              </a:cxn>
              <a:cxn ang="0">
                <a:pos x="connsiteX3-7" y="connsiteY3-8"/>
              </a:cxn>
            </a:cxnLst>
            <a:rect l="l" t="t" r="r" b="b"/>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8" name="任意多边形: 形状 127"/>
          <p:cNvSpPr>
            <a:spLocks noChangeAspect="1"/>
          </p:cNvSpPr>
          <p:nvPr>
            <p:custDataLst>
              <p:tags r:id="rId21"/>
            </p:custDataLst>
          </p:nvPr>
        </p:nvSpPr>
        <p:spPr>
          <a:xfrm rot="10505744" flipH="1">
            <a:off x="8096885" y="-168275"/>
            <a:ext cx="3905250" cy="4646295"/>
          </a:xfrm>
          <a:custGeom>
            <a:avLst/>
            <a:gdLst>
              <a:gd name="connsiteX0" fmla="*/ 39 w 3954163"/>
              <a:gd name="connsiteY0" fmla="*/ 4646186 h 4646186"/>
              <a:gd name="connsiteX1" fmla="*/ 137052 w 3954163"/>
              <a:gd name="connsiteY1" fmla="*/ 4634429 h 4646186"/>
              <a:gd name="connsiteX2" fmla="*/ 3954163 w 3954163"/>
              <a:gd name="connsiteY2" fmla="*/ 567055 h 4646186"/>
              <a:gd name="connsiteX3" fmla="*/ 3905507 w 3954163"/>
              <a:gd name="connsiteY3" fmla="*/ 0 h 4646186"/>
              <a:gd name="connsiteX4" fmla="*/ 3567107 w 3954163"/>
              <a:gd name="connsiteY4" fmla="*/ 67546 h 4646186"/>
              <a:gd name="connsiteX5" fmla="*/ 0 w 3954163"/>
              <a:gd name="connsiteY5" fmla="*/ 4644643 h 4646186"/>
              <a:gd name="connsiteX0-1" fmla="*/ 3954163 w 4045603"/>
              <a:gd name="connsiteY0-2" fmla="*/ 567055 h 4646186"/>
              <a:gd name="connsiteX1-3" fmla="*/ 3905507 w 4045603"/>
              <a:gd name="connsiteY1-4" fmla="*/ 0 h 4646186"/>
              <a:gd name="connsiteX2-5" fmla="*/ 3567107 w 4045603"/>
              <a:gd name="connsiteY2-6" fmla="*/ 67546 h 4646186"/>
              <a:gd name="connsiteX3-7" fmla="*/ 0 w 4045603"/>
              <a:gd name="connsiteY3-8" fmla="*/ 4644643 h 4646186"/>
              <a:gd name="connsiteX4-9" fmla="*/ 39 w 4045603"/>
              <a:gd name="connsiteY4-10" fmla="*/ 4646186 h 4646186"/>
              <a:gd name="connsiteX5-11" fmla="*/ 137052 w 4045603"/>
              <a:gd name="connsiteY5-12" fmla="*/ 4634429 h 4646186"/>
              <a:gd name="connsiteX6" fmla="*/ 4045603 w 4045603"/>
              <a:gd name="connsiteY6" fmla="*/ 658495 h 4646186"/>
              <a:gd name="connsiteX0-13" fmla="*/ 3954163 w 3954163"/>
              <a:gd name="connsiteY0-14" fmla="*/ 567055 h 4646186"/>
              <a:gd name="connsiteX1-15" fmla="*/ 3905507 w 3954163"/>
              <a:gd name="connsiteY1-16" fmla="*/ 0 h 4646186"/>
              <a:gd name="connsiteX2-17" fmla="*/ 3567107 w 3954163"/>
              <a:gd name="connsiteY2-18" fmla="*/ 67546 h 4646186"/>
              <a:gd name="connsiteX3-19" fmla="*/ 0 w 3954163"/>
              <a:gd name="connsiteY3-20" fmla="*/ 4644643 h 4646186"/>
              <a:gd name="connsiteX4-21" fmla="*/ 39 w 3954163"/>
              <a:gd name="connsiteY4-22" fmla="*/ 4646186 h 4646186"/>
              <a:gd name="connsiteX5-23" fmla="*/ 137052 w 3954163"/>
              <a:gd name="connsiteY5-24" fmla="*/ 4634429 h 4646186"/>
              <a:gd name="connsiteX0-25" fmla="*/ 3905507 w 3905507"/>
              <a:gd name="connsiteY0-26" fmla="*/ 0 h 4646186"/>
              <a:gd name="connsiteX1-27" fmla="*/ 3567107 w 3905507"/>
              <a:gd name="connsiteY1-28" fmla="*/ 67546 h 4646186"/>
              <a:gd name="connsiteX2-29" fmla="*/ 0 w 3905507"/>
              <a:gd name="connsiteY2-30" fmla="*/ 4644643 h 4646186"/>
              <a:gd name="connsiteX3-31" fmla="*/ 39 w 3905507"/>
              <a:gd name="connsiteY3-32" fmla="*/ 4646186 h 4646186"/>
              <a:gd name="connsiteX4-33" fmla="*/ 137052 w 3905507"/>
              <a:gd name="connsiteY4-34" fmla="*/ 4634429 h 4646186"/>
              <a:gd name="connsiteX0-35" fmla="*/ 3905507 w 3905507"/>
              <a:gd name="connsiteY0-36" fmla="*/ 0 h 4646186"/>
              <a:gd name="connsiteX1-37" fmla="*/ 3567107 w 3905507"/>
              <a:gd name="connsiteY1-38" fmla="*/ 67546 h 4646186"/>
              <a:gd name="connsiteX2-39" fmla="*/ 0 w 3905507"/>
              <a:gd name="connsiteY2-40" fmla="*/ 4644643 h 4646186"/>
              <a:gd name="connsiteX3-41" fmla="*/ 39 w 3905507"/>
              <a:gd name="connsiteY3-42" fmla="*/ 4646186 h 4646186"/>
            </a:gdLst>
            <a:ahLst/>
            <a:cxnLst>
              <a:cxn ang="0">
                <a:pos x="connsiteX0-1" y="connsiteY0-2"/>
              </a:cxn>
              <a:cxn ang="0">
                <a:pos x="connsiteX1-3" y="connsiteY1-4"/>
              </a:cxn>
              <a:cxn ang="0">
                <a:pos x="connsiteX2-5" y="connsiteY2-6"/>
              </a:cxn>
              <a:cxn ang="0">
                <a:pos x="connsiteX3-7" y="connsiteY3-8"/>
              </a:cxn>
            </a:cxnLst>
            <a:rect l="l" t="t" r="r" b="b"/>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25" name="任意多边形: 形状 124"/>
          <p:cNvSpPr>
            <a:spLocks noChangeAspect="1"/>
          </p:cNvSpPr>
          <p:nvPr>
            <p:custDataLst>
              <p:tags r:id="rId22"/>
            </p:custDataLst>
          </p:nvPr>
        </p:nvSpPr>
        <p:spPr>
          <a:xfrm rot="10505744" flipH="1">
            <a:off x="8284845" y="-160655"/>
            <a:ext cx="3725545" cy="4435475"/>
          </a:xfrm>
          <a:custGeom>
            <a:avLst/>
            <a:gdLst>
              <a:gd name="connsiteX0" fmla="*/ 0 w 3787180"/>
              <a:gd name="connsiteY0" fmla="*/ 4435247 h 4435247"/>
              <a:gd name="connsiteX1" fmla="*/ 318670 w 3787180"/>
              <a:gd name="connsiteY1" fmla="*/ 4407904 h 4435247"/>
              <a:gd name="connsiteX2" fmla="*/ 3787180 w 3787180"/>
              <a:gd name="connsiteY2" fmla="*/ 715349 h 4435247"/>
              <a:gd name="connsiteX3" fmla="*/ 3725799 w 3787180"/>
              <a:gd name="connsiteY3" fmla="*/ 0 h 4435247"/>
              <a:gd name="connsiteX4" fmla="*/ 3665439 w 3787180"/>
              <a:gd name="connsiteY4" fmla="*/ 8632 h 4435247"/>
              <a:gd name="connsiteX5" fmla="*/ 22575 w 3787180"/>
              <a:gd name="connsiteY5" fmla="*/ 3988117 h 4435247"/>
              <a:gd name="connsiteX0-1" fmla="*/ 3787180 w 3878620"/>
              <a:gd name="connsiteY0-2" fmla="*/ 715349 h 4435247"/>
              <a:gd name="connsiteX1-3" fmla="*/ 3725799 w 3878620"/>
              <a:gd name="connsiteY1-4" fmla="*/ 0 h 4435247"/>
              <a:gd name="connsiteX2-5" fmla="*/ 3665439 w 3878620"/>
              <a:gd name="connsiteY2-6" fmla="*/ 8632 h 4435247"/>
              <a:gd name="connsiteX3-7" fmla="*/ 22575 w 3878620"/>
              <a:gd name="connsiteY3-8" fmla="*/ 3988117 h 4435247"/>
              <a:gd name="connsiteX4-9" fmla="*/ 0 w 3878620"/>
              <a:gd name="connsiteY4-10" fmla="*/ 4435247 h 4435247"/>
              <a:gd name="connsiteX5-11" fmla="*/ 318670 w 3878620"/>
              <a:gd name="connsiteY5-12" fmla="*/ 4407904 h 4435247"/>
              <a:gd name="connsiteX6" fmla="*/ 3878620 w 3878620"/>
              <a:gd name="connsiteY6" fmla="*/ 806789 h 4435247"/>
              <a:gd name="connsiteX0-13" fmla="*/ 3787180 w 3787180"/>
              <a:gd name="connsiteY0-14" fmla="*/ 715349 h 4435247"/>
              <a:gd name="connsiteX1-15" fmla="*/ 3725799 w 3787180"/>
              <a:gd name="connsiteY1-16" fmla="*/ 0 h 4435247"/>
              <a:gd name="connsiteX2-17" fmla="*/ 3665439 w 3787180"/>
              <a:gd name="connsiteY2-18" fmla="*/ 8632 h 4435247"/>
              <a:gd name="connsiteX3-19" fmla="*/ 22575 w 3787180"/>
              <a:gd name="connsiteY3-20" fmla="*/ 3988117 h 4435247"/>
              <a:gd name="connsiteX4-21" fmla="*/ 0 w 3787180"/>
              <a:gd name="connsiteY4-22" fmla="*/ 4435247 h 4435247"/>
              <a:gd name="connsiteX5-23" fmla="*/ 318670 w 3787180"/>
              <a:gd name="connsiteY5-24" fmla="*/ 4407904 h 4435247"/>
              <a:gd name="connsiteX0-25" fmla="*/ 3787180 w 3787180"/>
              <a:gd name="connsiteY0-26" fmla="*/ 715349 h 4435247"/>
              <a:gd name="connsiteX1-27" fmla="*/ 3725799 w 3787180"/>
              <a:gd name="connsiteY1-28" fmla="*/ 0 h 4435247"/>
              <a:gd name="connsiteX2-29" fmla="*/ 3665439 w 3787180"/>
              <a:gd name="connsiteY2-30" fmla="*/ 8632 h 4435247"/>
              <a:gd name="connsiteX3-31" fmla="*/ 22575 w 3787180"/>
              <a:gd name="connsiteY3-32" fmla="*/ 3988117 h 4435247"/>
              <a:gd name="connsiteX4-33" fmla="*/ 0 w 3787180"/>
              <a:gd name="connsiteY4-34" fmla="*/ 4435247 h 4435247"/>
              <a:gd name="connsiteX0-35" fmla="*/ 3725799 w 3725799"/>
              <a:gd name="connsiteY0-36" fmla="*/ 0 h 4435247"/>
              <a:gd name="connsiteX1-37" fmla="*/ 3665439 w 3725799"/>
              <a:gd name="connsiteY1-38" fmla="*/ 8632 h 4435247"/>
              <a:gd name="connsiteX2-39" fmla="*/ 22575 w 3725799"/>
              <a:gd name="connsiteY2-40" fmla="*/ 3988117 h 4435247"/>
              <a:gd name="connsiteX3-41" fmla="*/ 0 w 3725799"/>
              <a:gd name="connsiteY3-42" fmla="*/ 4435247 h 4435247"/>
            </a:gdLst>
            <a:ahLst/>
            <a:cxnLst>
              <a:cxn ang="0">
                <a:pos x="connsiteX0-1" y="connsiteY0-2"/>
              </a:cxn>
              <a:cxn ang="0">
                <a:pos x="connsiteX1-3" y="connsiteY1-4"/>
              </a:cxn>
              <a:cxn ang="0">
                <a:pos x="connsiteX2-5" y="connsiteY2-6"/>
              </a:cxn>
              <a:cxn ang="0">
                <a:pos x="connsiteX3-7" y="connsiteY3-8"/>
              </a:cxn>
            </a:cxnLst>
            <a:rect l="l" t="t" r="r" b="b"/>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16" name="任意多边形: 形状 9"/>
          <p:cNvSpPr/>
          <p:nvPr>
            <p:custDataLst>
              <p:tags r:id="rId23"/>
            </p:custDataLst>
          </p:nvPr>
        </p:nvSpPr>
        <p:spPr>
          <a:xfrm rot="10505744" flipH="1">
            <a:off x="7066915" y="2033270"/>
            <a:ext cx="3429635" cy="3658870"/>
          </a:xfrm>
          <a:custGeom>
            <a:avLst/>
            <a:gdLst>
              <a:gd name="connsiteX0" fmla="*/ 2335534 w 2335534"/>
              <a:gd name="connsiteY0" fmla="*/ 0 h 2491287"/>
              <a:gd name="connsiteX1" fmla="*/ 2166244 w 2335534"/>
              <a:gd name="connsiteY1" fmla="*/ 76534 h 2491287"/>
              <a:gd name="connsiteX2" fmla="*/ 14436 w 2335534"/>
              <a:gd name="connsiteY2" fmla="*/ 2448623 h 2491287"/>
              <a:gd name="connsiteX3" fmla="*/ 0 w 2335534"/>
              <a:gd name="connsiteY3" fmla="*/ 2491287 h 2491287"/>
              <a:gd name="connsiteX4" fmla="*/ 114 w 2335534"/>
              <a:gd name="connsiteY4" fmla="*/ 2267814 h 2491287"/>
              <a:gd name="connsiteX5" fmla="*/ 12012 w 2335534"/>
              <a:gd name="connsiteY5" fmla="*/ 2242397 h 2491287"/>
              <a:gd name="connsiteX6" fmla="*/ 206010 w 2335534"/>
              <a:gd name="connsiteY6" fmla="*/ 1874048 h 2491287"/>
              <a:gd name="connsiteX7" fmla="*/ 777510 w 2335534"/>
              <a:gd name="connsiteY7" fmla="*/ 1040610 h 2491287"/>
              <a:gd name="connsiteX8" fmla="*/ 1596660 w 2335534"/>
              <a:gd name="connsiteY8" fmla="*/ 354810 h 2491287"/>
              <a:gd name="connsiteX9" fmla="*/ 2079212 w 2335534"/>
              <a:gd name="connsiteY9" fmla="*/ 37458 h 2491287"/>
              <a:gd name="connsiteX10" fmla="*/ 2114901 w 2335534"/>
              <a:gd name="connsiteY10" fmla="*/ 14872 h 2491287"/>
              <a:gd name="connsiteX11" fmla="*/ 2335534 w 2335534"/>
              <a:gd name="connsiteY11" fmla="*/ 0 h 2491287"/>
              <a:gd name="connsiteX0-1" fmla="*/ 2114901 w 2335534"/>
              <a:gd name="connsiteY0-2" fmla="*/ 14872 h 2491287"/>
              <a:gd name="connsiteX1-3" fmla="*/ 2335534 w 2335534"/>
              <a:gd name="connsiteY1-4" fmla="*/ 0 h 2491287"/>
              <a:gd name="connsiteX2-5" fmla="*/ 2166244 w 2335534"/>
              <a:gd name="connsiteY2-6" fmla="*/ 76534 h 2491287"/>
              <a:gd name="connsiteX3-7" fmla="*/ 14436 w 2335534"/>
              <a:gd name="connsiteY3-8" fmla="*/ 2448623 h 2491287"/>
              <a:gd name="connsiteX4-9" fmla="*/ 0 w 2335534"/>
              <a:gd name="connsiteY4-10" fmla="*/ 2491287 h 2491287"/>
              <a:gd name="connsiteX5-11" fmla="*/ 114 w 2335534"/>
              <a:gd name="connsiteY5-12" fmla="*/ 2267814 h 2491287"/>
              <a:gd name="connsiteX6-13" fmla="*/ 12012 w 2335534"/>
              <a:gd name="connsiteY6-14" fmla="*/ 2242397 h 2491287"/>
              <a:gd name="connsiteX7-15" fmla="*/ 206010 w 2335534"/>
              <a:gd name="connsiteY7-16" fmla="*/ 1874048 h 2491287"/>
              <a:gd name="connsiteX8-17" fmla="*/ 777510 w 2335534"/>
              <a:gd name="connsiteY8-18" fmla="*/ 1040610 h 2491287"/>
              <a:gd name="connsiteX9-19" fmla="*/ 1596660 w 2335534"/>
              <a:gd name="connsiteY9-20" fmla="*/ 354810 h 2491287"/>
              <a:gd name="connsiteX10-21" fmla="*/ 2079212 w 2335534"/>
              <a:gd name="connsiteY10-22" fmla="*/ 37458 h 2491287"/>
              <a:gd name="connsiteX11-23" fmla="*/ 2206341 w 2335534"/>
              <a:gd name="connsiteY11-24" fmla="*/ 106312 h 2491287"/>
              <a:gd name="connsiteX0-25" fmla="*/ 2114901 w 2335534"/>
              <a:gd name="connsiteY0-26" fmla="*/ 14872 h 2491287"/>
              <a:gd name="connsiteX1-27" fmla="*/ 2335534 w 2335534"/>
              <a:gd name="connsiteY1-28" fmla="*/ 0 h 2491287"/>
              <a:gd name="connsiteX2-29" fmla="*/ 2166244 w 2335534"/>
              <a:gd name="connsiteY2-30" fmla="*/ 76534 h 2491287"/>
              <a:gd name="connsiteX3-31" fmla="*/ 14436 w 2335534"/>
              <a:gd name="connsiteY3-32" fmla="*/ 2448623 h 2491287"/>
              <a:gd name="connsiteX4-33" fmla="*/ 0 w 2335534"/>
              <a:gd name="connsiteY4-34" fmla="*/ 2491287 h 2491287"/>
              <a:gd name="connsiteX5-35" fmla="*/ 114 w 2335534"/>
              <a:gd name="connsiteY5-36" fmla="*/ 2267814 h 2491287"/>
              <a:gd name="connsiteX6-37" fmla="*/ 12012 w 2335534"/>
              <a:gd name="connsiteY6-38" fmla="*/ 2242397 h 2491287"/>
              <a:gd name="connsiteX7-39" fmla="*/ 206010 w 2335534"/>
              <a:gd name="connsiteY7-40" fmla="*/ 1874048 h 2491287"/>
              <a:gd name="connsiteX8-41" fmla="*/ 777510 w 2335534"/>
              <a:gd name="connsiteY8-42" fmla="*/ 1040610 h 2491287"/>
              <a:gd name="connsiteX9-43" fmla="*/ 1596660 w 2335534"/>
              <a:gd name="connsiteY9-44" fmla="*/ 354810 h 2491287"/>
              <a:gd name="connsiteX10-45" fmla="*/ 2079212 w 2335534"/>
              <a:gd name="connsiteY10-46" fmla="*/ 37458 h 2491287"/>
              <a:gd name="connsiteX0-47" fmla="*/ 2335534 w 2335534"/>
              <a:gd name="connsiteY0-48" fmla="*/ 0 h 2491287"/>
              <a:gd name="connsiteX1-49" fmla="*/ 2166244 w 2335534"/>
              <a:gd name="connsiteY1-50" fmla="*/ 76534 h 2491287"/>
              <a:gd name="connsiteX2-51" fmla="*/ 14436 w 2335534"/>
              <a:gd name="connsiteY2-52" fmla="*/ 2448623 h 2491287"/>
              <a:gd name="connsiteX3-53" fmla="*/ 0 w 2335534"/>
              <a:gd name="connsiteY3-54" fmla="*/ 2491287 h 2491287"/>
              <a:gd name="connsiteX4-55" fmla="*/ 114 w 2335534"/>
              <a:gd name="connsiteY4-56" fmla="*/ 2267814 h 2491287"/>
              <a:gd name="connsiteX5-57" fmla="*/ 12012 w 2335534"/>
              <a:gd name="connsiteY5-58" fmla="*/ 2242397 h 2491287"/>
              <a:gd name="connsiteX6-59" fmla="*/ 206010 w 2335534"/>
              <a:gd name="connsiteY6-60" fmla="*/ 1874048 h 2491287"/>
              <a:gd name="connsiteX7-61" fmla="*/ 777510 w 2335534"/>
              <a:gd name="connsiteY7-62" fmla="*/ 1040610 h 2491287"/>
              <a:gd name="connsiteX8-63" fmla="*/ 1596660 w 2335534"/>
              <a:gd name="connsiteY8-64" fmla="*/ 354810 h 2491287"/>
              <a:gd name="connsiteX9-65" fmla="*/ 2079212 w 2335534"/>
              <a:gd name="connsiteY9-66" fmla="*/ 37458 h 2491287"/>
              <a:gd name="connsiteX0-67" fmla="*/ 2335534 w 2335534"/>
              <a:gd name="connsiteY0-68" fmla="*/ 0 h 2491287"/>
              <a:gd name="connsiteX1-69" fmla="*/ 2166244 w 2335534"/>
              <a:gd name="connsiteY1-70" fmla="*/ 76534 h 2491287"/>
              <a:gd name="connsiteX2-71" fmla="*/ 14436 w 2335534"/>
              <a:gd name="connsiteY2-72" fmla="*/ 2448623 h 2491287"/>
              <a:gd name="connsiteX3-73" fmla="*/ 0 w 2335534"/>
              <a:gd name="connsiteY3-74" fmla="*/ 2491287 h 2491287"/>
              <a:gd name="connsiteX4-75" fmla="*/ 114 w 2335534"/>
              <a:gd name="connsiteY4-76" fmla="*/ 2267814 h 2491287"/>
              <a:gd name="connsiteX5-77" fmla="*/ 12012 w 2335534"/>
              <a:gd name="connsiteY5-78" fmla="*/ 2242397 h 2491287"/>
              <a:gd name="connsiteX6-79" fmla="*/ 206010 w 2335534"/>
              <a:gd name="connsiteY6-80" fmla="*/ 1874048 h 2491287"/>
              <a:gd name="connsiteX7-81" fmla="*/ 777510 w 2335534"/>
              <a:gd name="connsiteY7-82" fmla="*/ 1040610 h 2491287"/>
              <a:gd name="connsiteX8-83" fmla="*/ 1596660 w 2335534"/>
              <a:gd name="connsiteY8-84" fmla="*/ 354810 h 2491287"/>
              <a:gd name="connsiteX0-85" fmla="*/ 2335534 w 2335534"/>
              <a:gd name="connsiteY0-86" fmla="*/ 0 h 2491287"/>
              <a:gd name="connsiteX1-87" fmla="*/ 2166244 w 2335534"/>
              <a:gd name="connsiteY1-88" fmla="*/ 76534 h 2491287"/>
              <a:gd name="connsiteX2-89" fmla="*/ 14436 w 2335534"/>
              <a:gd name="connsiteY2-90" fmla="*/ 2448623 h 2491287"/>
              <a:gd name="connsiteX3-91" fmla="*/ 0 w 2335534"/>
              <a:gd name="connsiteY3-92" fmla="*/ 2491287 h 2491287"/>
              <a:gd name="connsiteX4-93" fmla="*/ 114 w 2335534"/>
              <a:gd name="connsiteY4-94" fmla="*/ 2267814 h 2491287"/>
              <a:gd name="connsiteX5-95" fmla="*/ 12012 w 2335534"/>
              <a:gd name="connsiteY5-96" fmla="*/ 2242397 h 2491287"/>
              <a:gd name="connsiteX6-97" fmla="*/ 206010 w 2335534"/>
              <a:gd name="connsiteY6-98" fmla="*/ 1874048 h 2491287"/>
              <a:gd name="connsiteX7-99" fmla="*/ 777510 w 2335534"/>
              <a:gd name="connsiteY7-100" fmla="*/ 1040610 h 2491287"/>
              <a:gd name="connsiteX0-101" fmla="*/ 2335534 w 2335534"/>
              <a:gd name="connsiteY0-102" fmla="*/ 0 h 2491287"/>
              <a:gd name="connsiteX1-103" fmla="*/ 2166244 w 2335534"/>
              <a:gd name="connsiteY1-104" fmla="*/ 76534 h 2491287"/>
              <a:gd name="connsiteX2-105" fmla="*/ 14436 w 2335534"/>
              <a:gd name="connsiteY2-106" fmla="*/ 2448623 h 2491287"/>
              <a:gd name="connsiteX3-107" fmla="*/ 0 w 2335534"/>
              <a:gd name="connsiteY3-108" fmla="*/ 2491287 h 2491287"/>
              <a:gd name="connsiteX4-109" fmla="*/ 114 w 2335534"/>
              <a:gd name="connsiteY4-110" fmla="*/ 2267814 h 2491287"/>
              <a:gd name="connsiteX5-111" fmla="*/ 12012 w 2335534"/>
              <a:gd name="connsiteY5-112" fmla="*/ 2242397 h 2491287"/>
              <a:gd name="connsiteX6-113" fmla="*/ 206010 w 2335534"/>
              <a:gd name="connsiteY6-114" fmla="*/ 1874048 h 2491287"/>
              <a:gd name="connsiteX0-115" fmla="*/ 2335534 w 2335534"/>
              <a:gd name="connsiteY0-116" fmla="*/ 0 h 2491287"/>
              <a:gd name="connsiteX1-117" fmla="*/ 2166244 w 2335534"/>
              <a:gd name="connsiteY1-118" fmla="*/ 76534 h 2491287"/>
              <a:gd name="connsiteX2-119" fmla="*/ 14436 w 2335534"/>
              <a:gd name="connsiteY2-120" fmla="*/ 2448623 h 2491287"/>
              <a:gd name="connsiteX3-121" fmla="*/ 0 w 2335534"/>
              <a:gd name="connsiteY3-122" fmla="*/ 2491287 h 2491287"/>
              <a:gd name="connsiteX4-123" fmla="*/ 114 w 2335534"/>
              <a:gd name="connsiteY4-124" fmla="*/ 2267814 h 2491287"/>
              <a:gd name="connsiteX5-125" fmla="*/ 12012 w 2335534"/>
              <a:gd name="connsiteY5-126" fmla="*/ 2242397 h 2491287"/>
              <a:gd name="connsiteX0-127" fmla="*/ 2335534 w 2335534"/>
              <a:gd name="connsiteY0-128" fmla="*/ 0 h 2491287"/>
              <a:gd name="connsiteX1-129" fmla="*/ 2166244 w 2335534"/>
              <a:gd name="connsiteY1-130" fmla="*/ 76534 h 2491287"/>
              <a:gd name="connsiteX2-131" fmla="*/ 14436 w 2335534"/>
              <a:gd name="connsiteY2-132" fmla="*/ 2448623 h 2491287"/>
              <a:gd name="connsiteX3-133" fmla="*/ 0 w 2335534"/>
              <a:gd name="connsiteY3-134" fmla="*/ 2491287 h 2491287"/>
              <a:gd name="connsiteX4-135" fmla="*/ 114 w 2335534"/>
              <a:gd name="connsiteY4-136" fmla="*/ 2267814 h 2491287"/>
              <a:gd name="connsiteX0-137" fmla="*/ 2335534 w 2335534"/>
              <a:gd name="connsiteY0-138" fmla="*/ 0 h 2491287"/>
              <a:gd name="connsiteX1-139" fmla="*/ 2166244 w 2335534"/>
              <a:gd name="connsiteY1-140" fmla="*/ 76534 h 2491287"/>
              <a:gd name="connsiteX2-141" fmla="*/ 14436 w 2335534"/>
              <a:gd name="connsiteY2-142" fmla="*/ 2448623 h 2491287"/>
              <a:gd name="connsiteX3-143" fmla="*/ 0 w 2335534"/>
              <a:gd name="connsiteY3-144" fmla="*/ 2491287 h 2491287"/>
            </a:gdLst>
            <a:ahLst/>
            <a:cxnLst>
              <a:cxn ang="0">
                <a:pos x="connsiteX0-1" y="connsiteY0-2"/>
              </a:cxn>
              <a:cxn ang="0">
                <a:pos x="connsiteX1-3" y="connsiteY1-4"/>
              </a:cxn>
              <a:cxn ang="0">
                <a:pos x="connsiteX2-5" y="connsiteY2-6"/>
              </a:cxn>
              <a:cxn ang="0">
                <a:pos x="connsiteX3-7" y="connsiteY3-8"/>
              </a:cxn>
            </a:cxnLst>
            <a:rect l="l" t="t" r="r" b="b"/>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7" name="任意多边形: 形状 16"/>
          <p:cNvSpPr/>
          <p:nvPr>
            <p:custDataLst>
              <p:tags r:id="rId24"/>
            </p:custDataLst>
          </p:nvPr>
        </p:nvSpPr>
        <p:spPr>
          <a:xfrm rot="10505744" flipH="1">
            <a:off x="7095490" y="2735580"/>
            <a:ext cx="2744470" cy="2938145"/>
          </a:xfrm>
          <a:custGeom>
            <a:avLst/>
            <a:gdLst>
              <a:gd name="connsiteX0" fmla="*/ 2006436 w 2006436"/>
              <a:gd name="connsiteY0" fmla="*/ 0 h 2148811"/>
              <a:gd name="connsiteX1" fmla="*/ 1953349 w 2006436"/>
              <a:gd name="connsiteY1" fmla="*/ 28806 h 2148811"/>
              <a:gd name="connsiteX2" fmla="*/ 1772709 w 2006436"/>
              <a:gd name="connsiteY2" fmla="*/ 146901 h 2148811"/>
              <a:gd name="connsiteX3" fmla="*/ 720197 w 2006436"/>
              <a:gd name="connsiteY3" fmla="*/ 1027963 h 2148811"/>
              <a:gd name="connsiteX4" fmla="*/ 14075 w 2006436"/>
              <a:gd name="connsiteY4" fmla="*/ 2123638 h 2148811"/>
              <a:gd name="connsiteX5" fmla="*/ 0 w 2006436"/>
              <a:gd name="connsiteY5" fmla="*/ 2148811 h 2148811"/>
              <a:gd name="connsiteX6" fmla="*/ 70 w 2006436"/>
              <a:gd name="connsiteY6" fmla="*/ 2009948 h 2148811"/>
              <a:gd name="connsiteX7" fmla="*/ 1638 w 2006436"/>
              <a:gd name="connsiteY7" fmla="*/ 1999672 h 2148811"/>
              <a:gd name="connsiteX8" fmla="*/ 15962 w 2006436"/>
              <a:gd name="connsiteY8" fmla="*/ 1967989 h 2148811"/>
              <a:gd name="connsiteX9" fmla="*/ 1712612 w 2006436"/>
              <a:gd name="connsiteY9" fmla="*/ 99249 h 2148811"/>
              <a:gd name="connsiteX10" fmla="*/ 1869123 w 2006436"/>
              <a:gd name="connsiteY10" fmla="*/ 9256 h 2148811"/>
              <a:gd name="connsiteX11" fmla="*/ 2006436 w 2006436"/>
              <a:gd name="connsiteY11" fmla="*/ 0 h 2148811"/>
              <a:gd name="connsiteX0-1" fmla="*/ 720197 w 2006436"/>
              <a:gd name="connsiteY0-2" fmla="*/ 1027963 h 2148811"/>
              <a:gd name="connsiteX1-3" fmla="*/ 14075 w 2006436"/>
              <a:gd name="connsiteY1-4" fmla="*/ 2123638 h 2148811"/>
              <a:gd name="connsiteX2-5" fmla="*/ 0 w 2006436"/>
              <a:gd name="connsiteY2-6" fmla="*/ 2148811 h 2148811"/>
              <a:gd name="connsiteX3-7" fmla="*/ 70 w 2006436"/>
              <a:gd name="connsiteY3-8" fmla="*/ 2009948 h 2148811"/>
              <a:gd name="connsiteX4-9" fmla="*/ 1638 w 2006436"/>
              <a:gd name="connsiteY4-10" fmla="*/ 1999672 h 2148811"/>
              <a:gd name="connsiteX5-11" fmla="*/ 15962 w 2006436"/>
              <a:gd name="connsiteY5-12" fmla="*/ 1967989 h 2148811"/>
              <a:gd name="connsiteX6-13" fmla="*/ 1712612 w 2006436"/>
              <a:gd name="connsiteY6-14" fmla="*/ 99249 h 2148811"/>
              <a:gd name="connsiteX7-15" fmla="*/ 1869123 w 2006436"/>
              <a:gd name="connsiteY7-16" fmla="*/ 9256 h 2148811"/>
              <a:gd name="connsiteX8-17" fmla="*/ 2006436 w 2006436"/>
              <a:gd name="connsiteY8-18" fmla="*/ 0 h 2148811"/>
              <a:gd name="connsiteX9-19" fmla="*/ 1953349 w 2006436"/>
              <a:gd name="connsiteY9-20" fmla="*/ 28806 h 2148811"/>
              <a:gd name="connsiteX10-21" fmla="*/ 1772709 w 2006436"/>
              <a:gd name="connsiteY10-22" fmla="*/ 146901 h 2148811"/>
              <a:gd name="connsiteX11-23" fmla="*/ 811637 w 2006436"/>
              <a:gd name="connsiteY11-24" fmla="*/ 1119403 h 2148811"/>
              <a:gd name="connsiteX0-25" fmla="*/ 720197 w 2006436"/>
              <a:gd name="connsiteY0-26" fmla="*/ 1027963 h 2148811"/>
              <a:gd name="connsiteX1-27" fmla="*/ 14075 w 2006436"/>
              <a:gd name="connsiteY1-28" fmla="*/ 2123638 h 2148811"/>
              <a:gd name="connsiteX2-29" fmla="*/ 0 w 2006436"/>
              <a:gd name="connsiteY2-30" fmla="*/ 2148811 h 2148811"/>
              <a:gd name="connsiteX3-31" fmla="*/ 70 w 2006436"/>
              <a:gd name="connsiteY3-32" fmla="*/ 2009948 h 2148811"/>
              <a:gd name="connsiteX4-33" fmla="*/ 1638 w 2006436"/>
              <a:gd name="connsiteY4-34" fmla="*/ 1999672 h 2148811"/>
              <a:gd name="connsiteX5-35" fmla="*/ 15962 w 2006436"/>
              <a:gd name="connsiteY5-36" fmla="*/ 1967989 h 2148811"/>
              <a:gd name="connsiteX6-37" fmla="*/ 1712612 w 2006436"/>
              <a:gd name="connsiteY6-38" fmla="*/ 99249 h 2148811"/>
              <a:gd name="connsiteX7-39" fmla="*/ 1869123 w 2006436"/>
              <a:gd name="connsiteY7-40" fmla="*/ 9256 h 2148811"/>
              <a:gd name="connsiteX8-41" fmla="*/ 2006436 w 2006436"/>
              <a:gd name="connsiteY8-42" fmla="*/ 0 h 2148811"/>
              <a:gd name="connsiteX9-43" fmla="*/ 1953349 w 2006436"/>
              <a:gd name="connsiteY9-44" fmla="*/ 28806 h 2148811"/>
              <a:gd name="connsiteX10-45" fmla="*/ 1772709 w 2006436"/>
              <a:gd name="connsiteY10-46" fmla="*/ 146901 h 2148811"/>
              <a:gd name="connsiteX0-47" fmla="*/ 720197 w 2006436"/>
              <a:gd name="connsiteY0-48" fmla="*/ 1027963 h 2148811"/>
              <a:gd name="connsiteX1-49" fmla="*/ 14075 w 2006436"/>
              <a:gd name="connsiteY1-50" fmla="*/ 2123638 h 2148811"/>
              <a:gd name="connsiteX2-51" fmla="*/ 0 w 2006436"/>
              <a:gd name="connsiteY2-52" fmla="*/ 2148811 h 2148811"/>
              <a:gd name="connsiteX3-53" fmla="*/ 70 w 2006436"/>
              <a:gd name="connsiteY3-54" fmla="*/ 2009948 h 2148811"/>
              <a:gd name="connsiteX4-55" fmla="*/ 1638 w 2006436"/>
              <a:gd name="connsiteY4-56" fmla="*/ 1999672 h 2148811"/>
              <a:gd name="connsiteX5-57" fmla="*/ 15962 w 2006436"/>
              <a:gd name="connsiteY5-58" fmla="*/ 1967989 h 2148811"/>
              <a:gd name="connsiteX6-59" fmla="*/ 1712612 w 2006436"/>
              <a:gd name="connsiteY6-60" fmla="*/ 99249 h 2148811"/>
              <a:gd name="connsiteX7-61" fmla="*/ 1869123 w 2006436"/>
              <a:gd name="connsiteY7-62" fmla="*/ 9256 h 2148811"/>
              <a:gd name="connsiteX8-63" fmla="*/ 2006436 w 2006436"/>
              <a:gd name="connsiteY8-64" fmla="*/ 0 h 2148811"/>
              <a:gd name="connsiteX9-65" fmla="*/ 1953349 w 2006436"/>
              <a:gd name="connsiteY9-66" fmla="*/ 28806 h 2148811"/>
              <a:gd name="connsiteX0-67" fmla="*/ 720197 w 2006436"/>
              <a:gd name="connsiteY0-68" fmla="*/ 1027963 h 2148811"/>
              <a:gd name="connsiteX1-69" fmla="*/ 14075 w 2006436"/>
              <a:gd name="connsiteY1-70" fmla="*/ 2123638 h 2148811"/>
              <a:gd name="connsiteX2-71" fmla="*/ 0 w 2006436"/>
              <a:gd name="connsiteY2-72" fmla="*/ 2148811 h 2148811"/>
              <a:gd name="connsiteX3-73" fmla="*/ 70 w 2006436"/>
              <a:gd name="connsiteY3-74" fmla="*/ 2009948 h 2148811"/>
              <a:gd name="connsiteX4-75" fmla="*/ 1638 w 2006436"/>
              <a:gd name="connsiteY4-76" fmla="*/ 1999672 h 2148811"/>
              <a:gd name="connsiteX5-77" fmla="*/ 15962 w 2006436"/>
              <a:gd name="connsiteY5-78" fmla="*/ 1967989 h 2148811"/>
              <a:gd name="connsiteX6-79" fmla="*/ 1712612 w 2006436"/>
              <a:gd name="connsiteY6-80" fmla="*/ 99249 h 2148811"/>
              <a:gd name="connsiteX7-81" fmla="*/ 1869123 w 2006436"/>
              <a:gd name="connsiteY7-82" fmla="*/ 9256 h 2148811"/>
              <a:gd name="connsiteX8-83" fmla="*/ 2006436 w 2006436"/>
              <a:gd name="connsiteY8-84" fmla="*/ 0 h 2148811"/>
              <a:gd name="connsiteX0-85" fmla="*/ 720197 w 1869123"/>
              <a:gd name="connsiteY0-86" fmla="*/ 1018707 h 2139555"/>
              <a:gd name="connsiteX1-87" fmla="*/ 14075 w 1869123"/>
              <a:gd name="connsiteY1-88" fmla="*/ 2114382 h 2139555"/>
              <a:gd name="connsiteX2-89" fmla="*/ 0 w 1869123"/>
              <a:gd name="connsiteY2-90" fmla="*/ 2139555 h 2139555"/>
              <a:gd name="connsiteX3-91" fmla="*/ 70 w 1869123"/>
              <a:gd name="connsiteY3-92" fmla="*/ 2000692 h 2139555"/>
              <a:gd name="connsiteX4-93" fmla="*/ 1638 w 1869123"/>
              <a:gd name="connsiteY4-94" fmla="*/ 1990416 h 2139555"/>
              <a:gd name="connsiteX5-95" fmla="*/ 15962 w 1869123"/>
              <a:gd name="connsiteY5-96" fmla="*/ 1958733 h 2139555"/>
              <a:gd name="connsiteX6-97" fmla="*/ 1712612 w 1869123"/>
              <a:gd name="connsiteY6-98" fmla="*/ 89993 h 2139555"/>
              <a:gd name="connsiteX7-99" fmla="*/ 1869123 w 1869123"/>
              <a:gd name="connsiteY7-100" fmla="*/ 0 h 2139555"/>
              <a:gd name="connsiteX0-101" fmla="*/ 14075 w 1869123"/>
              <a:gd name="connsiteY0-102" fmla="*/ 2114382 h 2139555"/>
              <a:gd name="connsiteX1-103" fmla="*/ 0 w 1869123"/>
              <a:gd name="connsiteY1-104" fmla="*/ 2139555 h 2139555"/>
              <a:gd name="connsiteX2-105" fmla="*/ 70 w 1869123"/>
              <a:gd name="connsiteY2-106" fmla="*/ 2000692 h 2139555"/>
              <a:gd name="connsiteX3-107" fmla="*/ 1638 w 1869123"/>
              <a:gd name="connsiteY3-108" fmla="*/ 1990416 h 2139555"/>
              <a:gd name="connsiteX4-109" fmla="*/ 15962 w 1869123"/>
              <a:gd name="connsiteY4-110" fmla="*/ 1958733 h 2139555"/>
              <a:gd name="connsiteX5-111" fmla="*/ 1712612 w 1869123"/>
              <a:gd name="connsiteY5-112" fmla="*/ 89993 h 2139555"/>
              <a:gd name="connsiteX6-113" fmla="*/ 1869123 w 1869123"/>
              <a:gd name="connsiteY6-114" fmla="*/ 0 h 2139555"/>
              <a:gd name="connsiteX0-115" fmla="*/ 0 w 1869123"/>
              <a:gd name="connsiteY0-116" fmla="*/ 2139555 h 2139555"/>
              <a:gd name="connsiteX1-117" fmla="*/ 70 w 1869123"/>
              <a:gd name="connsiteY1-118" fmla="*/ 2000692 h 2139555"/>
              <a:gd name="connsiteX2-119" fmla="*/ 1638 w 1869123"/>
              <a:gd name="connsiteY2-120" fmla="*/ 1990416 h 2139555"/>
              <a:gd name="connsiteX3-121" fmla="*/ 15962 w 1869123"/>
              <a:gd name="connsiteY3-122" fmla="*/ 1958733 h 2139555"/>
              <a:gd name="connsiteX4-123" fmla="*/ 1712612 w 1869123"/>
              <a:gd name="connsiteY4-124" fmla="*/ 89993 h 2139555"/>
              <a:gd name="connsiteX5-125" fmla="*/ 1869123 w 1869123"/>
              <a:gd name="connsiteY5-126" fmla="*/ 0 h 2139555"/>
              <a:gd name="connsiteX0-127" fmla="*/ 0 w 1869053"/>
              <a:gd name="connsiteY0-128" fmla="*/ 2000692 h 2000692"/>
              <a:gd name="connsiteX1-129" fmla="*/ 1568 w 1869053"/>
              <a:gd name="connsiteY1-130" fmla="*/ 1990416 h 2000692"/>
              <a:gd name="connsiteX2-131" fmla="*/ 15892 w 1869053"/>
              <a:gd name="connsiteY2-132" fmla="*/ 1958733 h 2000692"/>
              <a:gd name="connsiteX3-133" fmla="*/ 1712542 w 1869053"/>
              <a:gd name="connsiteY3-134" fmla="*/ 89993 h 2000692"/>
              <a:gd name="connsiteX4-135" fmla="*/ 1869053 w 1869053"/>
              <a:gd name="connsiteY4-136" fmla="*/ 0 h 20006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8" name="任意多边形: 形状 17"/>
          <p:cNvSpPr/>
          <p:nvPr>
            <p:custDataLst>
              <p:tags r:id="rId25"/>
            </p:custDataLst>
          </p:nvPr>
        </p:nvSpPr>
        <p:spPr>
          <a:xfrm rot="10505744" flipH="1">
            <a:off x="7129780" y="1530985"/>
            <a:ext cx="3836670" cy="4084320"/>
          </a:xfrm>
          <a:custGeom>
            <a:avLst/>
            <a:gdLst>
              <a:gd name="connsiteX0" fmla="*/ 2612863 w 2692052"/>
              <a:gd name="connsiteY0" fmla="*/ 0 h 2832246"/>
              <a:gd name="connsiteX1" fmla="*/ 2692052 w 2692052"/>
              <a:gd name="connsiteY1" fmla="*/ 19034 h 2832246"/>
              <a:gd name="connsiteX2" fmla="*/ 2644348 w 2692052"/>
              <a:gd name="connsiteY2" fmla="*/ 38417 h 2832246"/>
              <a:gd name="connsiteX3" fmla="*/ 2151789 w 2692052"/>
              <a:gd name="connsiteY3" fmla="*/ 261907 h 2832246"/>
              <a:gd name="connsiteX4" fmla="*/ 1478689 w 2692052"/>
              <a:gd name="connsiteY4" fmla="*/ 661957 h 2832246"/>
              <a:gd name="connsiteX5" fmla="*/ 964339 w 2692052"/>
              <a:gd name="connsiteY5" fmla="*/ 1150907 h 2832246"/>
              <a:gd name="connsiteX6" fmla="*/ 564289 w 2692052"/>
              <a:gd name="connsiteY6" fmla="*/ 1633507 h 2832246"/>
              <a:gd name="connsiteX7" fmla="*/ 164239 w 2692052"/>
              <a:gd name="connsiteY7" fmla="*/ 2478057 h 2832246"/>
              <a:gd name="connsiteX8" fmla="*/ 20620 w 2692052"/>
              <a:gd name="connsiteY8" fmla="*/ 2823934 h 2832246"/>
              <a:gd name="connsiteX9" fmla="*/ 16386 w 2692052"/>
              <a:gd name="connsiteY9" fmla="*/ 2832246 h 2832246"/>
              <a:gd name="connsiteX10" fmla="*/ 0 w 2692052"/>
              <a:gd name="connsiteY10" fmla="*/ 2781134 h 2832246"/>
              <a:gd name="connsiteX11" fmla="*/ 35434 w 2692052"/>
              <a:gd name="connsiteY11" fmla="*/ 2656357 h 2832246"/>
              <a:gd name="connsiteX12" fmla="*/ 2541633 w 2692052"/>
              <a:gd name="connsiteY12" fmla="*/ 24101 h 2832246"/>
              <a:gd name="connsiteX13" fmla="*/ 2612863 w 2692052"/>
              <a:gd name="connsiteY13" fmla="*/ 0 h 2832246"/>
              <a:gd name="connsiteX0-1" fmla="*/ 2151789 w 2692052"/>
              <a:gd name="connsiteY0-2" fmla="*/ 261907 h 2832246"/>
              <a:gd name="connsiteX1-3" fmla="*/ 1478689 w 2692052"/>
              <a:gd name="connsiteY1-4" fmla="*/ 661957 h 2832246"/>
              <a:gd name="connsiteX2-5" fmla="*/ 964339 w 2692052"/>
              <a:gd name="connsiteY2-6" fmla="*/ 1150907 h 2832246"/>
              <a:gd name="connsiteX3-7" fmla="*/ 564289 w 2692052"/>
              <a:gd name="connsiteY3-8" fmla="*/ 1633507 h 2832246"/>
              <a:gd name="connsiteX4-9" fmla="*/ 164239 w 2692052"/>
              <a:gd name="connsiteY4-10" fmla="*/ 2478057 h 2832246"/>
              <a:gd name="connsiteX5-11" fmla="*/ 20620 w 2692052"/>
              <a:gd name="connsiteY5-12" fmla="*/ 2823934 h 2832246"/>
              <a:gd name="connsiteX6-13" fmla="*/ 16386 w 2692052"/>
              <a:gd name="connsiteY6-14" fmla="*/ 2832246 h 2832246"/>
              <a:gd name="connsiteX7-15" fmla="*/ 0 w 2692052"/>
              <a:gd name="connsiteY7-16" fmla="*/ 2781134 h 2832246"/>
              <a:gd name="connsiteX8-17" fmla="*/ 35434 w 2692052"/>
              <a:gd name="connsiteY8-18" fmla="*/ 2656357 h 2832246"/>
              <a:gd name="connsiteX9-19" fmla="*/ 2541633 w 2692052"/>
              <a:gd name="connsiteY9-20" fmla="*/ 24101 h 2832246"/>
              <a:gd name="connsiteX10-21" fmla="*/ 2612863 w 2692052"/>
              <a:gd name="connsiteY10-22" fmla="*/ 0 h 2832246"/>
              <a:gd name="connsiteX11-23" fmla="*/ 2692052 w 2692052"/>
              <a:gd name="connsiteY11-24" fmla="*/ 19034 h 2832246"/>
              <a:gd name="connsiteX12-25" fmla="*/ 2644348 w 2692052"/>
              <a:gd name="connsiteY12-26" fmla="*/ 38417 h 2832246"/>
              <a:gd name="connsiteX13-27" fmla="*/ 2243229 w 2692052"/>
              <a:gd name="connsiteY13-28" fmla="*/ 353347 h 2832246"/>
              <a:gd name="connsiteX0-29" fmla="*/ 2151789 w 2692052"/>
              <a:gd name="connsiteY0-30" fmla="*/ 261907 h 2832246"/>
              <a:gd name="connsiteX1-31" fmla="*/ 1478689 w 2692052"/>
              <a:gd name="connsiteY1-32" fmla="*/ 661957 h 2832246"/>
              <a:gd name="connsiteX2-33" fmla="*/ 964339 w 2692052"/>
              <a:gd name="connsiteY2-34" fmla="*/ 1150907 h 2832246"/>
              <a:gd name="connsiteX3-35" fmla="*/ 564289 w 2692052"/>
              <a:gd name="connsiteY3-36" fmla="*/ 1633507 h 2832246"/>
              <a:gd name="connsiteX4-37" fmla="*/ 164239 w 2692052"/>
              <a:gd name="connsiteY4-38" fmla="*/ 2478057 h 2832246"/>
              <a:gd name="connsiteX5-39" fmla="*/ 20620 w 2692052"/>
              <a:gd name="connsiteY5-40" fmla="*/ 2823934 h 2832246"/>
              <a:gd name="connsiteX6-41" fmla="*/ 16386 w 2692052"/>
              <a:gd name="connsiteY6-42" fmla="*/ 2832246 h 2832246"/>
              <a:gd name="connsiteX7-43" fmla="*/ 0 w 2692052"/>
              <a:gd name="connsiteY7-44" fmla="*/ 2781134 h 2832246"/>
              <a:gd name="connsiteX8-45" fmla="*/ 35434 w 2692052"/>
              <a:gd name="connsiteY8-46" fmla="*/ 2656357 h 2832246"/>
              <a:gd name="connsiteX9-47" fmla="*/ 2541633 w 2692052"/>
              <a:gd name="connsiteY9-48" fmla="*/ 24101 h 2832246"/>
              <a:gd name="connsiteX10-49" fmla="*/ 2612863 w 2692052"/>
              <a:gd name="connsiteY10-50" fmla="*/ 0 h 2832246"/>
              <a:gd name="connsiteX11-51" fmla="*/ 2692052 w 2692052"/>
              <a:gd name="connsiteY11-52" fmla="*/ 19034 h 2832246"/>
              <a:gd name="connsiteX12-53" fmla="*/ 2644348 w 2692052"/>
              <a:gd name="connsiteY12-54" fmla="*/ 38417 h 2832246"/>
              <a:gd name="connsiteX0-55" fmla="*/ 2151789 w 2692052"/>
              <a:gd name="connsiteY0-56" fmla="*/ 261907 h 2832246"/>
              <a:gd name="connsiteX1-57" fmla="*/ 1478689 w 2692052"/>
              <a:gd name="connsiteY1-58" fmla="*/ 661957 h 2832246"/>
              <a:gd name="connsiteX2-59" fmla="*/ 964339 w 2692052"/>
              <a:gd name="connsiteY2-60" fmla="*/ 1150907 h 2832246"/>
              <a:gd name="connsiteX3-61" fmla="*/ 564289 w 2692052"/>
              <a:gd name="connsiteY3-62" fmla="*/ 1633507 h 2832246"/>
              <a:gd name="connsiteX4-63" fmla="*/ 164239 w 2692052"/>
              <a:gd name="connsiteY4-64" fmla="*/ 2478057 h 2832246"/>
              <a:gd name="connsiteX5-65" fmla="*/ 20620 w 2692052"/>
              <a:gd name="connsiteY5-66" fmla="*/ 2823934 h 2832246"/>
              <a:gd name="connsiteX6-67" fmla="*/ 16386 w 2692052"/>
              <a:gd name="connsiteY6-68" fmla="*/ 2832246 h 2832246"/>
              <a:gd name="connsiteX7-69" fmla="*/ 0 w 2692052"/>
              <a:gd name="connsiteY7-70" fmla="*/ 2781134 h 2832246"/>
              <a:gd name="connsiteX8-71" fmla="*/ 35434 w 2692052"/>
              <a:gd name="connsiteY8-72" fmla="*/ 2656357 h 2832246"/>
              <a:gd name="connsiteX9-73" fmla="*/ 2541633 w 2692052"/>
              <a:gd name="connsiteY9-74" fmla="*/ 24101 h 2832246"/>
              <a:gd name="connsiteX10-75" fmla="*/ 2612863 w 2692052"/>
              <a:gd name="connsiteY10-76" fmla="*/ 0 h 2832246"/>
              <a:gd name="connsiteX11-77" fmla="*/ 2692052 w 2692052"/>
              <a:gd name="connsiteY11-78" fmla="*/ 19034 h 2832246"/>
              <a:gd name="connsiteX0-79" fmla="*/ 2151789 w 2612863"/>
              <a:gd name="connsiteY0-80" fmla="*/ 261907 h 2832246"/>
              <a:gd name="connsiteX1-81" fmla="*/ 1478689 w 2612863"/>
              <a:gd name="connsiteY1-82" fmla="*/ 661957 h 2832246"/>
              <a:gd name="connsiteX2-83" fmla="*/ 964339 w 2612863"/>
              <a:gd name="connsiteY2-84" fmla="*/ 1150907 h 2832246"/>
              <a:gd name="connsiteX3-85" fmla="*/ 564289 w 2612863"/>
              <a:gd name="connsiteY3-86" fmla="*/ 1633507 h 2832246"/>
              <a:gd name="connsiteX4-87" fmla="*/ 164239 w 2612863"/>
              <a:gd name="connsiteY4-88" fmla="*/ 2478057 h 2832246"/>
              <a:gd name="connsiteX5-89" fmla="*/ 20620 w 2612863"/>
              <a:gd name="connsiteY5-90" fmla="*/ 2823934 h 2832246"/>
              <a:gd name="connsiteX6-91" fmla="*/ 16386 w 2612863"/>
              <a:gd name="connsiteY6-92" fmla="*/ 2832246 h 2832246"/>
              <a:gd name="connsiteX7-93" fmla="*/ 0 w 2612863"/>
              <a:gd name="connsiteY7-94" fmla="*/ 2781134 h 2832246"/>
              <a:gd name="connsiteX8-95" fmla="*/ 35434 w 2612863"/>
              <a:gd name="connsiteY8-96" fmla="*/ 2656357 h 2832246"/>
              <a:gd name="connsiteX9-97" fmla="*/ 2541633 w 2612863"/>
              <a:gd name="connsiteY9-98" fmla="*/ 24101 h 2832246"/>
              <a:gd name="connsiteX10-99" fmla="*/ 2612863 w 2612863"/>
              <a:gd name="connsiteY10-100" fmla="*/ 0 h 2832246"/>
              <a:gd name="connsiteX0-101" fmla="*/ 1478689 w 2612863"/>
              <a:gd name="connsiteY0-102" fmla="*/ 661957 h 2832246"/>
              <a:gd name="connsiteX1-103" fmla="*/ 964339 w 2612863"/>
              <a:gd name="connsiteY1-104" fmla="*/ 1150907 h 2832246"/>
              <a:gd name="connsiteX2-105" fmla="*/ 564289 w 2612863"/>
              <a:gd name="connsiteY2-106" fmla="*/ 1633507 h 2832246"/>
              <a:gd name="connsiteX3-107" fmla="*/ 164239 w 2612863"/>
              <a:gd name="connsiteY3-108" fmla="*/ 2478057 h 2832246"/>
              <a:gd name="connsiteX4-109" fmla="*/ 20620 w 2612863"/>
              <a:gd name="connsiteY4-110" fmla="*/ 2823934 h 2832246"/>
              <a:gd name="connsiteX5-111" fmla="*/ 16386 w 2612863"/>
              <a:gd name="connsiteY5-112" fmla="*/ 2832246 h 2832246"/>
              <a:gd name="connsiteX6-113" fmla="*/ 0 w 2612863"/>
              <a:gd name="connsiteY6-114" fmla="*/ 2781134 h 2832246"/>
              <a:gd name="connsiteX7-115" fmla="*/ 35434 w 2612863"/>
              <a:gd name="connsiteY7-116" fmla="*/ 2656357 h 2832246"/>
              <a:gd name="connsiteX8-117" fmla="*/ 2541633 w 2612863"/>
              <a:gd name="connsiteY8-118" fmla="*/ 24101 h 2832246"/>
              <a:gd name="connsiteX9-119" fmla="*/ 2612863 w 2612863"/>
              <a:gd name="connsiteY9-120" fmla="*/ 0 h 2832246"/>
              <a:gd name="connsiteX0-121" fmla="*/ 964339 w 2612863"/>
              <a:gd name="connsiteY0-122" fmla="*/ 1150907 h 2832246"/>
              <a:gd name="connsiteX1-123" fmla="*/ 564289 w 2612863"/>
              <a:gd name="connsiteY1-124" fmla="*/ 1633507 h 2832246"/>
              <a:gd name="connsiteX2-125" fmla="*/ 164239 w 2612863"/>
              <a:gd name="connsiteY2-126" fmla="*/ 2478057 h 2832246"/>
              <a:gd name="connsiteX3-127" fmla="*/ 20620 w 2612863"/>
              <a:gd name="connsiteY3-128" fmla="*/ 2823934 h 2832246"/>
              <a:gd name="connsiteX4-129" fmla="*/ 16386 w 2612863"/>
              <a:gd name="connsiteY4-130" fmla="*/ 2832246 h 2832246"/>
              <a:gd name="connsiteX5-131" fmla="*/ 0 w 2612863"/>
              <a:gd name="connsiteY5-132" fmla="*/ 2781134 h 2832246"/>
              <a:gd name="connsiteX6-133" fmla="*/ 35434 w 2612863"/>
              <a:gd name="connsiteY6-134" fmla="*/ 2656357 h 2832246"/>
              <a:gd name="connsiteX7-135" fmla="*/ 2541633 w 2612863"/>
              <a:gd name="connsiteY7-136" fmla="*/ 24101 h 2832246"/>
              <a:gd name="connsiteX8-137" fmla="*/ 2612863 w 2612863"/>
              <a:gd name="connsiteY8-138" fmla="*/ 0 h 2832246"/>
              <a:gd name="connsiteX0-139" fmla="*/ 564289 w 2612863"/>
              <a:gd name="connsiteY0-140" fmla="*/ 1633507 h 2832246"/>
              <a:gd name="connsiteX1-141" fmla="*/ 164239 w 2612863"/>
              <a:gd name="connsiteY1-142" fmla="*/ 2478057 h 2832246"/>
              <a:gd name="connsiteX2-143" fmla="*/ 20620 w 2612863"/>
              <a:gd name="connsiteY2-144" fmla="*/ 2823934 h 2832246"/>
              <a:gd name="connsiteX3-145" fmla="*/ 16386 w 2612863"/>
              <a:gd name="connsiteY3-146" fmla="*/ 2832246 h 2832246"/>
              <a:gd name="connsiteX4-147" fmla="*/ 0 w 2612863"/>
              <a:gd name="connsiteY4-148" fmla="*/ 2781134 h 2832246"/>
              <a:gd name="connsiteX5-149" fmla="*/ 35434 w 2612863"/>
              <a:gd name="connsiteY5-150" fmla="*/ 2656357 h 2832246"/>
              <a:gd name="connsiteX6-151" fmla="*/ 2541633 w 2612863"/>
              <a:gd name="connsiteY6-152" fmla="*/ 24101 h 2832246"/>
              <a:gd name="connsiteX7-153" fmla="*/ 2612863 w 2612863"/>
              <a:gd name="connsiteY7-154" fmla="*/ 0 h 2832246"/>
              <a:gd name="connsiteX0-155" fmla="*/ 164239 w 2612863"/>
              <a:gd name="connsiteY0-156" fmla="*/ 2478057 h 2832246"/>
              <a:gd name="connsiteX1-157" fmla="*/ 20620 w 2612863"/>
              <a:gd name="connsiteY1-158" fmla="*/ 2823934 h 2832246"/>
              <a:gd name="connsiteX2-159" fmla="*/ 16386 w 2612863"/>
              <a:gd name="connsiteY2-160" fmla="*/ 2832246 h 2832246"/>
              <a:gd name="connsiteX3-161" fmla="*/ 0 w 2612863"/>
              <a:gd name="connsiteY3-162" fmla="*/ 2781134 h 2832246"/>
              <a:gd name="connsiteX4-163" fmla="*/ 35434 w 2612863"/>
              <a:gd name="connsiteY4-164" fmla="*/ 2656357 h 2832246"/>
              <a:gd name="connsiteX5-165" fmla="*/ 2541633 w 2612863"/>
              <a:gd name="connsiteY5-166" fmla="*/ 24101 h 2832246"/>
              <a:gd name="connsiteX6-167" fmla="*/ 2612863 w 2612863"/>
              <a:gd name="connsiteY6-168" fmla="*/ 0 h 2832246"/>
              <a:gd name="connsiteX0-169" fmla="*/ 20620 w 2612863"/>
              <a:gd name="connsiteY0-170" fmla="*/ 2823934 h 2832246"/>
              <a:gd name="connsiteX1-171" fmla="*/ 16386 w 2612863"/>
              <a:gd name="connsiteY1-172" fmla="*/ 2832246 h 2832246"/>
              <a:gd name="connsiteX2-173" fmla="*/ 0 w 2612863"/>
              <a:gd name="connsiteY2-174" fmla="*/ 2781134 h 2832246"/>
              <a:gd name="connsiteX3-175" fmla="*/ 35434 w 2612863"/>
              <a:gd name="connsiteY3-176" fmla="*/ 2656357 h 2832246"/>
              <a:gd name="connsiteX4-177" fmla="*/ 2541633 w 2612863"/>
              <a:gd name="connsiteY4-178" fmla="*/ 24101 h 2832246"/>
              <a:gd name="connsiteX5-179" fmla="*/ 2612863 w 2612863"/>
              <a:gd name="connsiteY5-180" fmla="*/ 0 h 2832246"/>
              <a:gd name="connsiteX0-181" fmla="*/ 20620 w 2612863"/>
              <a:gd name="connsiteY0-182" fmla="*/ 2823934 h 2823934"/>
              <a:gd name="connsiteX1-183" fmla="*/ 0 w 2612863"/>
              <a:gd name="connsiteY1-184" fmla="*/ 2781134 h 2823934"/>
              <a:gd name="connsiteX2-185" fmla="*/ 35434 w 2612863"/>
              <a:gd name="connsiteY2-186" fmla="*/ 2656357 h 2823934"/>
              <a:gd name="connsiteX3-187" fmla="*/ 2541633 w 2612863"/>
              <a:gd name="connsiteY3-188" fmla="*/ 24101 h 2823934"/>
              <a:gd name="connsiteX4-189" fmla="*/ 2612863 w 2612863"/>
              <a:gd name="connsiteY4-190" fmla="*/ 0 h 2823934"/>
              <a:gd name="connsiteX0-191" fmla="*/ 0 w 2612863"/>
              <a:gd name="connsiteY0-192" fmla="*/ 2781134 h 2781134"/>
              <a:gd name="connsiteX1-193" fmla="*/ 35434 w 2612863"/>
              <a:gd name="connsiteY1-194" fmla="*/ 2656357 h 2781134"/>
              <a:gd name="connsiteX2-195" fmla="*/ 2541633 w 2612863"/>
              <a:gd name="connsiteY2-196" fmla="*/ 24101 h 2781134"/>
              <a:gd name="connsiteX3-197" fmla="*/ 2612863 w 2612863"/>
              <a:gd name="connsiteY3-198" fmla="*/ 0 h 2781134"/>
            </a:gdLst>
            <a:ahLst/>
            <a:cxnLst>
              <a:cxn ang="0">
                <a:pos x="connsiteX0-1" y="connsiteY0-2"/>
              </a:cxn>
              <a:cxn ang="0">
                <a:pos x="connsiteX1-3" y="connsiteY1-4"/>
              </a:cxn>
              <a:cxn ang="0">
                <a:pos x="connsiteX2-5" y="connsiteY2-6"/>
              </a:cxn>
              <a:cxn ang="0">
                <a:pos x="connsiteX3-7" y="connsiteY3-8"/>
              </a:cxn>
            </a:cxnLst>
            <a:rect l="l" t="t" r="r" b="b"/>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9" name="任意多边形: 形状 18"/>
          <p:cNvSpPr/>
          <p:nvPr>
            <p:custDataLst>
              <p:tags r:id="rId26"/>
            </p:custDataLst>
          </p:nvPr>
        </p:nvSpPr>
        <p:spPr>
          <a:xfrm rot="10505744" flipH="1">
            <a:off x="7242810" y="1079500"/>
            <a:ext cx="4134485" cy="4400550"/>
          </a:xfrm>
          <a:custGeom>
            <a:avLst/>
            <a:gdLst>
              <a:gd name="connsiteX0" fmla="*/ 2740621 w 2852093"/>
              <a:gd name="connsiteY0" fmla="*/ 0 h 3028139"/>
              <a:gd name="connsiteX1" fmla="*/ 2814697 w 2852093"/>
              <a:gd name="connsiteY1" fmla="*/ 17806 h 3028139"/>
              <a:gd name="connsiteX2" fmla="*/ 2852093 w 2852093"/>
              <a:gd name="connsiteY2" fmla="*/ 31493 h 3028139"/>
              <a:gd name="connsiteX3" fmla="*/ 2722765 w 2852093"/>
              <a:gd name="connsiteY3" fmla="*/ 68218 h 3028139"/>
              <a:gd name="connsiteX4" fmla="*/ 78308 w 2852093"/>
              <a:gd name="connsiteY4" fmla="*/ 2846557 h 3028139"/>
              <a:gd name="connsiteX5" fmla="*/ 36399 w 2852093"/>
              <a:gd name="connsiteY5" fmla="*/ 3028139 h 3028139"/>
              <a:gd name="connsiteX6" fmla="*/ 0 w 2852093"/>
              <a:gd name="connsiteY6" fmla="*/ 2914601 h 3028139"/>
              <a:gd name="connsiteX7" fmla="*/ 14590 w 2852093"/>
              <a:gd name="connsiteY7" fmla="*/ 2876851 h 3028139"/>
              <a:gd name="connsiteX8" fmla="*/ 380261 w 2852093"/>
              <a:gd name="connsiteY8" fmla="*/ 1938341 h 3028139"/>
              <a:gd name="connsiteX9" fmla="*/ 970811 w 2852093"/>
              <a:gd name="connsiteY9" fmla="*/ 1106491 h 3028139"/>
              <a:gd name="connsiteX10" fmla="*/ 1802661 w 2852093"/>
              <a:gd name="connsiteY10" fmla="*/ 420691 h 3028139"/>
              <a:gd name="connsiteX11" fmla="*/ 2507511 w 2852093"/>
              <a:gd name="connsiteY11" fmla="*/ 77791 h 3028139"/>
              <a:gd name="connsiteX12" fmla="*/ 2644879 w 2852093"/>
              <a:gd name="connsiteY12" fmla="*/ 27487 h 3028139"/>
              <a:gd name="connsiteX13" fmla="*/ 2740621 w 2852093"/>
              <a:gd name="connsiteY13" fmla="*/ 0 h 3028139"/>
              <a:gd name="connsiteX0-1" fmla="*/ 2644879 w 2852093"/>
              <a:gd name="connsiteY0-2" fmla="*/ 27487 h 3028139"/>
              <a:gd name="connsiteX1-3" fmla="*/ 2740621 w 2852093"/>
              <a:gd name="connsiteY1-4" fmla="*/ 0 h 3028139"/>
              <a:gd name="connsiteX2-5" fmla="*/ 2814697 w 2852093"/>
              <a:gd name="connsiteY2-6" fmla="*/ 17806 h 3028139"/>
              <a:gd name="connsiteX3-7" fmla="*/ 2852093 w 2852093"/>
              <a:gd name="connsiteY3-8" fmla="*/ 31493 h 3028139"/>
              <a:gd name="connsiteX4-9" fmla="*/ 2722765 w 2852093"/>
              <a:gd name="connsiteY4-10" fmla="*/ 68218 h 3028139"/>
              <a:gd name="connsiteX5-11" fmla="*/ 78308 w 2852093"/>
              <a:gd name="connsiteY5-12" fmla="*/ 2846557 h 3028139"/>
              <a:gd name="connsiteX6-13" fmla="*/ 36399 w 2852093"/>
              <a:gd name="connsiteY6-14" fmla="*/ 3028139 h 3028139"/>
              <a:gd name="connsiteX7-15" fmla="*/ 0 w 2852093"/>
              <a:gd name="connsiteY7-16" fmla="*/ 2914601 h 3028139"/>
              <a:gd name="connsiteX8-17" fmla="*/ 14590 w 2852093"/>
              <a:gd name="connsiteY8-18" fmla="*/ 2876851 h 3028139"/>
              <a:gd name="connsiteX9-19" fmla="*/ 380261 w 2852093"/>
              <a:gd name="connsiteY9-20" fmla="*/ 1938341 h 3028139"/>
              <a:gd name="connsiteX10-21" fmla="*/ 970811 w 2852093"/>
              <a:gd name="connsiteY10-22" fmla="*/ 1106491 h 3028139"/>
              <a:gd name="connsiteX11-23" fmla="*/ 1802661 w 2852093"/>
              <a:gd name="connsiteY11-24" fmla="*/ 420691 h 3028139"/>
              <a:gd name="connsiteX12-25" fmla="*/ 2507511 w 2852093"/>
              <a:gd name="connsiteY12-26" fmla="*/ 77791 h 3028139"/>
              <a:gd name="connsiteX13-27" fmla="*/ 2736319 w 2852093"/>
              <a:gd name="connsiteY13-28" fmla="*/ 118927 h 3028139"/>
              <a:gd name="connsiteX0-29" fmla="*/ 2644879 w 2852093"/>
              <a:gd name="connsiteY0-30" fmla="*/ 27487 h 3028139"/>
              <a:gd name="connsiteX1-31" fmla="*/ 2740621 w 2852093"/>
              <a:gd name="connsiteY1-32" fmla="*/ 0 h 3028139"/>
              <a:gd name="connsiteX2-33" fmla="*/ 2814697 w 2852093"/>
              <a:gd name="connsiteY2-34" fmla="*/ 17806 h 3028139"/>
              <a:gd name="connsiteX3-35" fmla="*/ 2852093 w 2852093"/>
              <a:gd name="connsiteY3-36" fmla="*/ 31493 h 3028139"/>
              <a:gd name="connsiteX4-37" fmla="*/ 2722765 w 2852093"/>
              <a:gd name="connsiteY4-38" fmla="*/ 68218 h 3028139"/>
              <a:gd name="connsiteX5-39" fmla="*/ 78308 w 2852093"/>
              <a:gd name="connsiteY5-40" fmla="*/ 2846557 h 3028139"/>
              <a:gd name="connsiteX6-41" fmla="*/ 36399 w 2852093"/>
              <a:gd name="connsiteY6-42" fmla="*/ 3028139 h 3028139"/>
              <a:gd name="connsiteX7-43" fmla="*/ 0 w 2852093"/>
              <a:gd name="connsiteY7-44" fmla="*/ 2914601 h 3028139"/>
              <a:gd name="connsiteX8-45" fmla="*/ 14590 w 2852093"/>
              <a:gd name="connsiteY8-46" fmla="*/ 2876851 h 3028139"/>
              <a:gd name="connsiteX9-47" fmla="*/ 380261 w 2852093"/>
              <a:gd name="connsiteY9-48" fmla="*/ 1938341 h 3028139"/>
              <a:gd name="connsiteX10-49" fmla="*/ 970811 w 2852093"/>
              <a:gd name="connsiteY10-50" fmla="*/ 1106491 h 3028139"/>
              <a:gd name="connsiteX11-51" fmla="*/ 1802661 w 2852093"/>
              <a:gd name="connsiteY11-52" fmla="*/ 420691 h 3028139"/>
              <a:gd name="connsiteX12-53" fmla="*/ 2507511 w 2852093"/>
              <a:gd name="connsiteY12-54" fmla="*/ 77791 h 3028139"/>
              <a:gd name="connsiteX0-55" fmla="*/ 2644879 w 2852093"/>
              <a:gd name="connsiteY0-56" fmla="*/ 27487 h 3028139"/>
              <a:gd name="connsiteX1-57" fmla="*/ 2740621 w 2852093"/>
              <a:gd name="connsiteY1-58" fmla="*/ 0 h 3028139"/>
              <a:gd name="connsiteX2-59" fmla="*/ 2814697 w 2852093"/>
              <a:gd name="connsiteY2-60" fmla="*/ 17806 h 3028139"/>
              <a:gd name="connsiteX3-61" fmla="*/ 2852093 w 2852093"/>
              <a:gd name="connsiteY3-62" fmla="*/ 31493 h 3028139"/>
              <a:gd name="connsiteX4-63" fmla="*/ 2722765 w 2852093"/>
              <a:gd name="connsiteY4-64" fmla="*/ 68218 h 3028139"/>
              <a:gd name="connsiteX5-65" fmla="*/ 78308 w 2852093"/>
              <a:gd name="connsiteY5-66" fmla="*/ 2846557 h 3028139"/>
              <a:gd name="connsiteX6-67" fmla="*/ 36399 w 2852093"/>
              <a:gd name="connsiteY6-68" fmla="*/ 3028139 h 3028139"/>
              <a:gd name="connsiteX7-69" fmla="*/ 0 w 2852093"/>
              <a:gd name="connsiteY7-70" fmla="*/ 2914601 h 3028139"/>
              <a:gd name="connsiteX8-71" fmla="*/ 14590 w 2852093"/>
              <a:gd name="connsiteY8-72" fmla="*/ 2876851 h 3028139"/>
              <a:gd name="connsiteX9-73" fmla="*/ 380261 w 2852093"/>
              <a:gd name="connsiteY9-74" fmla="*/ 1938341 h 3028139"/>
              <a:gd name="connsiteX10-75" fmla="*/ 970811 w 2852093"/>
              <a:gd name="connsiteY10-76" fmla="*/ 1106491 h 3028139"/>
              <a:gd name="connsiteX11-77" fmla="*/ 1802661 w 2852093"/>
              <a:gd name="connsiteY11-78" fmla="*/ 420691 h 3028139"/>
              <a:gd name="connsiteX0-79" fmla="*/ 2644879 w 2852093"/>
              <a:gd name="connsiteY0-80" fmla="*/ 27487 h 3028139"/>
              <a:gd name="connsiteX1-81" fmla="*/ 2740621 w 2852093"/>
              <a:gd name="connsiteY1-82" fmla="*/ 0 h 3028139"/>
              <a:gd name="connsiteX2-83" fmla="*/ 2814697 w 2852093"/>
              <a:gd name="connsiteY2-84" fmla="*/ 17806 h 3028139"/>
              <a:gd name="connsiteX3-85" fmla="*/ 2852093 w 2852093"/>
              <a:gd name="connsiteY3-86" fmla="*/ 31493 h 3028139"/>
              <a:gd name="connsiteX4-87" fmla="*/ 2722765 w 2852093"/>
              <a:gd name="connsiteY4-88" fmla="*/ 68218 h 3028139"/>
              <a:gd name="connsiteX5-89" fmla="*/ 78308 w 2852093"/>
              <a:gd name="connsiteY5-90" fmla="*/ 2846557 h 3028139"/>
              <a:gd name="connsiteX6-91" fmla="*/ 36399 w 2852093"/>
              <a:gd name="connsiteY6-92" fmla="*/ 3028139 h 3028139"/>
              <a:gd name="connsiteX7-93" fmla="*/ 0 w 2852093"/>
              <a:gd name="connsiteY7-94" fmla="*/ 2914601 h 3028139"/>
              <a:gd name="connsiteX8-95" fmla="*/ 14590 w 2852093"/>
              <a:gd name="connsiteY8-96" fmla="*/ 2876851 h 3028139"/>
              <a:gd name="connsiteX9-97" fmla="*/ 380261 w 2852093"/>
              <a:gd name="connsiteY9-98" fmla="*/ 1938341 h 3028139"/>
              <a:gd name="connsiteX10-99" fmla="*/ 970811 w 2852093"/>
              <a:gd name="connsiteY10-100" fmla="*/ 1106491 h 3028139"/>
              <a:gd name="connsiteX0-101" fmla="*/ 2644879 w 2852093"/>
              <a:gd name="connsiteY0-102" fmla="*/ 27487 h 3028139"/>
              <a:gd name="connsiteX1-103" fmla="*/ 2740621 w 2852093"/>
              <a:gd name="connsiteY1-104" fmla="*/ 0 h 3028139"/>
              <a:gd name="connsiteX2-105" fmla="*/ 2814697 w 2852093"/>
              <a:gd name="connsiteY2-106" fmla="*/ 17806 h 3028139"/>
              <a:gd name="connsiteX3-107" fmla="*/ 2852093 w 2852093"/>
              <a:gd name="connsiteY3-108" fmla="*/ 31493 h 3028139"/>
              <a:gd name="connsiteX4-109" fmla="*/ 2722765 w 2852093"/>
              <a:gd name="connsiteY4-110" fmla="*/ 68218 h 3028139"/>
              <a:gd name="connsiteX5-111" fmla="*/ 78308 w 2852093"/>
              <a:gd name="connsiteY5-112" fmla="*/ 2846557 h 3028139"/>
              <a:gd name="connsiteX6-113" fmla="*/ 36399 w 2852093"/>
              <a:gd name="connsiteY6-114" fmla="*/ 3028139 h 3028139"/>
              <a:gd name="connsiteX7-115" fmla="*/ 0 w 2852093"/>
              <a:gd name="connsiteY7-116" fmla="*/ 2914601 h 3028139"/>
              <a:gd name="connsiteX8-117" fmla="*/ 14590 w 2852093"/>
              <a:gd name="connsiteY8-118" fmla="*/ 2876851 h 3028139"/>
              <a:gd name="connsiteX9-119" fmla="*/ 380261 w 2852093"/>
              <a:gd name="connsiteY9-120" fmla="*/ 1938341 h 3028139"/>
              <a:gd name="connsiteX0-121" fmla="*/ 2644879 w 2852093"/>
              <a:gd name="connsiteY0-122" fmla="*/ 27487 h 3028139"/>
              <a:gd name="connsiteX1-123" fmla="*/ 2740621 w 2852093"/>
              <a:gd name="connsiteY1-124" fmla="*/ 0 h 3028139"/>
              <a:gd name="connsiteX2-125" fmla="*/ 2814697 w 2852093"/>
              <a:gd name="connsiteY2-126" fmla="*/ 17806 h 3028139"/>
              <a:gd name="connsiteX3-127" fmla="*/ 2852093 w 2852093"/>
              <a:gd name="connsiteY3-128" fmla="*/ 31493 h 3028139"/>
              <a:gd name="connsiteX4-129" fmla="*/ 2722765 w 2852093"/>
              <a:gd name="connsiteY4-130" fmla="*/ 68218 h 3028139"/>
              <a:gd name="connsiteX5-131" fmla="*/ 78308 w 2852093"/>
              <a:gd name="connsiteY5-132" fmla="*/ 2846557 h 3028139"/>
              <a:gd name="connsiteX6-133" fmla="*/ 36399 w 2852093"/>
              <a:gd name="connsiteY6-134" fmla="*/ 3028139 h 3028139"/>
              <a:gd name="connsiteX7-135" fmla="*/ 0 w 2852093"/>
              <a:gd name="connsiteY7-136" fmla="*/ 2914601 h 3028139"/>
              <a:gd name="connsiteX8-137" fmla="*/ 14590 w 2852093"/>
              <a:gd name="connsiteY8-138" fmla="*/ 2876851 h 3028139"/>
              <a:gd name="connsiteX0-139" fmla="*/ 2644879 w 2852093"/>
              <a:gd name="connsiteY0-140" fmla="*/ 27487 h 3028139"/>
              <a:gd name="connsiteX1-141" fmla="*/ 2740621 w 2852093"/>
              <a:gd name="connsiteY1-142" fmla="*/ 0 h 3028139"/>
              <a:gd name="connsiteX2-143" fmla="*/ 2814697 w 2852093"/>
              <a:gd name="connsiteY2-144" fmla="*/ 17806 h 3028139"/>
              <a:gd name="connsiteX3-145" fmla="*/ 2852093 w 2852093"/>
              <a:gd name="connsiteY3-146" fmla="*/ 31493 h 3028139"/>
              <a:gd name="connsiteX4-147" fmla="*/ 2722765 w 2852093"/>
              <a:gd name="connsiteY4-148" fmla="*/ 68218 h 3028139"/>
              <a:gd name="connsiteX5-149" fmla="*/ 78308 w 2852093"/>
              <a:gd name="connsiteY5-150" fmla="*/ 2846557 h 3028139"/>
              <a:gd name="connsiteX6-151" fmla="*/ 36399 w 2852093"/>
              <a:gd name="connsiteY6-152" fmla="*/ 3028139 h 3028139"/>
              <a:gd name="connsiteX7-153" fmla="*/ 0 w 2852093"/>
              <a:gd name="connsiteY7-154" fmla="*/ 2914601 h 3028139"/>
              <a:gd name="connsiteX0-155" fmla="*/ 2608480 w 2815694"/>
              <a:gd name="connsiteY0-156" fmla="*/ 27487 h 3028139"/>
              <a:gd name="connsiteX1-157" fmla="*/ 2704222 w 2815694"/>
              <a:gd name="connsiteY1-158" fmla="*/ 0 h 3028139"/>
              <a:gd name="connsiteX2-159" fmla="*/ 2778298 w 2815694"/>
              <a:gd name="connsiteY2-160" fmla="*/ 17806 h 3028139"/>
              <a:gd name="connsiteX3-161" fmla="*/ 2815694 w 2815694"/>
              <a:gd name="connsiteY3-162" fmla="*/ 31493 h 3028139"/>
              <a:gd name="connsiteX4-163" fmla="*/ 2686366 w 2815694"/>
              <a:gd name="connsiteY4-164" fmla="*/ 68218 h 3028139"/>
              <a:gd name="connsiteX5-165" fmla="*/ 41909 w 2815694"/>
              <a:gd name="connsiteY5-166" fmla="*/ 2846557 h 3028139"/>
              <a:gd name="connsiteX6-167" fmla="*/ 0 w 2815694"/>
              <a:gd name="connsiteY6-168" fmla="*/ 3028139 h 3028139"/>
              <a:gd name="connsiteX0-169" fmla="*/ 2704222 w 2815694"/>
              <a:gd name="connsiteY0-170" fmla="*/ 0 h 3028139"/>
              <a:gd name="connsiteX1-171" fmla="*/ 2778298 w 2815694"/>
              <a:gd name="connsiteY1-172" fmla="*/ 17806 h 3028139"/>
              <a:gd name="connsiteX2-173" fmla="*/ 2815694 w 2815694"/>
              <a:gd name="connsiteY2-174" fmla="*/ 31493 h 3028139"/>
              <a:gd name="connsiteX3-175" fmla="*/ 2686366 w 2815694"/>
              <a:gd name="connsiteY3-176" fmla="*/ 68218 h 3028139"/>
              <a:gd name="connsiteX4-177" fmla="*/ 41909 w 2815694"/>
              <a:gd name="connsiteY4-178" fmla="*/ 2846557 h 3028139"/>
              <a:gd name="connsiteX5-179" fmla="*/ 0 w 2815694"/>
              <a:gd name="connsiteY5-180" fmla="*/ 3028139 h 3028139"/>
              <a:gd name="connsiteX0-181" fmla="*/ 2704222 w 2815694"/>
              <a:gd name="connsiteY0-182" fmla="*/ 0 h 3028139"/>
              <a:gd name="connsiteX1-183" fmla="*/ 2815694 w 2815694"/>
              <a:gd name="connsiteY1-184" fmla="*/ 31493 h 3028139"/>
              <a:gd name="connsiteX2-185" fmla="*/ 2686366 w 2815694"/>
              <a:gd name="connsiteY2-186" fmla="*/ 68218 h 3028139"/>
              <a:gd name="connsiteX3-187" fmla="*/ 41909 w 2815694"/>
              <a:gd name="connsiteY3-188" fmla="*/ 2846557 h 3028139"/>
              <a:gd name="connsiteX4-189" fmla="*/ 0 w 2815694"/>
              <a:gd name="connsiteY4-190" fmla="*/ 3028139 h 3028139"/>
              <a:gd name="connsiteX0-191" fmla="*/ 2815694 w 2815694"/>
              <a:gd name="connsiteY0-192" fmla="*/ 0 h 2996646"/>
              <a:gd name="connsiteX1-193" fmla="*/ 2686366 w 2815694"/>
              <a:gd name="connsiteY1-194" fmla="*/ 36725 h 2996646"/>
              <a:gd name="connsiteX2-195" fmla="*/ 41909 w 2815694"/>
              <a:gd name="connsiteY2-196" fmla="*/ 2815064 h 2996646"/>
              <a:gd name="connsiteX3-197" fmla="*/ 0 w 2815694"/>
              <a:gd name="connsiteY3-198" fmla="*/ 2996646 h 2996646"/>
            </a:gdLst>
            <a:ahLst/>
            <a:cxnLst>
              <a:cxn ang="0">
                <a:pos x="connsiteX0-1" y="connsiteY0-2"/>
              </a:cxn>
              <a:cxn ang="0">
                <a:pos x="connsiteX1-3" y="connsiteY1-4"/>
              </a:cxn>
              <a:cxn ang="0">
                <a:pos x="connsiteX2-5" y="connsiteY2-6"/>
              </a:cxn>
              <a:cxn ang="0">
                <a:pos x="connsiteX3-7" y="connsiteY3-8"/>
              </a:cxn>
            </a:cxnLst>
            <a:rect l="l" t="t" r="r" b="b"/>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4" name="任意多边形: 形状 133"/>
          <p:cNvSpPr/>
          <p:nvPr>
            <p:custDataLst>
              <p:tags r:id="rId27"/>
            </p:custDataLst>
          </p:nvPr>
        </p:nvSpPr>
        <p:spPr>
          <a:xfrm rot="10505744" flipH="1">
            <a:off x="7708900" y="142875"/>
            <a:ext cx="4288155" cy="4782820"/>
          </a:xfrm>
          <a:custGeom>
            <a:avLst/>
            <a:gdLst>
              <a:gd name="connsiteX0" fmla="*/ 0 w 4304865"/>
              <a:gd name="connsiteY0" fmla="*/ 4782905 h 4782905"/>
              <a:gd name="connsiteX1" fmla="*/ 4304865 w 4304865"/>
              <a:gd name="connsiteY1" fmla="*/ 195751 h 4782905"/>
              <a:gd name="connsiteX2" fmla="*/ 4288068 w 4304865"/>
              <a:gd name="connsiteY2" fmla="*/ 0 h 4782905"/>
              <a:gd name="connsiteX3" fmla="*/ 3928555 w 4304865"/>
              <a:gd name="connsiteY3" fmla="*/ 70602 h 4782905"/>
              <a:gd name="connsiteX4" fmla="*/ 17839 w 4304865"/>
              <a:gd name="connsiteY4" fmla="*/ 4548292 h 4782905"/>
              <a:gd name="connsiteX0-1" fmla="*/ 4304865 w 4396305"/>
              <a:gd name="connsiteY0-2" fmla="*/ 195751 h 4782905"/>
              <a:gd name="connsiteX1-3" fmla="*/ 4288068 w 4396305"/>
              <a:gd name="connsiteY1-4" fmla="*/ 0 h 4782905"/>
              <a:gd name="connsiteX2-5" fmla="*/ 3928555 w 4396305"/>
              <a:gd name="connsiteY2-6" fmla="*/ 70602 h 4782905"/>
              <a:gd name="connsiteX3-7" fmla="*/ 17839 w 4396305"/>
              <a:gd name="connsiteY3-8" fmla="*/ 4548292 h 4782905"/>
              <a:gd name="connsiteX4-9" fmla="*/ 0 w 4396305"/>
              <a:gd name="connsiteY4-10" fmla="*/ 4782905 h 4782905"/>
              <a:gd name="connsiteX5" fmla="*/ 4396305 w 4396305"/>
              <a:gd name="connsiteY5" fmla="*/ 287191 h 4782905"/>
              <a:gd name="connsiteX0-11" fmla="*/ 4304865 w 4304865"/>
              <a:gd name="connsiteY0-12" fmla="*/ 195751 h 4782905"/>
              <a:gd name="connsiteX1-13" fmla="*/ 4288068 w 4304865"/>
              <a:gd name="connsiteY1-14" fmla="*/ 0 h 4782905"/>
              <a:gd name="connsiteX2-15" fmla="*/ 3928555 w 4304865"/>
              <a:gd name="connsiteY2-16" fmla="*/ 70602 h 4782905"/>
              <a:gd name="connsiteX3-17" fmla="*/ 17839 w 4304865"/>
              <a:gd name="connsiteY3-18" fmla="*/ 4548292 h 4782905"/>
              <a:gd name="connsiteX4-19" fmla="*/ 0 w 4304865"/>
              <a:gd name="connsiteY4-20" fmla="*/ 4782905 h 4782905"/>
              <a:gd name="connsiteX0-21" fmla="*/ 4288068 w 4288068"/>
              <a:gd name="connsiteY0-22" fmla="*/ 0 h 4782905"/>
              <a:gd name="connsiteX1-23" fmla="*/ 3928555 w 4288068"/>
              <a:gd name="connsiteY1-24" fmla="*/ 70602 h 4782905"/>
              <a:gd name="connsiteX2-25" fmla="*/ 17839 w 4288068"/>
              <a:gd name="connsiteY2-26" fmla="*/ 4548292 h 4782905"/>
              <a:gd name="connsiteX3-27" fmla="*/ 0 w 4288068"/>
              <a:gd name="connsiteY3-28" fmla="*/ 4782905 h 4782905"/>
            </a:gdLst>
            <a:ahLst/>
            <a:cxnLst>
              <a:cxn ang="0">
                <a:pos x="connsiteX0-1" y="connsiteY0-2"/>
              </a:cxn>
              <a:cxn ang="0">
                <a:pos x="connsiteX1-3" y="connsiteY1-4"/>
              </a:cxn>
              <a:cxn ang="0">
                <a:pos x="connsiteX2-5" y="connsiteY2-6"/>
              </a:cxn>
              <a:cxn ang="0">
                <a:pos x="connsiteX3-7" y="connsiteY3-8"/>
              </a:cxn>
            </a:cxnLst>
            <a:rect l="l" t="t" r="r" b="b"/>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31" name="任意多边形: 形状 130"/>
          <p:cNvSpPr/>
          <p:nvPr>
            <p:custDataLst>
              <p:tags r:id="rId28"/>
            </p:custDataLst>
          </p:nvPr>
        </p:nvSpPr>
        <p:spPr>
          <a:xfrm rot="10505744" flipH="1">
            <a:off x="7887335" y="-81915"/>
            <a:ext cx="4109085" cy="4794250"/>
          </a:xfrm>
          <a:custGeom>
            <a:avLst/>
            <a:gdLst>
              <a:gd name="connsiteX0" fmla="*/ 0 w 4141638"/>
              <a:gd name="connsiteY0" fmla="*/ 4794215 h 4794215"/>
              <a:gd name="connsiteX1" fmla="*/ 4141638 w 4141638"/>
              <a:gd name="connsiteY1" fmla="*/ 380598 h 4794215"/>
              <a:gd name="connsiteX2" fmla="*/ 4108980 w 4141638"/>
              <a:gd name="connsiteY2" fmla="*/ 0 h 4794215"/>
              <a:gd name="connsiteX3" fmla="*/ 3989868 w 4141638"/>
              <a:gd name="connsiteY3" fmla="*/ 17610 h 4794215"/>
              <a:gd name="connsiteX4" fmla="*/ 4531 w 4141638"/>
              <a:gd name="connsiteY4" fmla="*/ 4615010 h 4794215"/>
              <a:gd name="connsiteX5" fmla="*/ 0 w 4141638"/>
              <a:gd name="connsiteY5" fmla="*/ 4794215 h 4794215"/>
              <a:gd name="connsiteX0-1" fmla="*/ 4141638 w 4233078"/>
              <a:gd name="connsiteY0-2" fmla="*/ 380598 h 4794215"/>
              <a:gd name="connsiteX1-3" fmla="*/ 4108980 w 4233078"/>
              <a:gd name="connsiteY1-4" fmla="*/ 0 h 4794215"/>
              <a:gd name="connsiteX2-5" fmla="*/ 3989868 w 4233078"/>
              <a:gd name="connsiteY2-6" fmla="*/ 17610 h 4794215"/>
              <a:gd name="connsiteX3-7" fmla="*/ 4531 w 4233078"/>
              <a:gd name="connsiteY3-8" fmla="*/ 4615010 h 4794215"/>
              <a:gd name="connsiteX4-9" fmla="*/ 0 w 4233078"/>
              <a:gd name="connsiteY4-10" fmla="*/ 4794215 h 4794215"/>
              <a:gd name="connsiteX5-11" fmla="*/ 4233078 w 4233078"/>
              <a:gd name="connsiteY5-12" fmla="*/ 472038 h 4794215"/>
              <a:gd name="connsiteX0-13" fmla="*/ 4141638 w 4141638"/>
              <a:gd name="connsiteY0-14" fmla="*/ 380598 h 4794215"/>
              <a:gd name="connsiteX1-15" fmla="*/ 4108980 w 4141638"/>
              <a:gd name="connsiteY1-16" fmla="*/ 0 h 4794215"/>
              <a:gd name="connsiteX2-17" fmla="*/ 3989868 w 4141638"/>
              <a:gd name="connsiteY2-18" fmla="*/ 17610 h 4794215"/>
              <a:gd name="connsiteX3-19" fmla="*/ 4531 w 4141638"/>
              <a:gd name="connsiteY3-20" fmla="*/ 4615010 h 4794215"/>
              <a:gd name="connsiteX4-21" fmla="*/ 0 w 4141638"/>
              <a:gd name="connsiteY4-22" fmla="*/ 4794215 h 4794215"/>
              <a:gd name="connsiteX0-23" fmla="*/ 4108980 w 4108980"/>
              <a:gd name="connsiteY0-24" fmla="*/ 0 h 4794215"/>
              <a:gd name="connsiteX1-25" fmla="*/ 3989868 w 4108980"/>
              <a:gd name="connsiteY1-26" fmla="*/ 17610 h 4794215"/>
              <a:gd name="connsiteX2-27" fmla="*/ 4531 w 4108980"/>
              <a:gd name="connsiteY2-28" fmla="*/ 4615010 h 4794215"/>
              <a:gd name="connsiteX3-29" fmla="*/ 0 w 4108980"/>
              <a:gd name="connsiteY3-30" fmla="*/ 4794215 h 4794215"/>
            </a:gdLst>
            <a:ahLst/>
            <a:cxnLst>
              <a:cxn ang="0">
                <a:pos x="connsiteX0-1" y="connsiteY0-2"/>
              </a:cxn>
              <a:cxn ang="0">
                <a:pos x="connsiteX1-3" y="connsiteY1-4"/>
              </a:cxn>
              <a:cxn ang="0">
                <a:pos x="connsiteX2-5" y="connsiteY2-6"/>
              </a:cxn>
              <a:cxn ang="0">
                <a:pos x="connsiteX3-7" y="connsiteY3-8"/>
              </a:cxn>
            </a:cxnLst>
            <a:rect l="l" t="t" r="r" b="b"/>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22" name="任意多边形: 形状 121"/>
          <p:cNvSpPr/>
          <p:nvPr>
            <p:custDataLst>
              <p:tags r:id="rId29"/>
            </p:custDataLst>
          </p:nvPr>
        </p:nvSpPr>
        <p:spPr>
          <a:xfrm rot="10505744" flipH="1">
            <a:off x="8481060" y="-151765"/>
            <a:ext cx="3538855" cy="4214495"/>
          </a:xfrm>
          <a:custGeom>
            <a:avLst/>
            <a:gdLst>
              <a:gd name="connsiteX0" fmla="*/ 0 w 3612025"/>
              <a:gd name="connsiteY0" fmla="*/ 4214790 h 4214790"/>
              <a:gd name="connsiteX1" fmla="*/ 492182 w 3612025"/>
              <a:gd name="connsiteY1" fmla="*/ 4172558 h 4214790"/>
              <a:gd name="connsiteX2" fmla="*/ 3612025 w 3612025"/>
              <a:gd name="connsiteY2" fmla="*/ 853309 h 4214790"/>
              <a:gd name="connsiteX3" fmla="*/ 3538807 w 3612025"/>
              <a:gd name="connsiteY3" fmla="*/ 0 h 4214790"/>
              <a:gd name="connsiteX4" fmla="*/ 3499564 w 3612025"/>
              <a:gd name="connsiteY4" fmla="*/ 5613 h 4214790"/>
              <a:gd name="connsiteX5" fmla="*/ 20639 w 3612025"/>
              <a:gd name="connsiteY5" fmla="*/ 3806010 h 4214790"/>
              <a:gd name="connsiteX0-1" fmla="*/ 3612025 w 3703465"/>
              <a:gd name="connsiteY0-2" fmla="*/ 853309 h 4214790"/>
              <a:gd name="connsiteX1-3" fmla="*/ 3538807 w 3703465"/>
              <a:gd name="connsiteY1-4" fmla="*/ 0 h 4214790"/>
              <a:gd name="connsiteX2-5" fmla="*/ 3499564 w 3703465"/>
              <a:gd name="connsiteY2-6" fmla="*/ 5613 h 4214790"/>
              <a:gd name="connsiteX3-7" fmla="*/ 20639 w 3703465"/>
              <a:gd name="connsiteY3-8" fmla="*/ 3806010 h 4214790"/>
              <a:gd name="connsiteX4-9" fmla="*/ 0 w 3703465"/>
              <a:gd name="connsiteY4-10" fmla="*/ 4214790 h 4214790"/>
              <a:gd name="connsiteX5-11" fmla="*/ 492182 w 3703465"/>
              <a:gd name="connsiteY5-12" fmla="*/ 4172558 h 4214790"/>
              <a:gd name="connsiteX6" fmla="*/ 3703465 w 3703465"/>
              <a:gd name="connsiteY6" fmla="*/ 944749 h 4214790"/>
              <a:gd name="connsiteX0-13" fmla="*/ 3612025 w 3612025"/>
              <a:gd name="connsiteY0-14" fmla="*/ 853309 h 4214790"/>
              <a:gd name="connsiteX1-15" fmla="*/ 3538807 w 3612025"/>
              <a:gd name="connsiteY1-16" fmla="*/ 0 h 4214790"/>
              <a:gd name="connsiteX2-17" fmla="*/ 3499564 w 3612025"/>
              <a:gd name="connsiteY2-18" fmla="*/ 5613 h 4214790"/>
              <a:gd name="connsiteX3-19" fmla="*/ 20639 w 3612025"/>
              <a:gd name="connsiteY3-20" fmla="*/ 3806010 h 4214790"/>
              <a:gd name="connsiteX4-21" fmla="*/ 0 w 3612025"/>
              <a:gd name="connsiteY4-22" fmla="*/ 4214790 h 4214790"/>
              <a:gd name="connsiteX5-23" fmla="*/ 492182 w 3612025"/>
              <a:gd name="connsiteY5-24" fmla="*/ 4172558 h 4214790"/>
              <a:gd name="connsiteX0-25" fmla="*/ 3538807 w 3538807"/>
              <a:gd name="connsiteY0-26" fmla="*/ 0 h 4214790"/>
              <a:gd name="connsiteX1-27" fmla="*/ 3499564 w 3538807"/>
              <a:gd name="connsiteY1-28" fmla="*/ 5613 h 4214790"/>
              <a:gd name="connsiteX2-29" fmla="*/ 20639 w 3538807"/>
              <a:gd name="connsiteY2-30" fmla="*/ 3806010 h 4214790"/>
              <a:gd name="connsiteX3-31" fmla="*/ 0 w 3538807"/>
              <a:gd name="connsiteY3-32" fmla="*/ 4214790 h 4214790"/>
              <a:gd name="connsiteX4-33" fmla="*/ 492182 w 3538807"/>
              <a:gd name="connsiteY4-34" fmla="*/ 4172558 h 4214790"/>
              <a:gd name="connsiteX0-35" fmla="*/ 3538807 w 3538807"/>
              <a:gd name="connsiteY0-36" fmla="*/ 0 h 4214790"/>
              <a:gd name="connsiteX1-37" fmla="*/ 3499564 w 3538807"/>
              <a:gd name="connsiteY1-38" fmla="*/ 5613 h 4214790"/>
              <a:gd name="connsiteX2-39" fmla="*/ 20639 w 3538807"/>
              <a:gd name="connsiteY2-40" fmla="*/ 3806010 h 4214790"/>
              <a:gd name="connsiteX3-41" fmla="*/ 0 w 3538807"/>
              <a:gd name="connsiteY3-42" fmla="*/ 4214790 h 4214790"/>
            </a:gdLst>
            <a:ahLst/>
            <a:cxnLst>
              <a:cxn ang="0">
                <a:pos x="connsiteX0-1" y="connsiteY0-2"/>
              </a:cxn>
              <a:cxn ang="0">
                <a:pos x="connsiteX1-3" y="connsiteY1-4"/>
              </a:cxn>
              <a:cxn ang="0">
                <a:pos x="connsiteX2-5" y="connsiteY2-6"/>
              </a:cxn>
              <a:cxn ang="0">
                <a:pos x="connsiteX3-7" y="connsiteY3-8"/>
              </a:cxn>
            </a:cxnLst>
            <a:rect l="l" t="t" r="r" b="b"/>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9" name="任意多边形: 形状 118"/>
          <p:cNvSpPr/>
          <p:nvPr>
            <p:custDataLst>
              <p:tags r:id="rId30"/>
            </p:custDataLst>
          </p:nvPr>
        </p:nvSpPr>
        <p:spPr>
          <a:xfrm rot="10505744" flipH="1">
            <a:off x="8677910" y="-143510"/>
            <a:ext cx="3350895" cy="3993515"/>
          </a:xfrm>
          <a:custGeom>
            <a:avLst/>
            <a:gdLst>
              <a:gd name="connsiteX0" fmla="*/ 0 w 3435065"/>
              <a:gd name="connsiteY0" fmla="*/ 3993354 h 3993354"/>
              <a:gd name="connsiteX1" fmla="*/ 658398 w 3435065"/>
              <a:gd name="connsiteY1" fmla="*/ 3936860 h 3993354"/>
              <a:gd name="connsiteX2" fmla="*/ 3435065 w 3435065"/>
              <a:gd name="connsiteY2" fmla="*/ 979859 h 3993354"/>
              <a:gd name="connsiteX3" fmla="*/ 3350988 w 3435065"/>
              <a:gd name="connsiteY3" fmla="*/ 0 h 3993354"/>
              <a:gd name="connsiteX4" fmla="*/ 3332955 w 3435065"/>
              <a:gd name="connsiteY4" fmla="*/ 2579 h 3993354"/>
              <a:gd name="connsiteX5" fmla="*/ 18694 w 3435065"/>
              <a:gd name="connsiteY5" fmla="*/ 3623095 h 3993354"/>
              <a:gd name="connsiteX0-1" fmla="*/ 3435065 w 3526505"/>
              <a:gd name="connsiteY0-2" fmla="*/ 979859 h 3993354"/>
              <a:gd name="connsiteX1-3" fmla="*/ 3350988 w 3526505"/>
              <a:gd name="connsiteY1-4" fmla="*/ 0 h 3993354"/>
              <a:gd name="connsiteX2-5" fmla="*/ 3332955 w 3526505"/>
              <a:gd name="connsiteY2-6" fmla="*/ 2579 h 3993354"/>
              <a:gd name="connsiteX3-7" fmla="*/ 18694 w 3526505"/>
              <a:gd name="connsiteY3-8" fmla="*/ 3623095 h 3993354"/>
              <a:gd name="connsiteX4-9" fmla="*/ 0 w 3526505"/>
              <a:gd name="connsiteY4-10" fmla="*/ 3993354 h 3993354"/>
              <a:gd name="connsiteX5-11" fmla="*/ 658398 w 3526505"/>
              <a:gd name="connsiteY5-12" fmla="*/ 3936860 h 3993354"/>
              <a:gd name="connsiteX6" fmla="*/ 3526505 w 3526505"/>
              <a:gd name="connsiteY6" fmla="*/ 1071299 h 3993354"/>
              <a:gd name="connsiteX0-13" fmla="*/ 3435065 w 3435065"/>
              <a:gd name="connsiteY0-14" fmla="*/ 979859 h 3993354"/>
              <a:gd name="connsiteX1-15" fmla="*/ 3350988 w 3435065"/>
              <a:gd name="connsiteY1-16" fmla="*/ 0 h 3993354"/>
              <a:gd name="connsiteX2-17" fmla="*/ 3332955 w 3435065"/>
              <a:gd name="connsiteY2-18" fmla="*/ 2579 h 3993354"/>
              <a:gd name="connsiteX3-19" fmla="*/ 18694 w 3435065"/>
              <a:gd name="connsiteY3-20" fmla="*/ 3623095 h 3993354"/>
              <a:gd name="connsiteX4-21" fmla="*/ 0 w 3435065"/>
              <a:gd name="connsiteY4-22" fmla="*/ 3993354 h 3993354"/>
              <a:gd name="connsiteX5-23" fmla="*/ 658398 w 3435065"/>
              <a:gd name="connsiteY5-24" fmla="*/ 3936860 h 3993354"/>
              <a:gd name="connsiteX0-25" fmla="*/ 3350988 w 3350988"/>
              <a:gd name="connsiteY0-26" fmla="*/ 0 h 3993354"/>
              <a:gd name="connsiteX1-27" fmla="*/ 3332955 w 3350988"/>
              <a:gd name="connsiteY1-28" fmla="*/ 2579 h 3993354"/>
              <a:gd name="connsiteX2-29" fmla="*/ 18694 w 3350988"/>
              <a:gd name="connsiteY2-30" fmla="*/ 3623095 h 3993354"/>
              <a:gd name="connsiteX3-31" fmla="*/ 0 w 3350988"/>
              <a:gd name="connsiteY3-32" fmla="*/ 3993354 h 3993354"/>
              <a:gd name="connsiteX4-33" fmla="*/ 658398 w 3350988"/>
              <a:gd name="connsiteY4-34" fmla="*/ 3936860 h 3993354"/>
              <a:gd name="connsiteX0-35" fmla="*/ 3350988 w 3350988"/>
              <a:gd name="connsiteY0-36" fmla="*/ 0 h 3993354"/>
              <a:gd name="connsiteX1-37" fmla="*/ 3332955 w 3350988"/>
              <a:gd name="connsiteY1-38" fmla="*/ 2579 h 3993354"/>
              <a:gd name="connsiteX2-39" fmla="*/ 18694 w 3350988"/>
              <a:gd name="connsiteY2-40" fmla="*/ 3623095 h 3993354"/>
              <a:gd name="connsiteX3-41" fmla="*/ 0 w 3350988"/>
              <a:gd name="connsiteY3-42" fmla="*/ 3993354 h 3993354"/>
            </a:gdLst>
            <a:ahLst/>
            <a:cxnLst>
              <a:cxn ang="0">
                <a:pos x="connsiteX0-1" y="connsiteY0-2"/>
              </a:cxn>
              <a:cxn ang="0">
                <a:pos x="connsiteX1-3" y="connsiteY1-4"/>
              </a:cxn>
              <a:cxn ang="0">
                <a:pos x="connsiteX2-5" y="connsiteY2-6"/>
              </a:cxn>
              <a:cxn ang="0">
                <a:pos x="connsiteX3-7" y="connsiteY3-8"/>
              </a:cxn>
            </a:cxnLst>
            <a:rect l="l" t="t" r="r" b="b"/>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6" name="任意多边形: 形状 115"/>
          <p:cNvSpPr/>
          <p:nvPr>
            <p:custDataLst>
              <p:tags r:id="rId31"/>
            </p:custDataLst>
          </p:nvPr>
        </p:nvSpPr>
        <p:spPr>
          <a:xfrm rot="10505744" flipH="1">
            <a:off x="8873490" y="-135255"/>
            <a:ext cx="3164840" cy="3773805"/>
          </a:xfrm>
          <a:custGeom>
            <a:avLst/>
            <a:gdLst>
              <a:gd name="connsiteX0" fmla="*/ 0 w 3257626"/>
              <a:gd name="connsiteY0" fmla="*/ 3773592 h 3773592"/>
              <a:gd name="connsiteX1" fmla="*/ 799264 w 3257626"/>
              <a:gd name="connsiteY1" fmla="*/ 3705011 h 3773592"/>
              <a:gd name="connsiteX2" fmla="*/ 3257626 w 3257626"/>
              <a:gd name="connsiteY2" fmla="*/ 1081231 h 3773592"/>
              <a:gd name="connsiteX3" fmla="*/ 3164851 w 3257626"/>
              <a:gd name="connsiteY3" fmla="*/ 0 h 3773592"/>
              <a:gd name="connsiteX4" fmla="*/ 2814251 w 3257626"/>
              <a:gd name="connsiteY4" fmla="*/ 84359 h 3773592"/>
              <a:gd name="connsiteX5" fmla="*/ 16767 w 3257626"/>
              <a:gd name="connsiteY5" fmla="*/ 3441508 h 3773592"/>
              <a:gd name="connsiteX0-1" fmla="*/ 3257626 w 3349066"/>
              <a:gd name="connsiteY0-2" fmla="*/ 1081231 h 3773592"/>
              <a:gd name="connsiteX1-3" fmla="*/ 3164851 w 3349066"/>
              <a:gd name="connsiteY1-4" fmla="*/ 0 h 3773592"/>
              <a:gd name="connsiteX2-5" fmla="*/ 2814251 w 3349066"/>
              <a:gd name="connsiteY2-6" fmla="*/ 84359 h 3773592"/>
              <a:gd name="connsiteX3-7" fmla="*/ 16767 w 3349066"/>
              <a:gd name="connsiteY3-8" fmla="*/ 3441508 h 3773592"/>
              <a:gd name="connsiteX4-9" fmla="*/ 0 w 3349066"/>
              <a:gd name="connsiteY4-10" fmla="*/ 3773592 h 3773592"/>
              <a:gd name="connsiteX5-11" fmla="*/ 799264 w 3349066"/>
              <a:gd name="connsiteY5-12" fmla="*/ 3705011 h 3773592"/>
              <a:gd name="connsiteX6" fmla="*/ 3349066 w 3349066"/>
              <a:gd name="connsiteY6" fmla="*/ 1172671 h 3773592"/>
              <a:gd name="connsiteX0-13" fmla="*/ 3257626 w 3257626"/>
              <a:gd name="connsiteY0-14" fmla="*/ 1081231 h 3773592"/>
              <a:gd name="connsiteX1-15" fmla="*/ 3164851 w 3257626"/>
              <a:gd name="connsiteY1-16" fmla="*/ 0 h 3773592"/>
              <a:gd name="connsiteX2-17" fmla="*/ 2814251 w 3257626"/>
              <a:gd name="connsiteY2-18" fmla="*/ 84359 h 3773592"/>
              <a:gd name="connsiteX3-19" fmla="*/ 16767 w 3257626"/>
              <a:gd name="connsiteY3-20" fmla="*/ 3441508 h 3773592"/>
              <a:gd name="connsiteX4-21" fmla="*/ 0 w 3257626"/>
              <a:gd name="connsiteY4-22" fmla="*/ 3773592 h 3773592"/>
              <a:gd name="connsiteX5-23" fmla="*/ 799264 w 3257626"/>
              <a:gd name="connsiteY5-24" fmla="*/ 3705011 h 3773592"/>
              <a:gd name="connsiteX0-25" fmla="*/ 3164851 w 3164851"/>
              <a:gd name="connsiteY0-26" fmla="*/ 0 h 3773592"/>
              <a:gd name="connsiteX1-27" fmla="*/ 2814251 w 3164851"/>
              <a:gd name="connsiteY1-28" fmla="*/ 84359 h 3773592"/>
              <a:gd name="connsiteX2-29" fmla="*/ 16767 w 3164851"/>
              <a:gd name="connsiteY2-30" fmla="*/ 3441508 h 3773592"/>
              <a:gd name="connsiteX3-31" fmla="*/ 0 w 3164851"/>
              <a:gd name="connsiteY3-32" fmla="*/ 3773592 h 3773592"/>
              <a:gd name="connsiteX4-33" fmla="*/ 799264 w 3164851"/>
              <a:gd name="connsiteY4-34" fmla="*/ 3705011 h 3773592"/>
              <a:gd name="connsiteX0-35" fmla="*/ 3164851 w 3164851"/>
              <a:gd name="connsiteY0-36" fmla="*/ 0 h 3773592"/>
              <a:gd name="connsiteX1-37" fmla="*/ 2814251 w 3164851"/>
              <a:gd name="connsiteY1-38" fmla="*/ 84359 h 3773592"/>
              <a:gd name="connsiteX2-39" fmla="*/ 16767 w 3164851"/>
              <a:gd name="connsiteY2-40" fmla="*/ 3441508 h 3773592"/>
              <a:gd name="connsiteX3-41" fmla="*/ 0 w 3164851"/>
              <a:gd name="connsiteY3-42" fmla="*/ 3773592 h 3773592"/>
            </a:gdLst>
            <a:ahLst/>
            <a:cxnLst>
              <a:cxn ang="0">
                <a:pos x="connsiteX0-1" y="connsiteY0-2"/>
              </a:cxn>
              <a:cxn ang="0">
                <a:pos x="connsiteX1-3" y="connsiteY1-4"/>
              </a:cxn>
              <a:cxn ang="0">
                <a:pos x="connsiteX2-5" y="connsiteY2-6"/>
              </a:cxn>
              <a:cxn ang="0">
                <a:pos x="connsiteX3-7" y="connsiteY3-8"/>
              </a:cxn>
            </a:cxnLst>
            <a:rect l="l" t="t" r="r" b="b"/>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3" name="任意多边形: 形状 112"/>
          <p:cNvSpPr/>
          <p:nvPr>
            <p:custDataLst>
              <p:tags r:id="rId32"/>
            </p:custDataLst>
          </p:nvPr>
        </p:nvSpPr>
        <p:spPr>
          <a:xfrm rot="10505744" flipH="1">
            <a:off x="9051290" y="-127635"/>
            <a:ext cx="2995295" cy="3571240"/>
          </a:xfrm>
          <a:custGeom>
            <a:avLst/>
            <a:gdLst>
              <a:gd name="connsiteX0" fmla="*/ 0 w 3095132"/>
              <a:gd name="connsiteY0" fmla="*/ 3571337 h 3571337"/>
              <a:gd name="connsiteX1" fmla="*/ 906252 w 3095132"/>
              <a:gd name="connsiteY1" fmla="*/ 3493576 h 3571337"/>
              <a:gd name="connsiteX2" fmla="*/ 3095132 w 3095132"/>
              <a:gd name="connsiteY2" fmla="*/ 1166743 h 3571337"/>
              <a:gd name="connsiteX3" fmla="*/ 2995020 w 3095132"/>
              <a:gd name="connsiteY3" fmla="*/ 0 h 3571337"/>
              <a:gd name="connsiteX4" fmla="*/ 2680178 w 3095132"/>
              <a:gd name="connsiteY4" fmla="*/ 75755 h 3571337"/>
              <a:gd name="connsiteX5" fmla="*/ 15007 w 3095132"/>
              <a:gd name="connsiteY5" fmla="*/ 3274119 h 3571337"/>
              <a:gd name="connsiteX0-1" fmla="*/ 3095132 w 3186572"/>
              <a:gd name="connsiteY0-2" fmla="*/ 1166743 h 3571337"/>
              <a:gd name="connsiteX1-3" fmla="*/ 2995020 w 3186572"/>
              <a:gd name="connsiteY1-4" fmla="*/ 0 h 3571337"/>
              <a:gd name="connsiteX2-5" fmla="*/ 2680178 w 3186572"/>
              <a:gd name="connsiteY2-6" fmla="*/ 75755 h 3571337"/>
              <a:gd name="connsiteX3-7" fmla="*/ 15007 w 3186572"/>
              <a:gd name="connsiteY3-8" fmla="*/ 3274119 h 3571337"/>
              <a:gd name="connsiteX4-9" fmla="*/ 0 w 3186572"/>
              <a:gd name="connsiteY4-10" fmla="*/ 3571337 h 3571337"/>
              <a:gd name="connsiteX5-11" fmla="*/ 906252 w 3186572"/>
              <a:gd name="connsiteY5-12" fmla="*/ 3493576 h 3571337"/>
              <a:gd name="connsiteX6" fmla="*/ 3186572 w 3186572"/>
              <a:gd name="connsiteY6" fmla="*/ 1258183 h 3571337"/>
              <a:gd name="connsiteX0-13" fmla="*/ 3095132 w 3095132"/>
              <a:gd name="connsiteY0-14" fmla="*/ 1166743 h 3571337"/>
              <a:gd name="connsiteX1-15" fmla="*/ 2995020 w 3095132"/>
              <a:gd name="connsiteY1-16" fmla="*/ 0 h 3571337"/>
              <a:gd name="connsiteX2-17" fmla="*/ 2680178 w 3095132"/>
              <a:gd name="connsiteY2-18" fmla="*/ 75755 h 3571337"/>
              <a:gd name="connsiteX3-19" fmla="*/ 15007 w 3095132"/>
              <a:gd name="connsiteY3-20" fmla="*/ 3274119 h 3571337"/>
              <a:gd name="connsiteX4-21" fmla="*/ 0 w 3095132"/>
              <a:gd name="connsiteY4-22" fmla="*/ 3571337 h 3571337"/>
              <a:gd name="connsiteX5-23" fmla="*/ 906252 w 3095132"/>
              <a:gd name="connsiteY5-24" fmla="*/ 3493576 h 3571337"/>
              <a:gd name="connsiteX0-25" fmla="*/ 2995020 w 2995020"/>
              <a:gd name="connsiteY0-26" fmla="*/ 0 h 3571337"/>
              <a:gd name="connsiteX1-27" fmla="*/ 2680178 w 2995020"/>
              <a:gd name="connsiteY1-28" fmla="*/ 75755 h 3571337"/>
              <a:gd name="connsiteX2-29" fmla="*/ 15007 w 2995020"/>
              <a:gd name="connsiteY2-30" fmla="*/ 3274119 h 3571337"/>
              <a:gd name="connsiteX3-31" fmla="*/ 0 w 2995020"/>
              <a:gd name="connsiteY3-32" fmla="*/ 3571337 h 3571337"/>
              <a:gd name="connsiteX4-33" fmla="*/ 906252 w 2995020"/>
              <a:gd name="connsiteY4-34" fmla="*/ 3493576 h 3571337"/>
              <a:gd name="connsiteX0-35" fmla="*/ 2995020 w 2995020"/>
              <a:gd name="connsiteY0-36" fmla="*/ 0 h 3571337"/>
              <a:gd name="connsiteX1-37" fmla="*/ 2680178 w 2995020"/>
              <a:gd name="connsiteY1-38" fmla="*/ 75755 h 3571337"/>
              <a:gd name="connsiteX2-39" fmla="*/ 15007 w 2995020"/>
              <a:gd name="connsiteY2-40" fmla="*/ 3274119 h 3571337"/>
              <a:gd name="connsiteX3-41" fmla="*/ 0 w 2995020"/>
              <a:gd name="connsiteY3-42" fmla="*/ 3571337 h 3571337"/>
            </a:gdLst>
            <a:ahLst/>
            <a:cxnLst>
              <a:cxn ang="0">
                <a:pos x="connsiteX0-1" y="connsiteY0-2"/>
              </a:cxn>
              <a:cxn ang="0">
                <a:pos x="connsiteX1-3" y="connsiteY1-4"/>
              </a:cxn>
              <a:cxn ang="0">
                <a:pos x="connsiteX2-5" y="connsiteY2-6"/>
              </a:cxn>
              <a:cxn ang="0">
                <a:pos x="connsiteX3-7" y="connsiteY3-8"/>
              </a:cxn>
            </a:cxnLst>
            <a:rect l="l" t="t" r="r" b="b"/>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10" name="任意多边形: 形状 109"/>
          <p:cNvSpPr/>
          <p:nvPr>
            <p:custDataLst>
              <p:tags r:id="rId33"/>
            </p:custDataLst>
          </p:nvPr>
        </p:nvSpPr>
        <p:spPr>
          <a:xfrm rot="10505744" flipH="1">
            <a:off x="9255125" y="-118745"/>
            <a:ext cx="2800985" cy="3340100"/>
          </a:xfrm>
          <a:custGeom>
            <a:avLst/>
            <a:gdLst>
              <a:gd name="connsiteX0" fmla="*/ 0 w 2907576"/>
              <a:gd name="connsiteY0" fmla="*/ 3340194 h 3340194"/>
              <a:gd name="connsiteX1" fmla="*/ 1018589 w 2907576"/>
              <a:gd name="connsiteY1" fmla="*/ 3252794 h 3340194"/>
              <a:gd name="connsiteX2" fmla="*/ 2907576 w 2907576"/>
              <a:gd name="connsiteY2" fmla="*/ 1242950 h 3340194"/>
              <a:gd name="connsiteX3" fmla="*/ 2800924 w 2907576"/>
              <a:gd name="connsiteY3" fmla="*/ 0 h 3340194"/>
              <a:gd name="connsiteX4" fmla="*/ 2526951 w 2907576"/>
              <a:gd name="connsiteY4" fmla="*/ 65921 h 3340194"/>
              <a:gd name="connsiteX5" fmla="*/ 12994 w 2907576"/>
              <a:gd name="connsiteY5" fmla="*/ 3082818 h 3340194"/>
              <a:gd name="connsiteX0-1" fmla="*/ 2907576 w 2999016"/>
              <a:gd name="connsiteY0-2" fmla="*/ 1242950 h 3340194"/>
              <a:gd name="connsiteX1-3" fmla="*/ 2800924 w 2999016"/>
              <a:gd name="connsiteY1-4" fmla="*/ 0 h 3340194"/>
              <a:gd name="connsiteX2-5" fmla="*/ 2526951 w 2999016"/>
              <a:gd name="connsiteY2-6" fmla="*/ 65921 h 3340194"/>
              <a:gd name="connsiteX3-7" fmla="*/ 12994 w 2999016"/>
              <a:gd name="connsiteY3-8" fmla="*/ 3082818 h 3340194"/>
              <a:gd name="connsiteX4-9" fmla="*/ 0 w 2999016"/>
              <a:gd name="connsiteY4-10" fmla="*/ 3340194 h 3340194"/>
              <a:gd name="connsiteX5-11" fmla="*/ 1018589 w 2999016"/>
              <a:gd name="connsiteY5-12" fmla="*/ 3252794 h 3340194"/>
              <a:gd name="connsiteX6" fmla="*/ 2999016 w 2999016"/>
              <a:gd name="connsiteY6" fmla="*/ 1334390 h 3340194"/>
              <a:gd name="connsiteX0-13" fmla="*/ 2907576 w 2907576"/>
              <a:gd name="connsiteY0-14" fmla="*/ 1242950 h 3340194"/>
              <a:gd name="connsiteX1-15" fmla="*/ 2800924 w 2907576"/>
              <a:gd name="connsiteY1-16" fmla="*/ 0 h 3340194"/>
              <a:gd name="connsiteX2-17" fmla="*/ 2526951 w 2907576"/>
              <a:gd name="connsiteY2-18" fmla="*/ 65921 h 3340194"/>
              <a:gd name="connsiteX3-19" fmla="*/ 12994 w 2907576"/>
              <a:gd name="connsiteY3-20" fmla="*/ 3082818 h 3340194"/>
              <a:gd name="connsiteX4-21" fmla="*/ 0 w 2907576"/>
              <a:gd name="connsiteY4-22" fmla="*/ 3340194 h 3340194"/>
              <a:gd name="connsiteX5-23" fmla="*/ 1018589 w 2907576"/>
              <a:gd name="connsiteY5-24" fmla="*/ 3252794 h 3340194"/>
              <a:gd name="connsiteX0-25" fmla="*/ 2800924 w 2800924"/>
              <a:gd name="connsiteY0-26" fmla="*/ 0 h 3340194"/>
              <a:gd name="connsiteX1-27" fmla="*/ 2526951 w 2800924"/>
              <a:gd name="connsiteY1-28" fmla="*/ 65921 h 3340194"/>
              <a:gd name="connsiteX2-29" fmla="*/ 12994 w 2800924"/>
              <a:gd name="connsiteY2-30" fmla="*/ 3082818 h 3340194"/>
              <a:gd name="connsiteX3-31" fmla="*/ 0 w 2800924"/>
              <a:gd name="connsiteY3-32" fmla="*/ 3340194 h 3340194"/>
              <a:gd name="connsiteX4-33" fmla="*/ 1018589 w 2800924"/>
              <a:gd name="connsiteY4-34" fmla="*/ 3252794 h 3340194"/>
              <a:gd name="connsiteX0-35" fmla="*/ 2800924 w 2800924"/>
              <a:gd name="connsiteY0-36" fmla="*/ 0 h 3340194"/>
              <a:gd name="connsiteX1-37" fmla="*/ 2526951 w 2800924"/>
              <a:gd name="connsiteY1-38" fmla="*/ 65921 h 3340194"/>
              <a:gd name="connsiteX2-39" fmla="*/ 12994 w 2800924"/>
              <a:gd name="connsiteY2-40" fmla="*/ 3082818 h 3340194"/>
              <a:gd name="connsiteX3-41" fmla="*/ 0 w 2800924"/>
              <a:gd name="connsiteY3-42" fmla="*/ 3340194 h 3340194"/>
            </a:gdLst>
            <a:ahLst/>
            <a:cxnLst>
              <a:cxn ang="0">
                <a:pos x="connsiteX0-1" y="connsiteY0-2"/>
              </a:cxn>
              <a:cxn ang="0">
                <a:pos x="connsiteX1-3" y="connsiteY1-4"/>
              </a:cxn>
              <a:cxn ang="0">
                <a:pos x="connsiteX2-5" y="connsiteY2-6"/>
              </a:cxn>
              <a:cxn ang="0">
                <a:pos x="connsiteX3-7" y="connsiteY3-8"/>
              </a:cxn>
            </a:cxnLst>
            <a:rect l="l" t="t" r="r" b="b"/>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7" name="任意多边形: 形状 106"/>
          <p:cNvSpPr/>
          <p:nvPr>
            <p:custDataLst>
              <p:tags r:id="rId34"/>
            </p:custDataLst>
          </p:nvPr>
        </p:nvSpPr>
        <p:spPr>
          <a:xfrm rot="10505744" flipH="1">
            <a:off x="9438640" y="-111125"/>
            <a:ext cx="2626360" cy="3132455"/>
          </a:xfrm>
          <a:custGeom>
            <a:avLst/>
            <a:gdLst>
              <a:gd name="connsiteX0" fmla="*/ 0 w 2737327"/>
              <a:gd name="connsiteY0" fmla="*/ 3132161 h 3132161"/>
              <a:gd name="connsiteX1" fmla="*/ 1103438 w 2737327"/>
              <a:gd name="connsiteY1" fmla="*/ 3037481 h 3132161"/>
              <a:gd name="connsiteX2" fmla="*/ 2737327 w 2737327"/>
              <a:gd name="connsiteY2" fmla="*/ 1294665 h 3132161"/>
              <a:gd name="connsiteX3" fmla="*/ 2626238 w 2737327"/>
              <a:gd name="connsiteY3" fmla="*/ 0 h 3132161"/>
              <a:gd name="connsiteX4" fmla="*/ 2389046 w 2737327"/>
              <a:gd name="connsiteY4" fmla="*/ 57071 h 3132161"/>
              <a:gd name="connsiteX5" fmla="*/ 11184 w 2737327"/>
              <a:gd name="connsiteY5" fmla="*/ 2910647 h 3132161"/>
              <a:gd name="connsiteX0-1" fmla="*/ 2737327 w 2828767"/>
              <a:gd name="connsiteY0-2" fmla="*/ 1294665 h 3132161"/>
              <a:gd name="connsiteX1-3" fmla="*/ 2626238 w 2828767"/>
              <a:gd name="connsiteY1-4" fmla="*/ 0 h 3132161"/>
              <a:gd name="connsiteX2-5" fmla="*/ 2389046 w 2828767"/>
              <a:gd name="connsiteY2-6" fmla="*/ 57071 h 3132161"/>
              <a:gd name="connsiteX3-7" fmla="*/ 11184 w 2828767"/>
              <a:gd name="connsiteY3-8" fmla="*/ 2910647 h 3132161"/>
              <a:gd name="connsiteX4-9" fmla="*/ 0 w 2828767"/>
              <a:gd name="connsiteY4-10" fmla="*/ 3132161 h 3132161"/>
              <a:gd name="connsiteX5-11" fmla="*/ 1103438 w 2828767"/>
              <a:gd name="connsiteY5-12" fmla="*/ 3037481 h 3132161"/>
              <a:gd name="connsiteX6" fmla="*/ 2828767 w 2828767"/>
              <a:gd name="connsiteY6" fmla="*/ 1386105 h 3132161"/>
              <a:gd name="connsiteX0-13" fmla="*/ 2737327 w 2737327"/>
              <a:gd name="connsiteY0-14" fmla="*/ 1294665 h 3132161"/>
              <a:gd name="connsiteX1-15" fmla="*/ 2626238 w 2737327"/>
              <a:gd name="connsiteY1-16" fmla="*/ 0 h 3132161"/>
              <a:gd name="connsiteX2-17" fmla="*/ 2389046 w 2737327"/>
              <a:gd name="connsiteY2-18" fmla="*/ 57071 h 3132161"/>
              <a:gd name="connsiteX3-19" fmla="*/ 11184 w 2737327"/>
              <a:gd name="connsiteY3-20" fmla="*/ 2910647 h 3132161"/>
              <a:gd name="connsiteX4-21" fmla="*/ 0 w 2737327"/>
              <a:gd name="connsiteY4-22" fmla="*/ 3132161 h 3132161"/>
              <a:gd name="connsiteX5-23" fmla="*/ 1103438 w 2737327"/>
              <a:gd name="connsiteY5-24" fmla="*/ 3037481 h 3132161"/>
              <a:gd name="connsiteX0-25" fmla="*/ 2737327 w 2737327"/>
              <a:gd name="connsiteY0-26" fmla="*/ 1294665 h 3132161"/>
              <a:gd name="connsiteX1-27" fmla="*/ 2626238 w 2737327"/>
              <a:gd name="connsiteY1-28" fmla="*/ 0 h 3132161"/>
              <a:gd name="connsiteX2-29" fmla="*/ 2389046 w 2737327"/>
              <a:gd name="connsiteY2-30" fmla="*/ 57071 h 3132161"/>
              <a:gd name="connsiteX3-31" fmla="*/ 11184 w 2737327"/>
              <a:gd name="connsiteY3-32" fmla="*/ 2910647 h 3132161"/>
              <a:gd name="connsiteX4-33" fmla="*/ 0 w 2737327"/>
              <a:gd name="connsiteY4-34" fmla="*/ 3132161 h 3132161"/>
              <a:gd name="connsiteX0-35" fmla="*/ 2626238 w 2626238"/>
              <a:gd name="connsiteY0-36" fmla="*/ 0 h 3132161"/>
              <a:gd name="connsiteX1-37" fmla="*/ 2389046 w 2626238"/>
              <a:gd name="connsiteY1-38" fmla="*/ 57071 h 3132161"/>
              <a:gd name="connsiteX2-39" fmla="*/ 11184 w 2626238"/>
              <a:gd name="connsiteY2-40" fmla="*/ 2910647 h 3132161"/>
              <a:gd name="connsiteX3-41" fmla="*/ 0 w 2626238"/>
              <a:gd name="connsiteY3-42" fmla="*/ 3132161 h 3132161"/>
            </a:gdLst>
            <a:ahLst/>
            <a:cxnLst>
              <a:cxn ang="0">
                <a:pos x="connsiteX0-1" y="connsiteY0-2"/>
              </a:cxn>
              <a:cxn ang="0">
                <a:pos x="connsiteX1-3" y="connsiteY1-4"/>
              </a:cxn>
              <a:cxn ang="0">
                <a:pos x="connsiteX2-5" y="connsiteY2-6"/>
              </a:cxn>
              <a:cxn ang="0">
                <a:pos x="connsiteX3-7" y="connsiteY3-8"/>
              </a:cxn>
            </a:cxnLst>
            <a:rect l="l" t="t" r="r" b="b"/>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1" name="任意多边形: 形状 100"/>
          <p:cNvSpPr/>
          <p:nvPr>
            <p:custDataLst>
              <p:tags r:id="rId35"/>
            </p:custDataLst>
          </p:nvPr>
        </p:nvSpPr>
        <p:spPr>
          <a:xfrm rot="10505744" flipH="1">
            <a:off x="9608820" y="-103505"/>
            <a:ext cx="2463800" cy="2938780"/>
          </a:xfrm>
          <a:custGeom>
            <a:avLst/>
            <a:gdLst>
              <a:gd name="connsiteX0" fmla="*/ 3712449 w 3831197"/>
              <a:gd name="connsiteY0" fmla="*/ 152245 h 2962385"/>
              <a:gd name="connsiteX1" fmla="*/ 3831197 w 3831197"/>
              <a:gd name="connsiteY1" fmla="*/ 25916 h 2962385"/>
              <a:gd name="connsiteX2" fmla="*/ 3775732 w 3831197"/>
              <a:gd name="connsiteY2" fmla="*/ 11653 h 2962385"/>
              <a:gd name="connsiteX3" fmla="*/ 3699385 w 3831197"/>
              <a:gd name="connsiteY3" fmla="*/ 0 h 2962385"/>
              <a:gd name="connsiteX4" fmla="*/ 0 w 3831197"/>
              <a:gd name="connsiteY4" fmla="*/ 2962385 h 2962385"/>
              <a:gd name="connsiteX5" fmla="*/ 1164890 w 3831197"/>
              <a:gd name="connsiteY5" fmla="*/ 2862432 h 2962385"/>
              <a:gd name="connsiteX6" fmla="*/ 2578372 w 3831197"/>
              <a:gd name="connsiteY6" fmla="*/ 1358717 h 2962385"/>
              <a:gd name="connsiteX7" fmla="*/ 2463816 w 3831197"/>
              <a:gd name="connsiteY7" fmla="*/ 23645 h 2962385"/>
              <a:gd name="connsiteX8" fmla="*/ 2260826 w 3831197"/>
              <a:gd name="connsiteY8" fmla="*/ 72487 h 2962385"/>
              <a:gd name="connsiteX9" fmla="*/ 9502 w 3831197"/>
              <a:gd name="connsiteY9" fmla="*/ 2774210 h 2962385"/>
              <a:gd name="connsiteX0-1" fmla="*/ 3712449 w 3831197"/>
              <a:gd name="connsiteY0-2" fmla="*/ 152245 h 2962385"/>
              <a:gd name="connsiteX1-3" fmla="*/ 3831197 w 3831197"/>
              <a:gd name="connsiteY1-4" fmla="*/ 25916 h 2962385"/>
              <a:gd name="connsiteX2-5" fmla="*/ 3699385 w 3831197"/>
              <a:gd name="connsiteY2-6" fmla="*/ 0 h 2962385"/>
              <a:gd name="connsiteX3-7" fmla="*/ 3712449 w 3831197"/>
              <a:gd name="connsiteY3-8" fmla="*/ 152245 h 2962385"/>
              <a:gd name="connsiteX4-9" fmla="*/ 0 w 3831197"/>
              <a:gd name="connsiteY4-10" fmla="*/ 2962385 h 2962385"/>
              <a:gd name="connsiteX5-11" fmla="*/ 1164890 w 3831197"/>
              <a:gd name="connsiteY5-12" fmla="*/ 2862432 h 2962385"/>
              <a:gd name="connsiteX6-13" fmla="*/ 2578372 w 3831197"/>
              <a:gd name="connsiteY6-14" fmla="*/ 1358717 h 2962385"/>
              <a:gd name="connsiteX7-15" fmla="*/ 2463816 w 3831197"/>
              <a:gd name="connsiteY7-16" fmla="*/ 23645 h 2962385"/>
              <a:gd name="connsiteX8-17" fmla="*/ 2260826 w 3831197"/>
              <a:gd name="connsiteY8-18" fmla="*/ 72487 h 2962385"/>
              <a:gd name="connsiteX9-19" fmla="*/ 9502 w 3831197"/>
              <a:gd name="connsiteY9-20" fmla="*/ 2774210 h 2962385"/>
              <a:gd name="connsiteX10" fmla="*/ 0 w 3831197"/>
              <a:gd name="connsiteY10" fmla="*/ 2962385 h 2962385"/>
              <a:gd name="connsiteX0-21" fmla="*/ 3712449 w 3712449"/>
              <a:gd name="connsiteY0-22" fmla="*/ 152245 h 2962385"/>
              <a:gd name="connsiteX1-23" fmla="*/ 3699385 w 3712449"/>
              <a:gd name="connsiteY1-24" fmla="*/ 0 h 2962385"/>
              <a:gd name="connsiteX2-25" fmla="*/ 3712449 w 3712449"/>
              <a:gd name="connsiteY2-26" fmla="*/ 152245 h 2962385"/>
              <a:gd name="connsiteX3-27" fmla="*/ 0 w 3712449"/>
              <a:gd name="connsiteY3-28" fmla="*/ 2962385 h 2962385"/>
              <a:gd name="connsiteX4-29" fmla="*/ 1164890 w 3712449"/>
              <a:gd name="connsiteY4-30" fmla="*/ 2862432 h 2962385"/>
              <a:gd name="connsiteX5-31" fmla="*/ 2578372 w 3712449"/>
              <a:gd name="connsiteY5-32" fmla="*/ 1358717 h 2962385"/>
              <a:gd name="connsiteX6-33" fmla="*/ 2463816 w 3712449"/>
              <a:gd name="connsiteY6-34" fmla="*/ 23645 h 2962385"/>
              <a:gd name="connsiteX7-35" fmla="*/ 2260826 w 3712449"/>
              <a:gd name="connsiteY7-36" fmla="*/ 72487 h 2962385"/>
              <a:gd name="connsiteX8-37" fmla="*/ 9502 w 3712449"/>
              <a:gd name="connsiteY8-38" fmla="*/ 2774210 h 2962385"/>
              <a:gd name="connsiteX9-39" fmla="*/ 0 w 3712449"/>
              <a:gd name="connsiteY9-40" fmla="*/ 2962385 h 2962385"/>
              <a:gd name="connsiteX0-41" fmla="*/ 0 w 2578372"/>
              <a:gd name="connsiteY0-42" fmla="*/ 2938740 h 2938740"/>
              <a:gd name="connsiteX1-43" fmla="*/ 1164890 w 2578372"/>
              <a:gd name="connsiteY1-44" fmla="*/ 2838787 h 2938740"/>
              <a:gd name="connsiteX2-45" fmla="*/ 2578372 w 2578372"/>
              <a:gd name="connsiteY2-46" fmla="*/ 1335072 h 2938740"/>
              <a:gd name="connsiteX3-47" fmla="*/ 2463816 w 2578372"/>
              <a:gd name="connsiteY3-48" fmla="*/ 0 h 2938740"/>
              <a:gd name="connsiteX4-49" fmla="*/ 2260826 w 2578372"/>
              <a:gd name="connsiteY4-50" fmla="*/ 48842 h 2938740"/>
              <a:gd name="connsiteX5-51" fmla="*/ 9502 w 2578372"/>
              <a:gd name="connsiteY5-52" fmla="*/ 2750565 h 2938740"/>
              <a:gd name="connsiteX6-53" fmla="*/ 0 w 2578372"/>
              <a:gd name="connsiteY6-54" fmla="*/ 2938740 h 2938740"/>
              <a:gd name="connsiteX0-55" fmla="*/ 2578372 w 2669812"/>
              <a:gd name="connsiteY0-56" fmla="*/ 1335072 h 2938740"/>
              <a:gd name="connsiteX1-57" fmla="*/ 2463816 w 2669812"/>
              <a:gd name="connsiteY1-58" fmla="*/ 0 h 2938740"/>
              <a:gd name="connsiteX2-59" fmla="*/ 2260826 w 2669812"/>
              <a:gd name="connsiteY2-60" fmla="*/ 48842 h 2938740"/>
              <a:gd name="connsiteX3-61" fmla="*/ 9502 w 2669812"/>
              <a:gd name="connsiteY3-62" fmla="*/ 2750565 h 2938740"/>
              <a:gd name="connsiteX4-63" fmla="*/ 0 w 2669812"/>
              <a:gd name="connsiteY4-64" fmla="*/ 2938740 h 2938740"/>
              <a:gd name="connsiteX5-65" fmla="*/ 1164890 w 2669812"/>
              <a:gd name="connsiteY5-66" fmla="*/ 2838787 h 2938740"/>
              <a:gd name="connsiteX6-67" fmla="*/ 2669812 w 2669812"/>
              <a:gd name="connsiteY6-68" fmla="*/ 1426512 h 2938740"/>
              <a:gd name="connsiteX0-69" fmla="*/ 2578372 w 2578372"/>
              <a:gd name="connsiteY0-70" fmla="*/ 1335072 h 2938740"/>
              <a:gd name="connsiteX1-71" fmla="*/ 2463816 w 2578372"/>
              <a:gd name="connsiteY1-72" fmla="*/ 0 h 2938740"/>
              <a:gd name="connsiteX2-73" fmla="*/ 2260826 w 2578372"/>
              <a:gd name="connsiteY2-74" fmla="*/ 48842 h 2938740"/>
              <a:gd name="connsiteX3-75" fmla="*/ 9502 w 2578372"/>
              <a:gd name="connsiteY3-76" fmla="*/ 2750565 h 2938740"/>
              <a:gd name="connsiteX4-77" fmla="*/ 0 w 2578372"/>
              <a:gd name="connsiteY4-78" fmla="*/ 2938740 h 2938740"/>
              <a:gd name="connsiteX5-79" fmla="*/ 1164890 w 2578372"/>
              <a:gd name="connsiteY5-80" fmla="*/ 2838787 h 2938740"/>
              <a:gd name="connsiteX0-81" fmla="*/ 2463816 w 2463816"/>
              <a:gd name="connsiteY0-82" fmla="*/ 0 h 2938740"/>
              <a:gd name="connsiteX1-83" fmla="*/ 2260826 w 2463816"/>
              <a:gd name="connsiteY1-84" fmla="*/ 48842 h 2938740"/>
              <a:gd name="connsiteX2-85" fmla="*/ 9502 w 2463816"/>
              <a:gd name="connsiteY2-86" fmla="*/ 2750565 h 2938740"/>
              <a:gd name="connsiteX3-87" fmla="*/ 0 w 2463816"/>
              <a:gd name="connsiteY3-88" fmla="*/ 2938740 h 2938740"/>
              <a:gd name="connsiteX4-89" fmla="*/ 1164890 w 2463816"/>
              <a:gd name="connsiteY4-90" fmla="*/ 2838787 h 2938740"/>
              <a:gd name="connsiteX0-91" fmla="*/ 2463816 w 2463816"/>
              <a:gd name="connsiteY0-92" fmla="*/ 0 h 2938740"/>
              <a:gd name="connsiteX1-93" fmla="*/ 2260826 w 2463816"/>
              <a:gd name="connsiteY1-94" fmla="*/ 48842 h 2938740"/>
              <a:gd name="connsiteX2-95" fmla="*/ 9502 w 2463816"/>
              <a:gd name="connsiteY2-96" fmla="*/ 2750565 h 2938740"/>
              <a:gd name="connsiteX3-97" fmla="*/ 0 w 2463816"/>
              <a:gd name="connsiteY3-98" fmla="*/ 2938740 h 2938740"/>
            </a:gdLst>
            <a:ahLst/>
            <a:cxnLst>
              <a:cxn ang="0">
                <a:pos x="connsiteX0-1" y="connsiteY0-2"/>
              </a:cxn>
              <a:cxn ang="0">
                <a:pos x="connsiteX1-3" y="connsiteY1-4"/>
              </a:cxn>
              <a:cxn ang="0">
                <a:pos x="connsiteX2-5" y="connsiteY2-6"/>
              </a:cxn>
              <a:cxn ang="0">
                <a:pos x="connsiteX3-7" y="connsiteY3-8"/>
              </a:cxn>
            </a:cxnLst>
            <a:rect l="l" t="t" r="r" b="b"/>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104" name="任意多边形: 形状 103"/>
          <p:cNvSpPr/>
          <p:nvPr>
            <p:custDataLst>
              <p:tags r:id="rId36"/>
            </p:custDataLst>
          </p:nvPr>
        </p:nvSpPr>
        <p:spPr>
          <a:xfrm rot="10505744" flipH="1">
            <a:off x="9788525" y="-95885"/>
            <a:ext cx="2292350" cy="2734945"/>
          </a:xfrm>
          <a:custGeom>
            <a:avLst/>
            <a:gdLst>
              <a:gd name="connsiteX0" fmla="*/ 3543454 w 3674459"/>
              <a:gd name="connsiteY0" fmla="*/ 174590 h 2755357"/>
              <a:gd name="connsiteX1" fmla="*/ 3674459 w 3674459"/>
              <a:gd name="connsiteY1" fmla="*/ 35203 h 2755357"/>
              <a:gd name="connsiteX2" fmla="*/ 3550854 w 3674459"/>
              <a:gd name="connsiteY2" fmla="*/ 3416 h 2755357"/>
              <a:gd name="connsiteX3" fmla="*/ 3528473 w 3674459"/>
              <a:gd name="connsiteY3" fmla="*/ 0 h 2755357"/>
              <a:gd name="connsiteX4" fmla="*/ 0 w 3674459"/>
              <a:gd name="connsiteY4" fmla="*/ 2755357 h 2755357"/>
              <a:gd name="connsiteX5" fmla="*/ 1215935 w 3674459"/>
              <a:gd name="connsiteY5" fmla="*/ 2651024 h 2755357"/>
              <a:gd name="connsiteX6" fmla="*/ 2409391 w 3674459"/>
              <a:gd name="connsiteY6" fmla="*/ 1381211 h 2755357"/>
              <a:gd name="connsiteX7" fmla="*/ 2292632 w 3674459"/>
              <a:gd name="connsiteY7" fmla="*/ 20477 h 2755357"/>
              <a:gd name="connsiteX8" fmla="*/ 2125687 w 3674459"/>
              <a:gd name="connsiteY8" fmla="*/ 60646 h 2755357"/>
              <a:gd name="connsiteX9" fmla="*/ 7726 w 3674459"/>
              <a:gd name="connsiteY9" fmla="*/ 2602325 h 2755357"/>
              <a:gd name="connsiteX0-1" fmla="*/ 3543454 w 3550854"/>
              <a:gd name="connsiteY0-2" fmla="*/ 174590 h 2755357"/>
              <a:gd name="connsiteX1-3" fmla="*/ 3550854 w 3550854"/>
              <a:gd name="connsiteY1-4" fmla="*/ 3416 h 2755357"/>
              <a:gd name="connsiteX2-5" fmla="*/ 3528473 w 3550854"/>
              <a:gd name="connsiteY2-6" fmla="*/ 0 h 2755357"/>
              <a:gd name="connsiteX3-7" fmla="*/ 3543454 w 3550854"/>
              <a:gd name="connsiteY3-8" fmla="*/ 174590 h 2755357"/>
              <a:gd name="connsiteX4-9" fmla="*/ 0 w 3550854"/>
              <a:gd name="connsiteY4-10" fmla="*/ 2755357 h 2755357"/>
              <a:gd name="connsiteX5-11" fmla="*/ 1215935 w 3550854"/>
              <a:gd name="connsiteY5-12" fmla="*/ 2651024 h 2755357"/>
              <a:gd name="connsiteX6-13" fmla="*/ 2409391 w 3550854"/>
              <a:gd name="connsiteY6-14" fmla="*/ 1381211 h 2755357"/>
              <a:gd name="connsiteX7-15" fmla="*/ 2292632 w 3550854"/>
              <a:gd name="connsiteY7-16" fmla="*/ 20477 h 2755357"/>
              <a:gd name="connsiteX8-17" fmla="*/ 2125687 w 3550854"/>
              <a:gd name="connsiteY8-18" fmla="*/ 60646 h 2755357"/>
              <a:gd name="connsiteX9-19" fmla="*/ 7726 w 3550854"/>
              <a:gd name="connsiteY9-20" fmla="*/ 2602325 h 2755357"/>
              <a:gd name="connsiteX10" fmla="*/ 0 w 3550854"/>
              <a:gd name="connsiteY10" fmla="*/ 2755357 h 2755357"/>
              <a:gd name="connsiteX0-21" fmla="*/ 3543454 w 3550854"/>
              <a:gd name="connsiteY0-22" fmla="*/ 171174 h 2751941"/>
              <a:gd name="connsiteX1-23" fmla="*/ 3550854 w 3550854"/>
              <a:gd name="connsiteY1-24" fmla="*/ 0 h 2751941"/>
              <a:gd name="connsiteX2-25" fmla="*/ 3543454 w 3550854"/>
              <a:gd name="connsiteY2-26" fmla="*/ 171174 h 2751941"/>
              <a:gd name="connsiteX3-27" fmla="*/ 0 w 3550854"/>
              <a:gd name="connsiteY3-28" fmla="*/ 2751941 h 2751941"/>
              <a:gd name="connsiteX4-29" fmla="*/ 1215935 w 3550854"/>
              <a:gd name="connsiteY4-30" fmla="*/ 2647608 h 2751941"/>
              <a:gd name="connsiteX5-31" fmla="*/ 2409391 w 3550854"/>
              <a:gd name="connsiteY5-32" fmla="*/ 1377795 h 2751941"/>
              <a:gd name="connsiteX6-33" fmla="*/ 2292632 w 3550854"/>
              <a:gd name="connsiteY6-34" fmla="*/ 17061 h 2751941"/>
              <a:gd name="connsiteX7-35" fmla="*/ 2125687 w 3550854"/>
              <a:gd name="connsiteY7-36" fmla="*/ 57230 h 2751941"/>
              <a:gd name="connsiteX8-37" fmla="*/ 7726 w 3550854"/>
              <a:gd name="connsiteY8-38" fmla="*/ 2598909 h 2751941"/>
              <a:gd name="connsiteX9-39" fmla="*/ 0 w 3550854"/>
              <a:gd name="connsiteY9-40" fmla="*/ 2751941 h 2751941"/>
              <a:gd name="connsiteX0-41" fmla="*/ 0 w 2409391"/>
              <a:gd name="connsiteY0-42" fmla="*/ 2734880 h 2734880"/>
              <a:gd name="connsiteX1-43" fmla="*/ 1215935 w 2409391"/>
              <a:gd name="connsiteY1-44" fmla="*/ 2630547 h 2734880"/>
              <a:gd name="connsiteX2-45" fmla="*/ 2409391 w 2409391"/>
              <a:gd name="connsiteY2-46" fmla="*/ 1360734 h 2734880"/>
              <a:gd name="connsiteX3-47" fmla="*/ 2292632 w 2409391"/>
              <a:gd name="connsiteY3-48" fmla="*/ 0 h 2734880"/>
              <a:gd name="connsiteX4-49" fmla="*/ 2125687 w 2409391"/>
              <a:gd name="connsiteY4-50" fmla="*/ 40169 h 2734880"/>
              <a:gd name="connsiteX5-51" fmla="*/ 7726 w 2409391"/>
              <a:gd name="connsiteY5-52" fmla="*/ 2581848 h 2734880"/>
              <a:gd name="connsiteX6-53" fmla="*/ 0 w 2409391"/>
              <a:gd name="connsiteY6-54" fmla="*/ 2734880 h 2734880"/>
              <a:gd name="connsiteX0-55" fmla="*/ 2409391 w 2500831"/>
              <a:gd name="connsiteY0-56" fmla="*/ 1360734 h 2734880"/>
              <a:gd name="connsiteX1-57" fmla="*/ 2292632 w 2500831"/>
              <a:gd name="connsiteY1-58" fmla="*/ 0 h 2734880"/>
              <a:gd name="connsiteX2-59" fmla="*/ 2125687 w 2500831"/>
              <a:gd name="connsiteY2-60" fmla="*/ 40169 h 2734880"/>
              <a:gd name="connsiteX3-61" fmla="*/ 7726 w 2500831"/>
              <a:gd name="connsiteY3-62" fmla="*/ 2581848 h 2734880"/>
              <a:gd name="connsiteX4-63" fmla="*/ 0 w 2500831"/>
              <a:gd name="connsiteY4-64" fmla="*/ 2734880 h 2734880"/>
              <a:gd name="connsiteX5-65" fmla="*/ 1215935 w 2500831"/>
              <a:gd name="connsiteY5-66" fmla="*/ 2630547 h 2734880"/>
              <a:gd name="connsiteX6-67" fmla="*/ 2500831 w 2500831"/>
              <a:gd name="connsiteY6-68" fmla="*/ 1452174 h 2734880"/>
              <a:gd name="connsiteX0-69" fmla="*/ 2409391 w 2409391"/>
              <a:gd name="connsiteY0-70" fmla="*/ 1360734 h 2734880"/>
              <a:gd name="connsiteX1-71" fmla="*/ 2292632 w 2409391"/>
              <a:gd name="connsiteY1-72" fmla="*/ 0 h 2734880"/>
              <a:gd name="connsiteX2-73" fmla="*/ 2125687 w 2409391"/>
              <a:gd name="connsiteY2-74" fmla="*/ 40169 h 2734880"/>
              <a:gd name="connsiteX3-75" fmla="*/ 7726 w 2409391"/>
              <a:gd name="connsiteY3-76" fmla="*/ 2581848 h 2734880"/>
              <a:gd name="connsiteX4-77" fmla="*/ 0 w 2409391"/>
              <a:gd name="connsiteY4-78" fmla="*/ 2734880 h 2734880"/>
              <a:gd name="connsiteX5-79" fmla="*/ 1215935 w 2409391"/>
              <a:gd name="connsiteY5-80" fmla="*/ 2630547 h 2734880"/>
              <a:gd name="connsiteX0-81" fmla="*/ 2292632 w 2292632"/>
              <a:gd name="connsiteY0-82" fmla="*/ 0 h 2734880"/>
              <a:gd name="connsiteX1-83" fmla="*/ 2125687 w 2292632"/>
              <a:gd name="connsiteY1-84" fmla="*/ 40169 h 2734880"/>
              <a:gd name="connsiteX2-85" fmla="*/ 7726 w 2292632"/>
              <a:gd name="connsiteY2-86" fmla="*/ 2581848 h 2734880"/>
              <a:gd name="connsiteX3-87" fmla="*/ 0 w 2292632"/>
              <a:gd name="connsiteY3-88" fmla="*/ 2734880 h 2734880"/>
              <a:gd name="connsiteX4-89" fmla="*/ 1215935 w 2292632"/>
              <a:gd name="connsiteY4-90" fmla="*/ 2630547 h 2734880"/>
              <a:gd name="connsiteX0-91" fmla="*/ 2292632 w 2292632"/>
              <a:gd name="connsiteY0-92" fmla="*/ 0 h 2734880"/>
              <a:gd name="connsiteX1-93" fmla="*/ 2125687 w 2292632"/>
              <a:gd name="connsiteY1-94" fmla="*/ 40169 h 2734880"/>
              <a:gd name="connsiteX2-95" fmla="*/ 7726 w 2292632"/>
              <a:gd name="connsiteY2-96" fmla="*/ 2581848 h 2734880"/>
              <a:gd name="connsiteX3-97" fmla="*/ 0 w 2292632"/>
              <a:gd name="connsiteY3-98" fmla="*/ 2734880 h 2734880"/>
            </a:gdLst>
            <a:ahLst/>
            <a:cxnLst>
              <a:cxn ang="0">
                <a:pos x="connsiteX0-1" y="connsiteY0-2"/>
              </a:cxn>
              <a:cxn ang="0">
                <a:pos x="connsiteX1-3" y="connsiteY1-4"/>
              </a:cxn>
              <a:cxn ang="0">
                <a:pos x="connsiteX2-5" y="connsiteY2-6"/>
              </a:cxn>
              <a:cxn ang="0">
                <a:pos x="connsiteX3-7" y="connsiteY3-8"/>
              </a:cxn>
            </a:cxnLst>
            <a:rect l="l" t="t" r="r" b="b"/>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5" name="任意多边形: 形状 94"/>
          <p:cNvSpPr/>
          <p:nvPr>
            <p:custDataLst>
              <p:tags r:id="rId37"/>
            </p:custDataLst>
          </p:nvPr>
        </p:nvSpPr>
        <p:spPr>
          <a:xfrm rot="10505744" flipH="1">
            <a:off x="9949815" y="-88900"/>
            <a:ext cx="2138680" cy="2551430"/>
          </a:xfrm>
          <a:custGeom>
            <a:avLst/>
            <a:gdLst>
              <a:gd name="connsiteX0" fmla="*/ 3390617 w 3526138"/>
              <a:gd name="connsiteY0" fmla="*/ 183198 h 2566238"/>
              <a:gd name="connsiteX1" fmla="*/ 3526138 w 3526138"/>
              <a:gd name="connsiteY1" fmla="*/ 38892 h 2566238"/>
              <a:gd name="connsiteX2" fmla="*/ 3374898 w 3526138"/>
              <a:gd name="connsiteY2" fmla="*/ 0 h 2566238"/>
              <a:gd name="connsiteX3" fmla="*/ 0 w 3526138"/>
              <a:gd name="connsiteY3" fmla="*/ 2566238 h 2566238"/>
              <a:gd name="connsiteX4" fmla="*/ 1253677 w 3526138"/>
              <a:gd name="connsiteY4" fmla="*/ 2458666 h 2566238"/>
              <a:gd name="connsiteX5" fmla="*/ 2256629 w 3526138"/>
              <a:gd name="connsiteY5" fmla="*/ 1390697 h 2566238"/>
              <a:gd name="connsiteX6" fmla="*/ 2138572 w 3526138"/>
              <a:gd name="connsiteY6" fmla="*/ 14824 h 2566238"/>
              <a:gd name="connsiteX7" fmla="*/ 2004062 w 3526138"/>
              <a:gd name="connsiteY7" fmla="*/ 47188 h 2566238"/>
              <a:gd name="connsiteX8" fmla="*/ 6130 w 3526138"/>
              <a:gd name="connsiteY8" fmla="*/ 2444828 h 2566238"/>
              <a:gd name="connsiteX0-1" fmla="*/ 3390617 w 3390617"/>
              <a:gd name="connsiteY0-2" fmla="*/ 183198 h 2566238"/>
              <a:gd name="connsiteX1-3" fmla="*/ 3374898 w 3390617"/>
              <a:gd name="connsiteY1-4" fmla="*/ 0 h 2566238"/>
              <a:gd name="connsiteX2-5" fmla="*/ 3390617 w 3390617"/>
              <a:gd name="connsiteY2-6" fmla="*/ 183198 h 2566238"/>
              <a:gd name="connsiteX3-7" fmla="*/ 0 w 3390617"/>
              <a:gd name="connsiteY3-8" fmla="*/ 2566238 h 2566238"/>
              <a:gd name="connsiteX4-9" fmla="*/ 1253677 w 3390617"/>
              <a:gd name="connsiteY4-10" fmla="*/ 2458666 h 2566238"/>
              <a:gd name="connsiteX5-11" fmla="*/ 2256629 w 3390617"/>
              <a:gd name="connsiteY5-12" fmla="*/ 1390697 h 2566238"/>
              <a:gd name="connsiteX6-13" fmla="*/ 2138572 w 3390617"/>
              <a:gd name="connsiteY6-14" fmla="*/ 14824 h 2566238"/>
              <a:gd name="connsiteX7-15" fmla="*/ 2004062 w 3390617"/>
              <a:gd name="connsiteY7-16" fmla="*/ 47188 h 2566238"/>
              <a:gd name="connsiteX8-17" fmla="*/ 6130 w 3390617"/>
              <a:gd name="connsiteY8-18" fmla="*/ 2444828 h 2566238"/>
              <a:gd name="connsiteX9" fmla="*/ 0 w 3390617"/>
              <a:gd name="connsiteY9" fmla="*/ 2566238 h 2566238"/>
              <a:gd name="connsiteX0-19" fmla="*/ 0 w 2256629"/>
              <a:gd name="connsiteY0-20" fmla="*/ 2551414 h 2551414"/>
              <a:gd name="connsiteX1-21" fmla="*/ 1253677 w 2256629"/>
              <a:gd name="connsiteY1-22" fmla="*/ 2443842 h 2551414"/>
              <a:gd name="connsiteX2-23" fmla="*/ 2256629 w 2256629"/>
              <a:gd name="connsiteY2-24" fmla="*/ 1375873 h 2551414"/>
              <a:gd name="connsiteX3-25" fmla="*/ 2138572 w 2256629"/>
              <a:gd name="connsiteY3-26" fmla="*/ 0 h 2551414"/>
              <a:gd name="connsiteX4-27" fmla="*/ 2004062 w 2256629"/>
              <a:gd name="connsiteY4-28" fmla="*/ 32364 h 2551414"/>
              <a:gd name="connsiteX5-29" fmla="*/ 6130 w 2256629"/>
              <a:gd name="connsiteY5-30" fmla="*/ 2430004 h 2551414"/>
              <a:gd name="connsiteX6-31" fmla="*/ 0 w 2256629"/>
              <a:gd name="connsiteY6-32" fmla="*/ 2551414 h 2551414"/>
              <a:gd name="connsiteX0-33" fmla="*/ 2256629 w 2348069"/>
              <a:gd name="connsiteY0-34" fmla="*/ 1375873 h 2551414"/>
              <a:gd name="connsiteX1-35" fmla="*/ 2138572 w 2348069"/>
              <a:gd name="connsiteY1-36" fmla="*/ 0 h 2551414"/>
              <a:gd name="connsiteX2-37" fmla="*/ 2004062 w 2348069"/>
              <a:gd name="connsiteY2-38" fmla="*/ 32364 h 2551414"/>
              <a:gd name="connsiteX3-39" fmla="*/ 6130 w 2348069"/>
              <a:gd name="connsiteY3-40" fmla="*/ 2430004 h 2551414"/>
              <a:gd name="connsiteX4-41" fmla="*/ 0 w 2348069"/>
              <a:gd name="connsiteY4-42" fmla="*/ 2551414 h 2551414"/>
              <a:gd name="connsiteX5-43" fmla="*/ 1253677 w 2348069"/>
              <a:gd name="connsiteY5-44" fmla="*/ 2443842 h 2551414"/>
              <a:gd name="connsiteX6-45" fmla="*/ 2348069 w 2348069"/>
              <a:gd name="connsiteY6-46" fmla="*/ 1467313 h 2551414"/>
              <a:gd name="connsiteX0-47" fmla="*/ 2256629 w 2256629"/>
              <a:gd name="connsiteY0-48" fmla="*/ 1375873 h 2551414"/>
              <a:gd name="connsiteX1-49" fmla="*/ 2138572 w 2256629"/>
              <a:gd name="connsiteY1-50" fmla="*/ 0 h 2551414"/>
              <a:gd name="connsiteX2-51" fmla="*/ 2004062 w 2256629"/>
              <a:gd name="connsiteY2-52" fmla="*/ 32364 h 2551414"/>
              <a:gd name="connsiteX3-53" fmla="*/ 6130 w 2256629"/>
              <a:gd name="connsiteY3-54" fmla="*/ 2430004 h 2551414"/>
              <a:gd name="connsiteX4-55" fmla="*/ 0 w 2256629"/>
              <a:gd name="connsiteY4-56" fmla="*/ 2551414 h 2551414"/>
              <a:gd name="connsiteX5-57" fmla="*/ 1253677 w 2256629"/>
              <a:gd name="connsiteY5-58" fmla="*/ 2443842 h 2551414"/>
              <a:gd name="connsiteX0-59" fmla="*/ 2138572 w 2138572"/>
              <a:gd name="connsiteY0-60" fmla="*/ 0 h 2551414"/>
              <a:gd name="connsiteX1-61" fmla="*/ 2004062 w 2138572"/>
              <a:gd name="connsiteY1-62" fmla="*/ 32364 h 2551414"/>
              <a:gd name="connsiteX2-63" fmla="*/ 6130 w 2138572"/>
              <a:gd name="connsiteY2-64" fmla="*/ 2430004 h 2551414"/>
              <a:gd name="connsiteX3-65" fmla="*/ 0 w 2138572"/>
              <a:gd name="connsiteY3-66" fmla="*/ 2551414 h 2551414"/>
              <a:gd name="connsiteX4-67" fmla="*/ 1253677 w 2138572"/>
              <a:gd name="connsiteY4-68" fmla="*/ 2443842 h 2551414"/>
              <a:gd name="connsiteX0-69" fmla="*/ 2138572 w 2138572"/>
              <a:gd name="connsiteY0-70" fmla="*/ 0 h 2551414"/>
              <a:gd name="connsiteX1-71" fmla="*/ 2004062 w 2138572"/>
              <a:gd name="connsiteY1-72" fmla="*/ 32364 h 2551414"/>
              <a:gd name="connsiteX2-73" fmla="*/ 6130 w 2138572"/>
              <a:gd name="connsiteY2-74" fmla="*/ 2430004 h 2551414"/>
              <a:gd name="connsiteX3-75" fmla="*/ 0 w 2138572"/>
              <a:gd name="connsiteY3-76" fmla="*/ 2551414 h 2551414"/>
            </a:gdLst>
            <a:ahLst/>
            <a:cxnLst>
              <a:cxn ang="0">
                <a:pos x="connsiteX0-1" y="connsiteY0-2"/>
              </a:cxn>
              <a:cxn ang="0">
                <a:pos x="connsiteX1-3" y="connsiteY1-4"/>
              </a:cxn>
              <a:cxn ang="0">
                <a:pos x="connsiteX2-5" y="connsiteY2-6"/>
              </a:cxn>
              <a:cxn ang="0">
                <a:pos x="connsiteX3-7" y="connsiteY3-8"/>
              </a:cxn>
            </a:cxnLst>
            <a:rect l="l" t="t" r="r" b="b"/>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8" name="任意多边形: 形状 97"/>
          <p:cNvSpPr/>
          <p:nvPr>
            <p:custDataLst>
              <p:tags r:id="rId38"/>
            </p:custDataLst>
          </p:nvPr>
        </p:nvSpPr>
        <p:spPr>
          <a:xfrm rot="10505744" flipH="1">
            <a:off x="10100310" y="-82550"/>
            <a:ext cx="1995170" cy="2380615"/>
          </a:xfrm>
          <a:custGeom>
            <a:avLst/>
            <a:gdLst>
              <a:gd name="connsiteX0" fmla="*/ 3247441 w 3377678"/>
              <a:gd name="connsiteY0" fmla="*/ 176150 h 2388211"/>
              <a:gd name="connsiteX1" fmla="*/ 3377678 w 3377678"/>
              <a:gd name="connsiteY1" fmla="*/ 37378 h 2388211"/>
              <a:gd name="connsiteX2" fmla="*/ 3232327 w 3377678"/>
              <a:gd name="connsiteY2" fmla="*/ 0 h 2388211"/>
              <a:gd name="connsiteX3" fmla="*/ 0 w 3377678"/>
              <a:gd name="connsiteY3" fmla="*/ 2388211 h 2388211"/>
              <a:gd name="connsiteX4" fmla="*/ 1274032 w 3377678"/>
              <a:gd name="connsiteY4" fmla="*/ 2278892 h 2388211"/>
              <a:gd name="connsiteX5" fmla="*/ 2113517 w 3377678"/>
              <a:gd name="connsiteY5" fmla="*/ 1384390 h 2388211"/>
              <a:gd name="connsiteX6" fmla="*/ 1995359 w 3377678"/>
              <a:gd name="connsiteY6" fmla="*/ 7348 h 2388211"/>
              <a:gd name="connsiteX7" fmla="*/ 1891005 w 3377678"/>
              <a:gd name="connsiteY7" fmla="*/ 32457 h 2388211"/>
              <a:gd name="connsiteX8" fmla="*/ 4645 w 3377678"/>
              <a:gd name="connsiteY8" fmla="*/ 2296201 h 2388211"/>
              <a:gd name="connsiteX0-1" fmla="*/ 3247441 w 3247441"/>
              <a:gd name="connsiteY0-2" fmla="*/ 176150 h 2388211"/>
              <a:gd name="connsiteX1-3" fmla="*/ 3232327 w 3247441"/>
              <a:gd name="connsiteY1-4" fmla="*/ 0 h 2388211"/>
              <a:gd name="connsiteX2-5" fmla="*/ 3247441 w 3247441"/>
              <a:gd name="connsiteY2-6" fmla="*/ 176150 h 2388211"/>
              <a:gd name="connsiteX3-7" fmla="*/ 0 w 3247441"/>
              <a:gd name="connsiteY3-8" fmla="*/ 2388211 h 2388211"/>
              <a:gd name="connsiteX4-9" fmla="*/ 1274032 w 3247441"/>
              <a:gd name="connsiteY4-10" fmla="*/ 2278892 h 2388211"/>
              <a:gd name="connsiteX5-11" fmla="*/ 2113517 w 3247441"/>
              <a:gd name="connsiteY5-12" fmla="*/ 1384390 h 2388211"/>
              <a:gd name="connsiteX6-13" fmla="*/ 1995359 w 3247441"/>
              <a:gd name="connsiteY6-14" fmla="*/ 7348 h 2388211"/>
              <a:gd name="connsiteX7-15" fmla="*/ 1891005 w 3247441"/>
              <a:gd name="connsiteY7-16" fmla="*/ 32457 h 2388211"/>
              <a:gd name="connsiteX8-17" fmla="*/ 4645 w 3247441"/>
              <a:gd name="connsiteY8-18" fmla="*/ 2296201 h 2388211"/>
              <a:gd name="connsiteX9" fmla="*/ 0 w 3247441"/>
              <a:gd name="connsiteY9" fmla="*/ 2388211 h 2388211"/>
              <a:gd name="connsiteX0-19" fmla="*/ 0 w 2113517"/>
              <a:gd name="connsiteY0-20" fmla="*/ 2380863 h 2380863"/>
              <a:gd name="connsiteX1-21" fmla="*/ 1274032 w 2113517"/>
              <a:gd name="connsiteY1-22" fmla="*/ 2271544 h 2380863"/>
              <a:gd name="connsiteX2-23" fmla="*/ 2113517 w 2113517"/>
              <a:gd name="connsiteY2-24" fmla="*/ 1377042 h 2380863"/>
              <a:gd name="connsiteX3-25" fmla="*/ 1995359 w 2113517"/>
              <a:gd name="connsiteY3-26" fmla="*/ 0 h 2380863"/>
              <a:gd name="connsiteX4-27" fmla="*/ 1891005 w 2113517"/>
              <a:gd name="connsiteY4-28" fmla="*/ 25109 h 2380863"/>
              <a:gd name="connsiteX5-29" fmla="*/ 4645 w 2113517"/>
              <a:gd name="connsiteY5-30" fmla="*/ 2288853 h 2380863"/>
              <a:gd name="connsiteX6-31" fmla="*/ 0 w 2113517"/>
              <a:gd name="connsiteY6-32" fmla="*/ 2380863 h 2380863"/>
              <a:gd name="connsiteX0-33" fmla="*/ 2113517 w 2204957"/>
              <a:gd name="connsiteY0-34" fmla="*/ 1377042 h 2380863"/>
              <a:gd name="connsiteX1-35" fmla="*/ 1995359 w 2204957"/>
              <a:gd name="connsiteY1-36" fmla="*/ 0 h 2380863"/>
              <a:gd name="connsiteX2-37" fmla="*/ 1891005 w 2204957"/>
              <a:gd name="connsiteY2-38" fmla="*/ 25109 h 2380863"/>
              <a:gd name="connsiteX3-39" fmla="*/ 4645 w 2204957"/>
              <a:gd name="connsiteY3-40" fmla="*/ 2288853 h 2380863"/>
              <a:gd name="connsiteX4-41" fmla="*/ 0 w 2204957"/>
              <a:gd name="connsiteY4-42" fmla="*/ 2380863 h 2380863"/>
              <a:gd name="connsiteX5-43" fmla="*/ 1274032 w 2204957"/>
              <a:gd name="connsiteY5-44" fmla="*/ 2271544 h 2380863"/>
              <a:gd name="connsiteX6-45" fmla="*/ 2204957 w 2204957"/>
              <a:gd name="connsiteY6-46" fmla="*/ 1468482 h 2380863"/>
              <a:gd name="connsiteX0-47" fmla="*/ 2113517 w 2113517"/>
              <a:gd name="connsiteY0-48" fmla="*/ 1377042 h 2380863"/>
              <a:gd name="connsiteX1-49" fmla="*/ 1995359 w 2113517"/>
              <a:gd name="connsiteY1-50" fmla="*/ 0 h 2380863"/>
              <a:gd name="connsiteX2-51" fmla="*/ 1891005 w 2113517"/>
              <a:gd name="connsiteY2-52" fmla="*/ 25109 h 2380863"/>
              <a:gd name="connsiteX3-53" fmla="*/ 4645 w 2113517"/>
              <a:gd name="connsiteY3-54" fmla="*/ 2288853 h 2380863"/>
              <a:gd name="connsiteX4-55" fmla="*/ 0 w 2113517"/>
              <a:gd name="connsiteY4-56" fmla="*/ 2380863 h 2380863"/>
              <a:gd name="connsiteX5-57" fmla="*/ 1274032 w 2113517"/>
              <a:gd name="connsiteY5-58" fmla="*/ 2271544 h 2380863"/>
              <a:gd name="connsiteX0-59" fmla="*/ 1995359 w 1995359"/>
              <a:gd name="connsiteY0-60" fmla="*/ 0 h 2380863"/>
              <a:gd name="connsiteX1-61" fmla="*/ 1891005 w 1995359"/>
              <a:gd name="connsiteY1-62" fmla="*/ 25109 h 2380863"/>
              <a:gd name="connsiteX2-63" fmla="*/ 4645 w 1995359"/>
              <a:gd name="connsiteY2-64" fmla="*/ 2288853 h 2380863"/>
              <a:gd name="connsiteX3-65" fmla="*/ 0 w 1995359"/>
              <a:gd name="connsiteY3-66" fmla="*/ 2380863 h 2380863"/>
              <a:gd name="connsiteX4-67" fmla="*/ 1274032 w 1995359"/>
              <a:gd name="connsiteY4-68" fmla="*/ 2271544 h 2380863"/>
              <a:gd name="connsiteX0-69" fmla="*/ 1995359 w 1995359"/>
              <a:gd name="connsiteY0-70" fmla="*/ 0 h 2380863"/>
              <a:gd name="connsiteX1-71" fmla="*/ 1891005 w 1995359"/>
              <a:gd name="connsiteY1-72" fmla="*/ 25109 h 2380863"/>
              <a:gd name="connsiteX2-73" fmla="*/ 4645 w 1995359"/>
              <a:gd name="connsiteY2-74" fmla="*/ 2288853 h 2380863"/>
              <a:gd name="connsiteX3-75" fmla="*/ 0 w 1995359"/>
              <a:gd name="connsiteY3-76" fmla="*/ 2380863 h 2380863"/>
            </a:gdLst>
            <a:ahLst/>
            <a:cxnLst>
              <a:cxn ang="0">
                <a:pos x="connsiteX0-1" y="connsiteY0-2"/>
              </a:cxn>
              <a:cxn ang="0">
                <a:pos x="connsiteX1-3" y="connsiteY1-4"/>
              </a:cxn>
              <a:cxn ang="0">
                <a:pos x="connsiteX2-5" y="connsiteY2-6"/>
              </a:cxn>
              <a:cxn ang="0">
                <a:pos x="connsiteX3-7" y="connsiteY3-8"/>
              </a:cxn>
            </a:cxnLst>
            <a:rect l="l" t="t" r="r" b="b"/>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92" name="任意多边形: 形状 91"/>
          <p:cNvSpPr/>
          <p:nvPr>
            <p:custDataLst>
              <p:tags r:id="rId39"/>
            </p:custDataLst>
          </p:nvPr>
        </p:nvSpPr>
        <p:spPr>
          <a:xfrm rot="10505744" flipH="1">
            <a:off x="10252710" y="-76200"/>
            <a:ext cx="1849755" cy="2207895"/>
          </a:xfrm>
          <a:custGeom>
            <a:avLst/>
            <a:gdLst>
              <a:gd name="connsiteX0" fmla="*/ 3101494 w 3221135"/>
              <a:gd name="connsiteY0" fmla="*/ 163645 h 2207585"/>
              <a:gd name="connsiteX1" fmla="*/ 3221135 w 3221135"/>
              <a:gd name="connsiteY1" fmla="*/ 36184 h 2207585"/>
              <a:gd name="connsiteX2" fmla="*/ 3206776 w 3221135"/>
              <a:gd name="connsiteY2" fmla="*/ 30928 h 2207585"/>
              <a:gd name="connsiteX3" fmla="*/ 3087752 w 3221135"/>
              <a:gd name="connsiteY3" fmla="*/ 3494 h 2207585"/>
              <a:gd name="connsiteX4" fmla="*/ 0 w 3221135"/>
              <a:gd name="connsiteY4" fmla="*/ 2207585 h 2207585"/>
              <a:gd name="connsiteX5" fmla="*/ 1286575 w 3221135"/>
              <a:gd name="connsiteY5" fmla="*/ 2097190 h 2207585"/>
              <a:gd name="connsiteX6" fmla="*/ 1967553 w 3221135"/>
              <a:gd name="connsiteY6" fmla="*/ 1371702 h 2207585"/>
              <a:gd name="connsiteX7" fmla="*/ 1849854 w 3221135"/>
              <a:gd name="connsiteY7" fmla="*/ 0 h 2207585"/>
              <a:gd name="connsiteX8" fmla="*/ 1776137 w 3221135"/>
              <a:gd name="connsiteY8" fmla="*/ 17738 h 2207585"/>
              <a:gd name="connsiteX9" fmla="*/ 3137 w 3221135"/>
              <a:gd name="connsiteY9" fmla="*/ 2145444 h 2207585"/>
              <a:gd name="connsiteX0-1" fmla="*/ 3101494 w 3221135"/>
              <a:gd name="connsiteY0-2" fmla="*/ 163645 h 2207585"/>
              <a:gd name="connsiteX1-3" fmla="*/ 3221135 w 3221135"/>
              <a:gd name="connsiteY1-4" fmla="*/ 36184 h 2207585"/>
              <a:gd name="connsiteX2-5" fmla="*/ 3087752 w 3221135"/>
              <a:gd name="connsiteY2-6" fmla="*/ 3494 h 2207585"/>
              <a:gd name="connsiteX3-7" fmla="*/ 3101494 w 3221135"/>
              <a:gd name="connsiteY3-8" fmla="*/ 163645 h 2207585"/>
              <a:gd name="connsiteX4-9" fmla="*/ 0 w 3221135"/>
              <a:gd name="connsiteY4-10" fmla="*/ 2207585 h 2207585"/>
              <a:gd name="connsiteX5-11" fmla="*/ 1286575 w 3221135"/>
              <a:gd name="connsiteY5-12" fmla="*/ 2097190 h 2207585"/>
              <a:gd name="connsiteX6-13" fmla="*/ 1967553 w 3221135"/>
              <a:gd name="connsiteY6-14" fmla="*/ 1371702 h 2207585"/>
              <a:gd name="connsiteX7-15" fmla="*/ 1849854 w 3221135"/>
              <a:gd name="connsiteY7-16" fmla="*/ 0 h 2207585"/>
              <a:gd name="connsiteX8-17" fmla="*/ 1776137 w 3221135"/>
              <a:gd name="connsiteY8-18" fmla="*/ 17738 h 2207585"/>
              <a:gd name="connsiteX9-19" fmla="*/ 3137 w 3221135"/>
              <a:gd name="connsiteY9-20" fmla="*/ 2145444 h 2207585"/>
              <a:gd name="connsiteX10" fmla="*/ 0 w 3221135"/>
              <a:gd name="connsiteY10" fmla="*/ 2207585 h 2207585"/>
              <a:gd name="connsiteX0-21" fmla="*/ 3101494 w 3101494"/>
              <a:gd name="connsiteY0-22" fmla="*/ 163645 h 2207585"/>
              <a:gd name="connsiteX1-23" fmla="*/ 3087752 w 3101494"/>
              <a:gd name="connsiteY1-24" fmla="*/ 3494 h 2207585"/>
              <a:gd name="connsiteX2-25" fmla="*/ 3101494 w 3101494"/>
              <a:gd name="connsiteY2-26" fmla="*/ 163645 h 2207585"/>
              <a:gd name="connsiteX3-27" fmla="*/ 0 w 3101494"/>
              <a:gd name="connsiteY3-28" fmla="*/ 2207585 h 2207585"/>
              <a:gd name="connsiteX4-29" fmla="*/ 1286575 w 3101494"/>
              <a:gd name="connsiteY4-30" fmla="*/ 2097190 h 2207585"/>
              <a:gd name="connsiteX5-31" fmla="*/ 1967553 w 3101494"/>
              <a:gd name="connsiteY5-32" fmla="*/ 1371702 h 2207585"/>
              <a:gd name="connsiteX6-33" fmla="*/ 1849854 w 3101494"/>
              <a:gd name="connsiteY6-34" fmla="*/ 0 h 2207585"/>
              <a:gd name="connsiteX7-35" fmla="*/ 1776137 w 3101494"/>
              <a:gd name="connsiteY7-36" fmla="*/ 17738 h 2207585"/>
              <a:gd name="connsiteX8-37" fmla="*/ 3137 w 3101494"/>
              <a:gd name="connsiteY8-38" fmla="*/ 2145444 h 2207585"/>
              <a:gd name="connsiteX9-39" fmla="*/ 0 w 3101494"/>
              <a:gd name="connsiteY9-40" fmla="*/ 2207585 h 2207585"/>
              <a:gd name="connsiteX0-41" fmla="*/ 0 w 1967553"/>
              <a:gd name="connsiteY0-42" fmla="*/ 2207585 h 2207585"/>
              <a:gd name="connsiteX1-43" fmla="*/ 1286575 w 1967553"/>
              <a:gd name="connsiteY1-44" fmla="*/ 2097190 h 2207585"/>
              <a:gd name="connsiteX2-45" fmla="*/ 1967553 w 1967553"/>
              <a:gd name="connsiteY2-46" fmla="*/ 1371702 h 2207585"/>
              <a:gd name="connsiteX3-47" fmla="*/ 1849854 w 1967553"/>
              <a:gd name="connsiteY3-48" fmla="*/ 0 h 2207585"/>
              <a:gd name="connsiteX4-49" fmla="*/ 1776137 w 1967553"/>
              <a:gd name="connsiteY4-50" fmla="*/ 17738 h 2207585"/>
              <a:gd name="connsiteX5-51" fmla="*/ 3137 w 1967553"/>
              <a:gd name="connsiteY5-52" fmla="*/ 2145444 h 2207585"/>
              <a:gd name="connsiteX6-53" fmla="*/ 0 w 1967553"/>
              <a:gd name="connsiteY6-54" fmla="*/ 2207585 h 2207585"/>
              <a:gd name="connsiteX0-55" fmla="*/ 1967553 w 2058993"/>
              <a:gd name="connsiteY0-56" fmla="*/ 1371702 h 2207585"/>
              <a:gd name="connsiteX1-57" fmla="*/ 1849854 w 2058993"/>
              <a:gd name="connsiteY1-58" fmla="*/ 0 h 2207585"/>
              <a:gd name="connsiteX2-59" fmla="*/ 1776137 w 2058993"/>
              <a:gd name="connsiteY2-60" fmla="*/ 17738 h 2207585"/>
              <a:gd name="connsiteX3-61" fmla="*/ 3137 w 2058993"/>
              <a:gd name="connsiteY3-62" fmla="*/ 2145444 h 2207585"/>
              <a:gd name="connsiteX4-63" fmla="*/ 0 w 2058993"/>
              <a:gd name="connsiteY4-64" fmla="*/ 2207585 h 2207585"/>
              <a:gd name="connsiteX5-65" fmla="*/ 1286575 w 2058993"/>
              <a:gd name="connsiteY5-66" fmla="*/ 2097190 h 2207585"/>
              <a:gd name="connsiteX6-67" fmla="*/ 2058993 w 2058993"/>
              <a:gd name="connsiteY6-68" fmla="*/ 1463142 h 2207585"/>
              <a:gd name="connsiteX0-69" fmla="*/ 1967553 w 1967553"/>
              <a:gd name="connsiteY0-70" fmla="*/ 1371702 h 2207585"/>
              <a:gd name="connsiteX1-71" fmla="*/ 1849854 w 1967553"/>
              <a:gd name="connsiteY1-72" fmla="*/ 0 h 2207585"/>
              <a:gd name="connsiteX2-73" fmla="*/ 1776137 w 1967553"/>
              <a:gd name="connsiteY2-74" fmla="*/ 17738 h 2207585"/>
              <a:gd name="connsiteX3-75" fmla="*/ 3137 w 1967553"/>
              <a:gd name="connsiteY3-76" fmla="*/ 2145444 h 2207585"/>
              <a:gd name="connsiteX4-77" fmla="*/ 0 w 1967553"/>
              <a:gd name="connsiteY4-78" fmla="*/ 2207585 h 2207585"/>
              <a:gd name="connsiteX5-79" fmla="*/ 1286575 w 1967553"/>
              <a:gd name="connsiteY5-80" fmla="*/ 2097190 h 2207585"/>
              <a:gd name="connsiteX0-81" fmla="*/ 1849854 w 1849854"/>
              <a:gd name="connsiteY0-82" fmla="*/ 0 h 2207585"/>
              <a:gd name="connsiteX1-83" fmla="*/ 1776137 w 1849854"/>
              <a:gd name="connsiteY1-84" fmla="*/ 17738 h 2207585"/>
              <a:gd name="connsiteX2-85" fmla="*/ 3137 w 1849854"/>
              <a:gd name="connsiteY2-86" fmla="*/ 2145444 h 2207585"/>
              <a:gd name="connsiteX3-87" fmla="*/ 0 w 1849854"/>
              <a:gd name="connsiteY3-88" fmla="*/ 2207585 h 2207585"/>
              <a:gd name="connsiteX4-89" fmla="*/ 1286575 w 1849854"/>
              <a:gd name="connsiteY4-90" fmla="*/ 2097190 h 2207585"/>
              <a:gd name="connsiteX0-91" fmla="*/ 1849854 w 1849854"/>
              <a:gd name="connsiteY0-92" fmla="*/ 0 h 2207585"/>
              <a:gd name="connsiteX1-93" fmla="*/ 1776137 w 1849854"/>
              <a:gd name="connsiteY1-94" fmla="*/ 17738 h 2207585"/>
              <a:gd name="connsiteX2-95" fmla="*/ 3137 w 1849854"/>
              <a:gd name="connsiteY2-96" fmla="*/ 2145444 h 2207585"/>
              <a:gd name="connsiteX3-97" fmla="*/ 0 w 1849854"/>
              <a:gd name="connsiteY3-98" fmla="*/ 2207585 h 2207585"/>
            </a:gdLst>
            <a:ahLst/>
            <a:cxnLst>
              <a:cxn ang="0">
                <a:pos x="connsiteX0-1" y="connsiteY0-2"/>
              </a:cxn>
              <a:cxn ang="0">
                <a:pos x="connsiteX1-3" y="connsiteY1-4"/>
              </a:cxn>
              <a:cxn ang="0">
                <a:pos x="connsiteX2-5" y="connsiteY2-6"/>
              </a:cxn>
              <a:cxn ang="0">
                <a:pos x="connsiteX3-7" y="connsiteY3-8"/>
              </a:cxn>
            </a:cxnLst>
            <a:rect l="l" t="t" r="r" b="b"/>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4" name="任意多边形: 形状 83"/>
          <p:cNvSpPr/>
          <p:nvPr>
            <p:custDataLst>
              <p:tags r:id="rId40"/>
            </p:custDataLst>
          </p:nvPr>
        </p:nvSpPr>
        <p:spPr>
          <a:xfrm rot="10505744" flipH="1">
            <a:off x="10417810" y="-69215"/>
            <a:ext cx="1692910" cy="2011680"/>
          </a:xfrm>
          <a:custGeom>
            <a:avLst/>
            <a:gdLst>
              <a:gd name="connsiteX0" fmla="*/ 2942292 w 3039526"/>
              <a:gd name="connsiteY0" fmla="*/ 138056 h 2011644"/>
              <a:gd name="connsiteX1" fmla="*/ 3039526 w 3039526"/>
              <a:gd name="connsiteY1" fmla="*/ 34531 h 2011644"/>
              <a:gd name="connsiteX2" fmla="*/ 2983139 w 3039526"/>
              <a:gd name="connsiteY2" fmla="*/ 13891 h 2011644"/>
              <a:gd name="connsiteX3" fmla="*/ 2930598 w 3039526"/>
              <a:gd name="connsiteY3" fmla="*/ 1780 h 2011644"/>
              <a:gd name="connsiteX4" fmla="*/ 0 w 3039526"/>
              <a:gd name="connsiteY4" fmla="*/ 2011644 h 2011644"/>
              <a:gd name="connsiteX5" fmla="*/ 1286204 w 3039526"/>
              <a:gd name="connsiteY5" fmla="*/ 1901281 h 2011644"/>
              <a:gd name="connsiteX6" fmla="*/ 1808292 w 3039526"/>
              <a:gd name="connsiteY6" fmla="*/ 1345418 h 2011644"/>
              <a:gd name="connsiteX7" fmla="*/ 1692848 w 3039526"/>
              <a:gd name="connsiteY7" fmla="*/ 0 h 2011644"/>
              <a:gd name="connsiteX8" fmla="*/ 1450924 w 3039526"/>
              <a:gd name="connsiteY8" fmla="*/ 70211 h 2011644"/>
              <a:gd name="connsiteX9" fmla="*/ 1503 w 3039526"/>
              <a:gd name="connsiteY9" fmla="*/ 1981879 h 2011644"/>
              <a:gd name="connsiteX0-1" fmla="*/ 2942292 w 2983139"/>
              <a:gd name="connsiteY0-2" fmla="*/ 138056 h 2011644"/>
              <a:gd name="connsiteX1-3" fmla="*/ 2983139 w 2983139"/>
              <a:gd name="connsiteY1-4" fmla="*/ 13891 h 2011644"/>
              <a:gd name="connsiteX2-5" fmla="*/ 2930598 w 2983139"/>
              <a:gd name="connsiteY2-6" fmla="*/ 1780 h 2011644"/>
              <a:gd name="connsiteX3-7" fmla="*/ 2942292 w 2983139"/>
              <a:gd name="connsiteY3-8" fmla="*/ 138056 h 2011644"/>
              <a:gd name="connsiteX4-9" fmla="*/ 0 w 2983139"/>
              <a:gd name="connsiteY4-10" fmla="*/ 2011644 h 2011644"/>
              <a:gd name="connsiteX5-11" fmla="*/ 1286204 w 2983139"/>
              <a:gd name="connsiteY5-12" fmla="*/ 1901281 h 2011644"/>
              <a:gd name="connsiteX6-13" fmla="*/ 1808292 w 2983139"/>
              <a:gd name="connsiteY6-14" fmla="*/ 1345418 h 2011644"/>
              <a:gd name="connsiteX7-15" fmla="*/ 1692848 w 2983139"/>
              <a:gd name="connsiteY7-16" fmla="*/ 0 h 2011644"/>
              <a:gd name="connsiteX8-17" fmla="*/ 1450924 w 2983139"/>
              <a:gd name="connsiteY8-18" fmla="*/ 70211 h 2011644"/>
              <a:gd name="connsiteX9-19" fmla="*/ 1503 w 2983139"/>
              <a:gd name="connsiteY9-20" fmla="*/ 1981879 h 2011644"/>
              <a:gd name="connsiteX10" fmla="*/ 0 w 2983139"/>
              <a:gd name="connsiteY10" fmla="*/ 2011644 h 2011644"/>
              <a:gd name="connsiteX0-21" fmla="*/ 2942292 w 2942292"/>
              <a:gd name="connsiteY0-22" fmla="*/ 138056 h 2011644"/>
              <a:gd name="connsiteX1-23" fmla="*/ 2930598 w 2942292"/>
              <a:gd name="connsiteY1-24" fmla="*/ 1780 h 2011644"/>
              <a:gd name="connsiteX2-25" fmla="*/ 2942292 w 2942292"/>
              <a:gd name="connsiteY2-26" fmla="*/ 138056 h 2011644"/>
              <a:gd name="connsiteX3-27" fmla="*/ 0 w 2942292"/>
              <a:gd name="connsiteY3-28" fmla="*/ 2011644 h 2011644"/>
              <a:gd name="connsiteX4-29" fmla="*/ 1286204 w 2942292"/>
              <a:gd name="connsiteY4-30" fmla="*/ 1901281 h 2011644"/>
              <a:gd name="connsiteX5-31" fmla="*/ 1808292 w 2942292"/>
              <a:gd name="connsiteY5-32" fmla="*/ 1345418 h 2011644"/>
              <a:gd name="connsiteX6-33" fmla="*/ 1692848 w 2942292"/>
              <a:gd name="connsiteY6-34" fmla="*/ 0 h 2011644"/>
              <a:gd name="connsiteX7-35" fmla="*/ 1450924 w 2942292"/>
              <a:gd name="connsiteY7-36" fmla="*/ 70211 h 2011644"/>
              <a:gd name="connsiteX8-37" fmla="*/ 1503 w 2942292"/>
              <a:gd name="connsiteY8-38" fmla="*/ 1981879 h 2011644"/>
              <a:gd name="connsiteX9-39" fmla="*/ 0 w 2942292"/>
              <a:gd name="connsiteY9-40" fmla="*/ 2011644 h 2011644"/>
              <a:gd name="connsiteX0-41" fmla="*/ 0 w 1808292"/>
              <a:gd name="connsiteY0-42" fmla="*/ 2011644 h 2011644"/>
              <a:gd name="connsiteX1-43" fmla="*/ 1286204 w 1808292"/>
              <a:gd name="connsiteY1-44" fmla="*/ 1901281 h 2011644"/>
              <a:gd name="connsiteX2-45" fmla="*/ 1808292 w 1808292"/>
              <a:gd name="connsiteY2-46" fmla="*/ 1345418 h 2011644"/>
              <a:gd name="connsiteX3-47" fmla="*/ 1692848 w 1808292"/>
              <a:gd name="connsiteY3-48" fmla="*/ 0 h 2011644"/>
              <a:gd name="connsiteX4-49" fmla="*/ 1450924 w 1808292"/>
              <a:gd name="connsiteY4-50" fmla="*/ 70211 h 2011644"/>
              <a:gd name="connsiteX5-51" fmla="*/ 1503 w 1808292"/>
              <a:gd name="connsiteY5-52" fmla="*/ 1981879 h 2011644"/>
              <a:gd name="connsiteX6-53" fmla="*/ 0 w 1808292"/>
              <a:gd name="connsiteY6-54" fmla="*/ 2011644 h 2011644"/>
              <a:gd name="connsiteX0-55" fmla="*/ 1808292 w 1899732"/>
              <a:gd name="connsiteY0-56" fmla="*/ 1345418 h 2011644"/>
              <a:gd name="connsiteX1-57" fmla="*/ 1692848 w 1899732"/>
              <a:gd name="connsiteY1-58" fmla="*/ 0 h 2011644"/>
              <a:gd name="connsiteX2-59" fmla="*/ 1450924 w 1899732"/>
              <a:gd name="connsiteY2-60" fmla="*/ 70211 h 2011644"/>
              <a:gd name="connsiteX3-61" fmla="*/ 1503 w 1899732"/>
              <a:gd name="connsiteY3-62" fmla="*/ 1981879 h 2011644"/>
              <a:gd name="connsiteX4-63" fmla="*/ 0 w 1899732"/>
              <a:gd name="connsiteY4-64" fmla="*/ 2011644 h 2011644"/>
              <a:gd name="connsiteX5-65" fmla="*/ 1286204 w 1899732"/>
              <a:gd name="connsiteY5-66" fmla="*/ 1901281 h 2011644"/>
              <a:gd name="connsiteX6-67" fmla="*/ 1899732 w 1899732"/>
              <a:gd name="connsiteY6-68" fmla="*/ 1436858 h 2011644"/>
              <a:gd name="connsiteX0-69" fmla="*/ 1808292 w 1808292"/>
              <a:gd name="connsiteY0-70" fmla="*/ 1345418 h 2011644"/>
              <a:gd name="connsiteX1-71" fmla="*/ 1692848 w 1808292"/>
              <a:gd name="connsiteY1-72" fmla="*/ 0 h 2011644"/>
              <a:gd name="connsiteX2-73" fmla="*/ 1450924 w 1808292"/>
              <a:gd name="connsiteY2-74" fmla="*/ 70211 h 2011644"/>
              <a:gd name="connsiteX3-75" fmla="*/ 1503 w 1808292"/>
              <a:gd name="connsiteY3-76" fmla="*/ 1981879 h 2011644"/>
              <a:gd name="connsiteX4-77" fmla="*/ 0 w 1808292"/>
              <a:gd name="connsiteY4-78" fmla="*/ 2011644 h 2011644"/>
              <a:gd name="connsiteX5-79" fmla="*/ 1286204 w 1808292"/>
              <a:gd name="connsiteY5-80" fmla="*/ 1901281 h 2011644"/>
              <a:gd name="connsiteX0-81" fmla="*/ 1692848 w 1692848"/>
              <a:gd name="connsiteY0-82" fmla="*/ 0 h 2011644"/>
              <a:gd name="connsiteX1-83" fmla="*/ 1450924 w 1692848"/>
              <a:gd name="connsiteY1-84" fmla="*/ 70211 h 2011644"/>
              <a:gd name="connsiteX2-85" fmla="*/ 1503 w 1692848"/>
              <a:gd name="connsiteY2-86" fmla="*/ 1981879 h 2011644"/>
              <a:gd name="connsiteX3-87" fmla="*/ 0 w 1692848"/>
              <a:gd name="connsiteY3-88" fmla="*/ 2011644 h 2011644"/>
              <a:gd name="connsiteX4-89" fmla="*/ 1286204 w 1692848"/>
              <a:gd name="connsiteY4-90" fmla="*/ 1901281 h 2011644"/>
              <a:gd name="connsiteX0-91" fmla="*/ 1692848 w 1692848"/>
              <a:gd name="connsiteY0-92" fmla="*/ 0 h 2011644"/>
              <a:gd name="connsiteX1-93" fmla="*/ 1450924 w 1692848"/>
              <a:gd name="connsiteY1-94" fmla="*/ 70211 h 2011644"/>
              <a:gd name="connsiteX2-95" fmla="*/ 1503 w 1692848"/>
              <a:gd name="connsiteY2-96" fmla="*/ 1981879 h 2011644"/>
              <a:gd name="connsiteX3-97" fmla="*/ 0 w 1692848"/>
              <a:gd name="connsiteY3-98" fmla="*/ 2011644 h 2011644"/>
            </a:gdLst>
            <a:ahLst/>
            <a:cxnLst>
              <a:cxn ang="0">
                <a:pos x="connsiteX0-1" y="connsiteY0-2"/>
              </a:cxn>
              <a:cxn ang="0">
                <a:pos x="connsiteX1-3" y="connsiteY1-4"/>
              </a:cxn>
              <a:cxn ang="0">
                <a:pos x="connsiteX2-5" y="connsiteY2-6"/>
              </a:cxn>
              <a:cxn ang="0">
                <a:pos x="connsiteX3-7" y="connsiteY3-8"/>
              </a:cxn>
            </a:cxnLst>
            <a:rect l="l" t="t" r="r" b="b"/>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5" name="任意多边形: 形状 74"/>
          <p:cNvSpPr/>
          <p:nvPr>
            <p:custDataLst>
              <p:tags r:id="rId41"/>
            </p:custDataLst>
          </p:nvPr>
        </p:nvSpPr>
        <p:spPr>
          <a:xfrm rot="10505744" flipH="1">
            <a:off x="10728960" y="-55880"/>
            <a:ext cx="1396365" cy="1661795"/>
          </a:xfrm>
          <a:custGeom>
            <a:avLst/>
            <a:gdLst>
              <a:gd name="connsiteX0" fmla="*/ 2640295 w 2676094"/>
              <a:gd name="connsiteY0" fmla="*/ 76896 h 1662070"/>
              <a:gd name="connsiteX1" fmla="*/ 2676094 w 2676094"/>
              <a:gd name="connsiteY1" fmla="*/ 38766 h 1662070"/>
              <a:gd name="connsiteX2" fmla="*/ 2635756 w 2676094"/>
              <a:gd name="connsiteY2" fmla="*/ 24001 h 1662070"/>
              <a:gd name="connsiteX3" fmla="*/ 0 w 2676094"/>
              <a:gd name="connsiteY3" fmla="*/ 1662070 h 1662070"/>
              <a:gd name="connsiteX4" fmla="*/ 1252920 w 2676094"/>
              <a:gd name="connsiteY4" fmla="*/ 1554563 h 1662070"/>
              <a:gd name="connsiteX5" fmla="*/ 1506329 w 2676094"/>
              <a:gd name="connsiteY5" fmla="*/ 1284661 h 1662070"/>
              <a:gd name="connsiteX6" fmla="*/ 1396099 w 2676094"/>
              <a:gd name="connsiteY6" fmla="*/ 0 h 1662070"/>
              <a:gd name="connsiteX7" fmla="*/ 1289233 w 2676094"/>
              <a:gd name="connsiteY7" fmla="*/ 28870 h 1662070"/>
              <a:gd name="connsiteX8" fmla="*/ 25423 w 2676094"/>
              <a:gd name="connsiteY8" fmla="*/ 1495464 h 1662070"/>
              <a:gd name="connsiteX0-1" fmla="*/ 1396099 w 2676094"/>
              <a:gd name="connsiteY0-2" fmla="*/ 0 h 1662070"/>
              <a:gd name="connsiteX1-3" fmla="*/ 1289233 w 2676094"/>
              <a:gd name="connsiteY1-4" fmla="*/ 28870 h 1662070"/>
              <a:gd name="connsiteX2-5" fmla="*/ 25423 w 2676094"/>
              <a:gd name="connsiteY2-6" fmla="*/ 1495464 h 1662070"/>
              <a:gd name="connsiteX3-7" fmla="*/ 0 w 2676094"/>
              <a:gd name="connsiteY3-8" fmla="*/ 1662070 h 1662070"/>
              <a:gd name="connsiteX4-9" fmla="*/ 2676094 w 2676094"/>
              <a:gd name="connsiteY4-10" fmla="*/ 38766 h 1662070"/>
              <a:gd name="connsiteX5-11" fmla="*/ 2635756 w 2676094"/>
              <a:gd name="connsiteY5-12" fmla="*/ 24001 h 1662070"/>
              <a:gd name="connsiteX6-13" fmla="*/ 2640295 w 2676094"/>
              <a:gd name="connsiteY6-14" fmla="*/ 76896 h 1662070"/>
              <a:gd name="connsiteX7-15" fmla="*/ 0 w 2676094"/>
              <a:gd name="connsiteY7-16" fmla="*/ 1662070 h 1662070"/>
              <a:gd name="connsiteX8-17" fmla="*/ 1252920 w 2676094"/>
              <a:gd name="connsiteY8-18" fmla="*/ 1554563 h 1662070"/>
              <a:gd name="connsiteX9" fmla="*/ 1506329 w 2676094"/>
              <a:gd name="connsiteY9" fmla="*/ 1284661 h 1662070"/>
              <a:gd name="connsiteX10" fmla="*/ 1487539 w 2676094"/>
              <a:gd name="connsiteY10" fmla="*/ 91440 h 1662070"/>
              <a:gd name="connsiteX0-19" fmla="*/ 1396099 w 2676094"/>
              <a:gd name="connsiteY0-20" fmla="*/ 0 h 1662070"/>
              <a:gd name="connsiteX1-21" fmla="*/ 1289233 w 2676094"/>
              <a:gd name="connsiteY1-22" fmla="*/ 28870 h 1662070"/>
              <a:gd name="connsiteX2-23" fmla="*/ 25423 w 2676094"/>
              <a:gd name="connsiteY2-24" fmla="*/ 1495464 h 1662070"/>
              <a:gd name="connsiteX3-25" fmla="*/ 0 w 2676094"/>
              <a:gd name="connsiteY3-26" fmla="*/ 1662070 h 1662070"/>
              <a:gd name="connsiteX4-27" fmla="*/ 2676094 w 2676094"/>
              <a:gd name="connsiteY4-28" fmla="*/ 38766 h 1662070"/>
              <a:gd name="connsiteX5-29" fmla="*/ 2635756 w 2676094"/>
              <a:gd name="connsiteY5-30" fmla="*/ 24001 h 1662070"/>
              <a:gd name="connsiteX6-31" fmla="*/ 2640295 w 2676094"/>
              <a:gd name="connsiteY6-32" fmla="*/ 76896 h 1662070"/>
              <a:gd name="connsiteX7-33" fmla="*/ 1396099 w 2676094"/>
              <a:gd name="connsiteY7-34" fmla="*/ 0 h 1662070"/>
              <a:gd name="connsiteX8-35" fmla="*/ 0 w 2676094"/>
              <a:gd name="connsiteY8-36" fmla="*/ 1662070 h 1662070"/>
              <a:gd name="connsiteX9-37" fmla="*/ 1252920 w 2676094"/>
              <a:gd name="connsiteY9-38" fmla="*/ 1554563 h 1662070"/>
              <a:gd name="connsiteX10-39" fmla="*/ 1506329 w 2676094"/>
              <a:gd name="connsiteY10-40" fmla="*/ 1284661 h 1662070"/>
              <a:gd name="connsiteX0-41" fmla="*/ 1396099 w 2676094"/>
              <a:gd name="connsiteY0-42" fmla="*/ 0 h 1662070"/>
              <a:gd name="connsiteX1-43" fmla="*/ 1289233 w 2676094"/>
              <a:gd name="connsiteY1-44" fmla="*/ 28870 h 1662070"/>
              <a:gd name="connsiteX2-45" fmla="*/ 25423 w 2676094"/>
              <a:gd name="connsiteY2-46" fmla="*/ 1495464 h 1662070"/>
              <a:gd name="connsiteX3-47" fmla="*/ 0 w 2676094"/>
              <a:gd name="connsiteY3-48" fmla="*/ 1662070 h 1662070"/>
              <a:gd name="connsiteX4-49" fmla="*/ 2676094 w 2676094"/>
              <a:gd name="connsiteY4-50" fmla="*/ 38766 h 1662070"/>
              <a:gd name="connsiteX5-51" fmla="*/ 2635756 w 2676094"/>
              <a:gd name="connsiteY5-52" fmla="*/ 24001 h 1662070"/>
              <a:gd name="connsiteX6-53" fmla="*/ 1396099 w 2676094"/>
              <a:gd name="connsiteY6-54" fmla="*/ 0 h 1662070"/>
              <a:gd name="connsiteX7-55" fmla="*/ 0 w 2676094"/>
              <a:gd name="connsiteY7-56" fmla="*/ 1662070 h 1662070"/>
              <a:gd name="connsiteX8-57" fmla="*/ 1252920 w 2676094"/>
              <a:gd name="connsiteY8-58" fmla="*/ 1554563 h 1662070"/>
              <a:gd name="connsiteX9-59" fmla="*/ 1506329 w 2676094"/>
              <a:gd name="connsiteY9-60" fmla="*/ 1284661 h 1662070"/>
              <a:gd name="connsiteX0-61" fmla="*/ 1396099 w 2676094"/>
              <a:gd name="connsiteY0-62" fmla="*/ 0 h 1662070"/>
              <a:gd name="connsiteX1-63" fmla="*/ 1289233 w 2676094"/>
              <a:gd name="connsiteY1-64" fmla="*/ 28870 h 1662070"/>
              <a:gd name="connsiteX2-65" fmla="*/ 25423 w 2676094"/>
              <a:gd name="connsiteY2-66" fmla="*/ 1495464 h 1662070"/>
              <a:gd name="connsiteX3-67" fmla="*/ 0 w 2676094"/>
              <a:gd name="connsiteY3-68" fmla="*/ 1662070 h 1662070"/>
              <a:gd name="connsiteX4-69" fmla="*/ 2676094 w 2676094"/>
              <a:gd name="connsiteY4-70" fmla="*/ 38766 h 1662070"/>
              <a:gd name="connsiteX5-71" fmla="*/ 1396099 w 2676094"/>
              <a:gd name="connsiteY5-72" fmla="*/ 0 h 1662070"/>
              <a:gd name="connsiteX6-73" fmla="*/ 0 w 2676094"/>
              <a:gd name="connsiteY6-74" fmla="*/ 1662070 h 1662070"/>
              <a:gd name="connsiteX7-75" fmla="*/ 1252920 w 2676094"/>
              <a:gd name="connsiteY7-76" fmla="*/ 1554563 h 1662070"/>
              <a:gd name="connsiteX8-77" fmla="*/ 1506329 w 2676094"/>
              <a:gd name="connsiteY8-78" fmla="*/ 1284661 h 1662070"/>
              <a:gd name="connsiteX0-79" fmla="*/ 1396099 w 1506329"/>
              <a:gd name="connsiteY0-80" fmla="*/ 0 h 1662070"/>
              <a:gd name="connsiteX1-81" fmla="*/ 1289233 w 1506329"/>
              <a:gd name="connsiteY1-82" fmla="*/ 28870 h 1662070"/>
              <a:gd name="connsiteX2-83" fmla="*/ 25423 w 1506329"/>
              <a:gd name="connsiteY2-84" fmla="*/ 1495464 h 1662070"/>
              <a:gd name="connsiteX3-85" fmla="*/ 0 w 1506329"/>
              <a:gd name="connsiteY3-86" fmla="*/ 1662070 h 1662070"/>
              <a:gd name="connsiteX4-87" fmla="*/ 1396099 w 1506329"/>
              <a:gd name="connsiteY4-88" fmla="*/ 0 h 1662070"/>
              <a:gd name="connsiteX5-89" fmla="*/ 0 w 1506329"/>
              <a:gd name="connsiteY5-90" fmla="*/ 1662070 h 1662070"/>
              <a:gd name="connsiteX6-91" fmla="*/ 1252920 w 1506329"/>
              <a:gd name="connsiteY6-92" fmla="*/ 1554563 h 1662070"/>
              <a:gd name="connsiteX7-93" fmla="*/ 1506329 w 1506329"/>
              <a:gd name="connsiteY7-94" fmla="*/ 1284661 h 1662070"/>
              <a:gd name="connsiteX0-95" fmla="*/ 1396099 w 1396099"/>
              <a:gd name="connsiteY0-96" fmla="*/ 0 h 1662070"/>
              <a:gd name="connsiteX1-97" fmla="*/ 1289233 w 1396099"/>
              <a:gd name="connsiteY1-98" fmla="*/ 28870 h 1662070"/>
              <a:gd name="connsiteX2-99" fmla="*/ 25423 w 1396099"/>
              <a:gd name="connsiteY2-100" fmla="*/ 1495464 h 1662070"/>
              <a:gd name="connsiteX3-101" fmla="*/ 0 w 1396099"/>
              <a:gd name="connsiteY3-102" fmla="*/ 1662070 h 1662070"/>
              <a:gd name="connsiteX4-103" fmla="*/ 1396099 w 1396099"/>
              <a:gd name="connsiteY4-104" fmla="*/ 0 h 1662070"/>
              <a:gd name="connsiteX5-105" fmla="*/ 0 w 1396099"/>
              <a:gd name="connsiteY5-106" fmla="*/ 1662070 h 1662070"/>
              <a:gd name="connsiteX6-107" fmla="*/ 1252920 w 1396099"/>
              <a:gd name="connsiteY6-108" fmla="*/ 1554563 h 1662070"/>
              <a:gd name="connsiteX0-109" fmla="*/ 1396099 w 1396099"/>
              <a:gd name="connsiteY0-110" fmla="*/ 0 h 1662070"/>
              <a:gd name="connsiteX1-111" fmla="*/ 1289233 w 1396099"/>
              <a:gd name="connsiteY1-112" fmla="*/ 28870 h 1662070"/>
              <a:gd name="connsiteX2-113" fmla="*/ 25423 w 1396099"/>
              <a:gd name="connsiteY2-114" fmla="*/ 1495464 h 1662070"/>
              <a:gd name="connsiteX3-115" fmla="*/ 0 w 1396099"/>
              <a:gd name="connsiteY3-116" fmla="*/ 1662070 h 1662070"/>
              <a:gd name="connsiteX4-117" fmla="*/ 1396099 w 1396099"/>
              <a:gd name="connsiteY4-118" fmla="*/ 0 h 1662070"/>
              <a:gd name="connsiteX0-119" fmla="*/ 1396099 w 1396099"/>
              <a:gd name="connsiteY0-120" fmla="*/ 0 h 1662070"/>
              <a:gd name="connsiteX1-121" fmla="*/ 1289233 w 1396099"/>
              <a:gd name="connsiteY1-122" fmla="*/ 28870 h 1662070"/>
              <a:gd name="connsiteX2-123" fmla="*/ 25423 w 1396099"/>
              <a:gd name="connsiteY2-124" fmla="*/ 1495464 h 1662070"/>
              <a:gd name="connsiteX3-125" fmla="*/ 0 w 1396099"/>
              <a:gd name="connsiteY3-126" fmla="*/ 1662070 h 1662070"/>
              <a:gd name="connsiteX4-127" fmla="*/ 705902 w 1396099"/>
              <a:gd name="connsiteY4-128" fmla="*/ 822632 h 1662070"/>
              <a:gd name="connsiteX5-129" fmla="*/ 1396099 w 1396099"/>
              <a:gd name="connsiteY5-130" fmla="*/ 0 h 1662070"/>
              <a:gd name="connsiteX0-131" fmla="*/ 705902 w 1396099"/>
              <a:gd name="connsiteY0-132" fmla="*/ 822632 h 1662070"/>
              <a:gd name="connsiteX1-133" fmla="*/ 1396099 w 1396099"/>
              <a:gd name="connsiteY1-134" fmla="*/ 0 h 1662070"/>
              <a:gd name="connsiteX2-135" fmla="*/ 1289233 w 1396099"/>
              <a:gd name="connsiteY2-136" fmla="*/ 28870 h 1662070"/>
              <a:gd name="connsiteX3-137" fmla="*/ 25423 w 1396099"/>
              <a:gd name="connsiteY3-138" fmla="*/ 1495464 h 1662070"/>
              <a:gd name="connsiteX4-139" fmla="*/ 0 w 1396099"/>
              <a:gd name="connsiteY4-140" fmla="*/ 1662070 h 1662070"/>
              <a:gd name="connsiteX5-141" fmla="*/ 797342 w 1396099"/>
              <a:gd name="connsiteY5-142" fmla="*/ 914072 h 1662070"/>
              <a:gd name="connsiteX0-143" fmla="*/ 705902 w 1396099"/>
              <a:gd name="connsiteY0-144" fmla="*/ 822632 h 1662070"/>
              <a:gd name="connsiteX1-145" fmla="*/ 1396099 w 1396099"/>
              <a:gd name="connsiteY1-146" fmla="*/ 0 h 1662070"/>
              <a:gd name="connsiteX2-147" fmla="*/ 1289233 w 1396099"/>
              <a:gd name="connsiteY2-148" fmla="*/ 28870 h 1662070"/>
              <a:gd name="connsiteX3-149" fmla="*/ 25423 w 1396099"/>
              <a:gd name="connsiteY3-150" fmla="*/ 1495464 h 1662070"/>
              <a:gd name="connsiteX4-151" fmla="*/ 0 w 1396099"/>
              <a:gd name="connsiteY4-152" fmla="*/ 1662070 h 1662070"/>
              <a:gd name="connsiteX0-153" fmla="*/ 1396099 w 1396099"/>
              <a:gd name="connsiteY0-154" fmla="*/ 0 h 1662070"/>
              <a:gd name="connsiteX1-155" fmla="*/ 1289233 w 1396099"/>
              <a:gd name="connsiteY1-156" fmla="*/ 28870 h 1662070"/>
              <a:gd name="connsiteX2-157" fmla="*/ 25423 w 1396099"/>
              <a:gd name="connsiteY2-158" fmla="*/ 1495464 h 1662070"/>
              <a:gd name="connsiteX3-159" fmla="*/ 0 w 1396099"/>
              <a:gd name="connsiteY3-160" fmla="*/ 1662070 h 1662070"/>
            </a:gdLst>
            <a:ahLst/>
            <a:cxnLst>
              <a:cxn ang="0">
                <a:pos x="connsiteX0-1" y="connsiteY0-2"/>
              </a:cxn>
              <a:cxn ang="0">
                <a:pos x="connsiteX1-3" y="connsiteY1-4"/>
              </a:cxn>
              <a:cxn ang="0">
                <a:pos x="connsiteX2-5" y="connsiteY2-6"/>
              </a:cxn>
              <a:cxn ang="0">
                <a:pos x="connsiteX3-7" y="connsiteY3-8"/>
              </a:cxn>
            </a:cxnLst>
            <a:rect l="l" t="t" r="r" b="b"/>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8" name="任意多边形: 形状 77"/>
          <p:cNvSpPr/>
          <p:nvPr>
            <p:custDataLst>
              <p:tags r:id="rId42"/>
            </p:custDataLst>
          </p:nvPr>
        </p:nvSpPr>
        <p:spPr>
          <a:xfrm rot="10505744" flipH="1">
            <a:off x="10879455" y="-49530"/>
            <a:ext cx="1252220" cy="1494155"/>
          </a:xfrm>
          <a:custGeom>
            <a:avLst/>
            <a:gdLst>
              <a:gd name="connsiteX0" fmla="*/ 0 w 1359023"/>
              <a:gd name="connsiteY0" fmla="*/ 1493935 h 1493935"/>
              <a:gd name="connsiteX1" fmla="*/ 1221216 w 1359023"/>
              <a:gd name="connsiteY1" fmla="*/ 1389148 h 1493935"/>
              <a:gd name="connsiteX2" fmla="*/ 1359023 w 1359023"/>
              <a:gd name="connsiteY2" fmla="*/ 1242430 h 1493935"/>
              <a:gd name="connsiteX3" fmla="*/ 1252415 w 1359023"/>
              <a:gd name="connsiteY3" fmla="*/ 0 h 1493935"/>
              <a:gd name="connsiteX4" fmla="*/ 1184988 w 1359023"/>
              <a:gd name="connsiteY4" fmla="*/ 18216 h 1493935"/>
              <a:gd name="connsiteX5" fmla="*/ 18654 w 1359023"/>
              <a:gd name="connsiteY5" fmla="*/ 1371695 h 1493935"/>
              <a:gd name="connsiteX0-1" fmla="*/ 1359023 w 1450463"/>
              <a:gd name="connsiteY0-2" fmla="*/ 1242430 h 1493935"/>
              <a:gd name="connsiteX1-3" fmla="*/ 1252415 w 1450463"/>
              <a:gd name="connsiteY1-4" fmla="*/ 0 h 1493935"/>
              <a:gd name="connsiteX2-5" fmla="*/ 1184988 w 1450463"/>
              <a:gd name="connsiteY2-6" fmla="*/ 18216 h 1493935"/>
              <a:gd name="connsiteX3-7" fmla="*/ 18654 w 1450463"/>
              <a:gd name="connsiteY3-8" fmla="*/ 1371695 h 1493935"/>
              <a:gd name="connsiteX4-9" fmla="*/ 0 w 1450463"/>
              <a:gd name="connsiteY4-10" fmla="*/ 1493935 h 1493935"/>
              <a:gd name="connsiteX5-11" fmla="*/ 1221216 w 1450463"/>
              <a:gd name="connsiteY5-12" fmla="*/ 1389148 h 1493935"/>
              <a:gd name="connsiteX6" fmla="*/ 1450463 w 1450463"/>
              <a:gd name="connsiteY6" fmla="*/ 1333870 h 1493935"/>
              <a:gd name="connsiteX0-13" fmla="*/ 1359023 w 1359023"/>
              <a:gd name="connsiteY0-14" fmla="*/ 1242430 h 1493935"/>
              <a:gd name="connsiteX1-15" fmla="*/ 1252415 w 1359023"/>
              <a:gd name="connsiteY1-16" fmla="*/ 0 h 1493935"/>
              <a:gd name="connsiteX2-17" fmla="*/ 1184988 w 1359023"/>
              <a:gd name="connsiteY2-18" fmla="*/ 18216 h 1493935"/>
              <a:gd name="connsiteX3-19" fmla="*/ 18654 w 1359023"/>
              <a:gd name="connsiteY3-20" fmla="*/ 1371695 h 1493935"/>
              <a:gd name="connsiteX4-21" fmla="*/ 0 w 1359023"/>
              <a:gd name="connsiteY4-22" fmla="*/ 1493935 h 1493935"/>
              <a:gd name="connsiteX5-23" fmla="*/ 1221216 w 1359023"/>
              <a:gd name="connsiteY5-24" fmla="*/ 1389148 h 1493935"/>
              <a:gd name="connsiteX0-25" fmla="*/ 1359023 w 1359023"/>
              <a:gd name="connsiteY0-26" fmla="*/ 1242430 h 1493935"/>
              <a:gd name="connsiteX1-27" fmla="*/ 1252415 w 1359023"/>
              <a:gd name="connsiteY1-28" fmla="*/ 0 h 1493935"/>
              <a:gd name="connsiteX2-29" fmla="*/ 1184988 w 1359023"/>
              <a:gd name="connsiteY2-30" fmla="*/ 18216 h 1493935"/>
              <a:gd name="connsiteX3-31" fmla="*/ 18654 w 1359023"/>
              <a:gd name="connsiteY3-32" fmla="*/ 1371695 h 1493935"/>
              <a:gd name="connsiteX4-33" fmla="*/ 0 w 1359023"/>
              <a:gd name="connsiteY4-34" fmla="*/ 1493935 h 1493935"/>
              <a:gd name="connsiteX0-35" fmla="*/ 1252415 w 1252415"/>
              <a:gd name="connsiteY0-36" fmla="*/ 0 h 1493935"/>
              <a:gd name="connsiteX1-37" fmla="*/ 1184988 w 1252415"/>
              <a:gd name="connsiteY1-38" fmla="*/ 18216 h 1493935"/>
              <a:gd name="connsiteX2-39" fmla="*/ 18654 w 1252415"/>
              <a:gd name="connsiteY2-40" fmla="*/ 1371695 h 1493935"/>
              <a:gd name="connsiteX3-41" fmla="*/ 0 w 1252415"/>
              <a:gd name="connsiteY3-42" fmla="*/ 1493935 h 1493935"/>
            </a:gdLst>
            <a:ahLst/>
            <a:cxnLst>
              <a:cxn ang="0">
                <a:pos x="connsiteX0-1" y="connsiteY0-2"/>
              </a:cxn>
              <a:cxn ang="0">
                <a:pos x="connsiteX1-3" y="connsiteY1-4"/>
              </a:cxn>
              <a:cxn ang="0">
                <a:pos x="connsiteX2-5" y="connsiteY2-6"/>
              </a:cxn>
              <a:cxn ang="0">
                <a:pos x="connsiteX3-7" y="connsiteY3-8"/>
              </a:cxn>
            </a:cxnLst>
            <a:rect l="l" t="t" r="r" b="b"/>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48" name="任意多边形: 形状 47"/>
          <p:cNvSpPr/>
          <p:nvPr>
            <p:custDataLst>
              <p:tags r:id="rId43"/>
            </p:custDataLst>
          </p:nvPr>
        </p:nvSpPr>
        <p:spPr>
          <a:xfrm rot="10505744" flipH="1">
            <a:off x="11981815" y="-1905"/>
            <a:ext cx="201930" cy="242570"/>
          </a:xfrm>
          <a:custGeom>
            <a:avLst/>
            <a:gdLst>
              <a:gd name="connsiteX0" fmla="*/ 0 w 221266"/>
              <a:gd name="connsiteY0" fmla="*/ 242620 h 242620"/>
              <a:gd name="connsiteX1" fmla="*/ 221266 w 221266"/>
              <a:gd name="connsiteY1" fmla="*/ 223634 h 242620"/>
              <a:gd name="connsiteX2" fmla="*/ 202077 w 221266"/>
              <a:gd name="connsiteY2" fmla="*/ 0 h 242620"/>
              <a:gd name="connsiteX3" fmla="*/ 159333 w 221266"/>
              <a:gd name="connsiteY3" fmla="*/ 30379 h 242620"/>
              <a:gd name="connsiteX4" fmla="*/ 41048 w 221266"/>
              <a:gd name="connsiteY4" fmla="*/ 166986 h 242620"/>
              <a:gd name="connsiteX0-1" fmla="*/ 221266 w 312706"/>
              <a:gd name="connsiteY0-2" fmla="*/ 223634 h 315074"/>
              <a:gd name="connsiteX1-3" fmla="*/ 202077 w 312706"/>
              <a:gd name="connsiteY1-4" fmla="*/ 0 h 315074"/>
              <a:gd name="connsiteX2-5" fmla="*/ 159333 w 312706"/>
              <a:gd name="connsiteY2-6" fmla="*/ 30379 h 315074"/>
              <a:gd name="connsiteX3-7" fmla="*/ 41048 w 312706"/>
              <a:gd name="connsiteY3-8" fmla="*/ 166986 h 315074"/>
              <a:gd name="connsiteX4-9" fmla="*/ 0 w 312706"/>
              <a:gd name="connsiteY4-10" fmla="*/ 242620 h 315074"/>
              <a:gd name="connsiteX5" fmla="*/ 312706 w 312706"/>
              <a:gd name="connsiteY5" fmla="*/ 315074 h 315074"/>
              <a:gd name="connsiteX0-11" fmla="*/ 221266 w 221266"/>
              <a:gd name="connsiteY0-12" fmla="*/ 223634 h 242620"/>
              <a:gd name="connsiteX1-13" fmla="*/ 202077 w 221266"/>
              <a:gd name="connsiteY1-14" fmla="*/ 0 h 242620"/>
              <a:gd name="connsiteX2-15" fmla="*/ 159333 w 221266"/>
              <a:gd name="connsiteY2-16" fmla="*/ 30379 h 242620"/>
              <a:gd name="connsiteX3-17" fmla="*/ 41048 w 221266"/>
              <a:gd name="connsiteY3-18" fmla="*/ 166986 h 242620"/>
              <a:gd name="connsiteX4-19" fmla="*/ 0 w 221266"/>
              <a:gd name="connsiteY4-20" fmla="*/ 242620 h 242620"/>
              <a:gd name="connsiteX0-21" fmla="*/ 202077 w 202077"/>
              <a:gd name="connsiteY0-22" fmla="*/ 0 h 242620"/>
              <a:gd name="connsiteX1-23" fmla="*/ 159333 w 202077"/>
              <a:gd name="connsiteY1-24" fmla="*/ 30379 h 242620"/>
              <a:gd name="connsiteX2-25" fmla="*/ 41048 w 202077"/>
              <a:gd name="connsiteY2-26" fmla="*/ 166986 h 242620"/>
              <a:gd name="connsiteX3-27" fmla="*/ 0 w 202077"/>
              <a:gd name="connsiteY3-28" fmla="*/ 242620 h 242620"/>
            </a:gdLst>
            <a:ahLst/>
            <a:cxnLst>
              <a:cxn ang="0">
                <a:pos x="connsiteX0-1" y="connsiteY0-2"/>
              </a:cxn>
              <a:cxn ang="0">
                <a:pos x="connsiteX1-3" y="connsiteY1-4"/>
              </a:cxn>
              <a:cxn ang="0">
                <a:pos x="connsiteX2-5" y="connsiteY2-6"/>
              </a:cxn>
              <a:cxn ang="0">
                <a:pos x="connsiteX3-7" y="connsiteY3-8"/>
              </a:cxn>
            </a:cxnLst>
            <a:rect l="l" t="t" r="r" b="b"/>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4" name="任意多边形: 形状 53"/>
          <p:cNvSpPr/>
          <p:nvPr>
            <p:custDataLst>
              <p:tags r:id="rId44"/>
            </p:custDataLst>
          </p:nvPr>
        </p:nvSpPr>
        <p:spPr>
          <a:xfrm rot="10505744" flipH="1">
            <a:off x="11631930" y="-17145"/>
            <a:ext cx="535305" cy="647065"/>
          </a:xfrm>
          <a:custGeom>
            <a:avLst/>
            <a:gdLst>
              <a:gd name="connsiteX0" fmla="*/ 0 w 586582"/>
              <a:gd name="connsiteY0" fmla="*/ 646916 h 646916"/>
              <a:gd name="connsiteX1" fmla="*/ 586582 w 586582"/>
              <a:gd name="connsiteY1" fmla="*/ 596584 h 646916"/>
              <a:gd name="connsiteX2" fmla="*/ 535392 w 586582"/>
              <a:gd name="connsiteY2" fmla="*/ 0 h 646916"/>
              <a:gd name="connsiteX3" fmla="*/ 425863 w 586582"/>
              <a:gd name="connsiteY3" fmla="*/ 62963 h 646916"/>
              <a:gd name="connsiteX4" fmla="*/ 33247 w 586582"/>
              <a:gd name="connsiteY4" fmla="*/ 539799 h 646916"/>
              <a:gd name="connsiteX0-1" fmla="*/ 586582 w 678022"/>
              <a:gd name="connsiteY0-2" fmla="*/ 596584 h 688024"/>
              <a:gd name="connsiteX1-3" fmla="*/ 535392 w 678022"/>
              <a:gd name="connsiteY1-4" fmla="*/ 0 h 688024"/>
              <a:gd name="connsiteX2-5" fmla="*/ 425863 w 678022"/>
              <a:gd name="connsiteY2-6" fmla="*/ 62963 h 688024"/>
              <a:gd name="connsiteX3-7" fmla="*/ 33247 w 678022"/>
              <a:gd name="connsiteY3-8" fmla="*/ 539799 h 688024"/>
              <a:gd name="connsiteX4-9" fmla="*/ 0 w 678022"/>
              <a:gd name="connsiteY4-10" fmla="*/ 646916 h 688024"/>
              <a:gd name="connsiteX5" fmla="*/ 678022 w 678022"/>
              <a:gd name="connsiteY5" fmla="*/ 688024 h 688024"/>
              <a:gd name="connsiteX0-11" fmla="*/ 586582 w 586582"/>
              <a:gd name="connsiteY0-12" fmla="*/ 596584 h 646916"/>
              <a:gd name="connsiteX1-13" fmla="*/ 535392 w 586582"/>
              <a:gd name="connsiteY1-14" fmla="*/ 0 h 646916"/>
              <a:gd name="connsiteX2-15" fmla="*/ 425863 w 586582"/>
              <a:gd name="connsiteY2-16" fmla="*/ 62963 h 646916"/>
              <a:gd name="connsiteX3-17" fmla="*/ 33247 w 586582"/>
              <a:gd name="connsiteY3-18" fmla="*/ 539799 h 646916"/>
              <a:gd name="connsiteX4-19" fmla="*/ 0 w 586582"/>
              <a:gd name="connsiteY4-20" fmla="*/ 646916 h 646916"/>
              <a:gd name="connsiteX0-21" fmla="*/ 535392 w 535392"/>
              <a:gd name="connsiteY0-22" fmla="*/ 0 h 646916"/>
              <a:gd name="connsiteX1-23" fmla="*/ 425863 w 535392"/>
              <a:gd name="connsiteY1-24" fmla="*/ 62963 h 646916"/>
              <a:gd name="connsiteX2-25" fmla="*/ 33247 w 535392"/>
              <a:gd name="connsiteY2-26" fmla="*/ 539799 h 646916"/>
              <a:gd name="connsiteX3-27" fmla="*/ 0 w 535392"/>
              <a:gd name="connsiteY3-28" fmla="*/ 646916 h 646916"/>
            </a:gdLst>
            <a:ahLst/>
            <a:cxnLst>
              <a:cxn ang="0">
                <a:pos x="connsiteX0-1" y="connsiteY0-2"/>
              </a:cxn>
              <a:cxn ang="0">
                <a:pos x="connsiteX1-3" y="connsiteY1-4"/>
              </a:cxn>
              <a:cxn ang="0">
                <a:pos x="connsiteX2-5" y="connsiteY2-6"/>
              </a:cxn>
              <a:cxn ang="0">
                <a:pos x="connsiteX3-7" y="connsiteY3-8"/>
              </a:cxn>
            </a:cxnLst>
            <a:rect l="l" t="t" r="r" b="b"/>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51" name="任意多边形: 形状 50"/>
          <p:cNvSpPr/>
          <p:nvPr>
            <p:custDataLst>
              <p:tags r:id="rId45"/>
            </p:custDataLst>
          </p:nvPr>
        </p:nvSpPr>
        <p:spPr>
          <a:xfrm rot="10505744" flipH="1">
            <a:off x="11795760" y="-10160"/>
            <a:ext cx="379095" cy="457200"/>
          </a:xfrm>
          <a:custGeom>
            <a:avLst/>
            <a:gdLst>
              <a:gd name="connsiteX0" fmla="*/ 0 w 415479"/>
              <a:gd name="connsiteY0" fmla="*/ 456998 h 456998"/>
              <a:gd name="connsiteX1" fmla="*/ 415479 w 415479"/>
              <a:gd name="connsiteY1" fmla="*/ 421348 h 456998"/>
              <a:gd name="connsiteX2" fmla="*/ 379325 w 415479"/>
              <a:gd name="connsiteY2" fmla="*/ 0 h 456998"/>
              <a:gd name="connsiteX3" fmla="*/ 344103 w 415479"/>
              <a:gd name="connsiteY3" fmla="*/ 20248 h 456998"/>
              <a:gd name="connsiteX4" fmla="*/ 9381 w 415479"/>
              <a:gd name="connsiteY4" fmla="*/ 426772 h 456998"/>
              <a:gd name="connsiteX0-1" fmla="*/ 415479 w 506919"/>
              <a:gd name="connsiteY0-2" fmla="*/ 421348 h 512788"/>
              <a:gd name="connsiteX1-3" fmla="*/ 379325 w 506919"/>
              <a:gd name="connsiteY1-4" fmla="*/ 0 h 512788"/>
              <a:gd name="connsiteX2-5" fmla="*/ 344103 w 506919"/>
              <a:gd name="connsiteY2-6" fmla="*/ 20248 h 512788"/>
              <a:gd name="connsiteX3-7" fmla="*/ 9381 w 506919"/>
              <a:gd name="connsiteY3-8" fmla="*/ 426772 h 512788"/>
              <a:gd name="connsiteX4-9" fmla="*/ 0 w 506919"/>
              <a:gd name="connsiteY4-10" fmla="*/ 456998 h 512788"/>
              <a:gd name="connsiteX5" fmla="*/ 506919 w 506919"/>
              <a:gd name="connsiteY5" fmla="*/ 512788 h 512788"/>
              <a:gd name="connsiteX0-11" fmla="*/ 415479 w 415479"/>
              <a:gd name="connsiteY0-12" fmla="*/ 421348 h 456998"/>
              <a:gd name="connsiteX1-13" fmla="*/ 379325 w 415479"/>
              <a:gd name="connsiteY1-14" fmla="*/ 0 h 456998"/>
              <a:gd name="connsiteX2-15" fmla="*/ 344103 w 415479"/>
              <a:gd name="connsiteY2-16" fmla="*/ 20248 h 456998"/>
              <a:gd name="connsiteX3-17" fmla="*/ 9381 w 415479"/>
              <a:gd name="connsiteY3-18" fmla="*/ 426772 h 456998"/>
              <a:gd name="connsiteX4-19" fmla="*/ 0 w 415479"/>
              <a:gd name="connsiteY4-20" fmla="*/ 456998 h 456998"/>
              <a:gd name="connsiteX0-21" fmla="*/ 379325 w 379325"/>
              <a:gd name="connsiteY0-22" fmla="*/ 0 h 456998"/>
              <a:gd name="connsiteX1-23" fmla="*/ 344103 w 379325"/>
              <a:gd name="connsiteY1-24" fmla="*/ 20248 h 456998"/>
              <a:gd name="connsiteX2-25" fmla="*/ 9381 w 379325"/>
              <a:gd name="connsiteY2-26" fmla="*/ 426772 h 456998"/>
              <a:gd name="connsiteX3-27" fmla="*/ 0 w 379325"/>
              <a:gd name="connsiteY3-28" fmla="*/ 456998 h 456998"/>
            </a:gdLst>
            <a:ahLst/>
            <a:cxnLst>
              <a:cxn ang="0">
                <a:pos x="connsiteX0-1" y="connsiteY0-2"/>
              </a:cxn>
              <a:cxn ang="0">
                <a:pos x="connsiteX1-3" y="connsiteY1-4"/>
              </a:cxn>
              <a:cxn ang="0">
                <a:pos x="connsiteX2-5" y="connsiteY2-6"/>
              </a:cxn>
              <a:cxn ang="0">
                <a:pos x="connsiteX3-7" y="connsiteY3-8"/>
              </a:cxn>
            </a:cxnLst>
            <a:rect l="l" t="t" r="r" b="b"/>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66" name="任意多边形: 形状 65"/>
          <p:cNvSpPr/>
          <p:nvPr>
            <p:custDataLst>
              <p:tags r:id="rId46"/>
            </p:custDataLst>
          </p:nvPr>
        </p:nvSpPr>
        <p:spPr>
          <a:xfrm rot="10505744" flipH="1">
            <a:off x="11327765" y="-29845"/>
            <a:ext cx="825500" cy="985520"/>
          </a:xfrm>
          <a:custGeom>
            <a:avLst/>
            <a:gdLst>
              <a:gd name="connsiteX0" fmla="*/ 0 w 903428"/>
              <a:gd name="connsiteY0" fmla="*/ 985679 h 985679"/>
              <a:gd name="connsiteX1" fmla="*/ 903428 w 903428"/>
              <a:gd name="connsiteY1" fmla="*/ 908160 h 985679"/>
              <a:gd name="connsiteX2" fmla="*/ 825503 w 903428"/>
              <a:gd name="connsiteY2" fmla="*/ 0 h 985679"/>
              <a:gd name="connsiteX3" fmla="*/ 750494 w 903428"/>
              <a:gd name="connsiteY3" fmla="*/ 29558 h 985679"/>
              <a:gd name="connsiteX4" fmla="*/ 77440 w 903428"/>
              <a:gd name="connsiteY4" fmla="*/ 736181 h 985679"/>
              <a:gd name="connsiteX0-1" fmla="*/ 903428 w 994868"/>
              <a:gd name="connsiteY0-2" fmla="*/ 908160 h 999600"/>
              <a:gd name="connsiteX1-3" fmla="*/ 825503 w 994868"/>
              <a:gd name="connsiteY1-4" fmla="*/ 0 h 999600"/>
              <a:gd name="connsiteX2-5" fmla="*/ 750494 w 994868"/>
              <a:gd name="connsiteY2-6" fmla="*/ 29558 h 999600"/>
              <a:gd name="connsiteX3-7" fmla="*/ 77440 w 994868"/>
              <a:gd name="connsiteY3-8" fmla="*/ 736181 h 999600"/>
              <a:gd name="connsiteX4-9" fmla="*/ 0 w 994868"/>
              <a:gd name="connsiteY4-10" fmla="*/ 985679 h 999600"/>
              <a:gd name="connsiteX5" fmla="*/ 994868 w 994868"/>
              <a:gd name="connsiteY5" fmla="*/ 999600 h 999600"/>
              <a:gd name="connsiteX0-11" fmla="*/ 903428 w 903428"/>
              <a:gd name="connsiteY0-12" fmla="*/ 908160 h 985679"/>
              <a:gd name="connsiteX1-13" fmla="*/ 825503 w 903428"/>
              <a:gd name="connsiteY1-14" fmla="*/ 0 h 985679"/>
              <a:gd name="connsiteX2-15" fmla="*/ 750494 w 903428"/>
              <a:gd name="connsiteY2-16" fmla="*/ 29558 h 985679"/>
              <a:gd name="connsiteX3-17" fmla="*/ 77440 w 903428"/>
              <a:gd name="connsiteY3-18" fmla="*/ 736181 h 985679"/>
              <a:gd name="connsiteX4-19" fmla="*/ 0 w 903428"/>
              <a:gd name="connsiteY4-20" fmla="*/ 985679 h 985679"/>
              <a:gd name="connsiteX0-21" fmla="*/ 825503 w 825503"/>
              <a:gd name="connsiteY0-22" fmla="*/ 0 h 985679"/>
              <a:gd name="connsiteX1-23" fmla="*/ 750494 w 825503"/>
              <a:gd name="connsiteY1-24" fmla="*/ 29558 h 985679"/>
              <a:gd name="connsiteX2-25" fmla="*/ 77440 w 825503"/>
              <a:gd name="connsiteY2-26" fmla="*/ 736181 h 985679"/>
              <a:gd name="connsiteX3-27" fmla="*/ 0 w 825503"/>
              <a:gd name="connsiteY3-28" fmla="*/ 985679 h 985679"/>
            </a:gdLst>
            <a:ahLst/>
            <a:cxnLst>
              <a:cxn ang="0">
                <a:pos x="connsiteX0-1" y="connsiteY0-2"/>
              </a:cxn>
              <a:cxn ang="0">
                <a:pos x="connsiteX1-3" y="connsiteY1-4"/>
              </a:cxn>
              <a:cxn ang="0">
                <a:pos x="connsiteX2-5" y="connsiteY2-6"/>
              </a:cxn>
              <a:cxn ang="0">
                <a:pos x="connsiteX3-7" y="connsiteY3-8"/>
              </a:cxn>
            </a:cxnLst>
            <a:rect l="l" t="t" r="r" b="b"/>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dirty="0"/>
          </a:p>
        </p:txBody>
      </p:sp>
      <p:sp>
        <p:nvSpPr>
          <p:cNvPr id="60" name="任意多边形: 形状 59"/>
          <p:cNvSpPr/>
          <p:nvPr>
            <p:custDataLst>
              <p:tags r:id="rId47"/>
            </p:custDataLst>
          </p:nvPr>
        </p:nvSpPr>
        <p:spPr>
          <a:xfrm rot="10505744" flipH="1">
            <a:off x="11482070" y="-23495"/>
            <a:ext cx="677545" cy="815975"/>
          </a:xfrm>
          <a:custGeom>
            <a:avLst/>
            <a:gdLst>
              <a:gd name="connsiteX0" fmla="*/ 445341 w 742235"/>
              <a:gd name="connsiteY0" fmla="*/ 777487 h 815699"/>
              <a:gd name="connsiteX1" fmla="*/ 742235 w 742235"/>
              <a:gd name="connsiteY1" fmla="*/ 752012 h 815699"/>
              <a:gd name="connsiteX2" fmla="*/ 677710 w 742235"/>
              <a:gd name="connsiteY2" fmla="*/ 0 h 815699"/>
              <a:gd name="connsiteX3" fmla="*/ 654567 w 742235"/>
              <a:gd name="connsiteY3" fmla="*/ 9120 h 815699"/>
              <a:gd name="connsiteX4" fmla="*/ 54956 w 742235"/>
              <a:gd name="connsiteY4" fmla="*/ 638637 h 815699"/>
              <a:gd name="connsiteX5" fmla="*/ 0 w 742235"/>
              <a:gd name="connsiteY5" fmla="*/ 815699 h 815699"/>
              <a:gd name="connsiteX0-1" fmla="*/ 742235 w 833675"/>
              <a:gd name="connsiteY0-2" fmla="*/ 752012 h 843452"/>
              <a:gd name="connsiteX1-3" fmla="*/ 677710 w 833675"/>
              <a:gd name="connsiteY1-4" fmla="*/ 0 h 843452"/>
              <a:gd name="connsiteX2-5" fmla="*/ 654567 w 833675"/>
              <a:gd name="connsiteY2-6" fmla="*/ 9120 h 843452"/>
              <a:gd name="connsiteX3-7" fmla="*/ 54956 w 833675"/>
              <a:gd name="connsiteY3-8" fmla="*/ 638637 h 843452"/>
              <a:gd name="connsiteX4-9" fmla="*/ 0 w 833675"/>
              <a:gd name="connsiteY4-10" fmla="*/ 815699 h 843452"/>
              <a:gd name="connsiteX5-11" fmla="*/ 445341 w 833675"/>
              <a:gd name="connsiteY5-12" fmla="*/ 777487 h 843452"/>
              <a:gd name="connsiteX6" fmla="*/ 833675 w 833675"/>
              <a:gd name="connsiteY6" fmla="*/ 843452 h 843452"/>
              <a:gd name="connsiteX0-13" fmla="*/ 742235 w 742235"/>
              <a:gd name="connsiteY0-14" fmla="*/ 752012 h 815699"/>
              <a:gd name="connsiteX1-15" fmla="*/ 677710 w 742235"/>
              <a:gd name="connsiteY1-16" fmla="*/ 0 h 815699"/>
              <a:gd name="connsiteX2-17" fmla="*/ 654567 w 742235"/>
              <a:gd name="connsiteY2-18" fmla="*/ 9120 h 815699"/>
              <a:gd name="connsiteX3-19" fmla="*/ 54956 w 742235"/>
              <a:gd name="connsiteY3-20" fmla="*/ 638637 h 815699"/>
              <a:gd name="connsiteX4-21" fmla="*/ 0 w 742235"/>
              <a:gd name="connsiteY4-22" fmla="*/ 815699 h 815699"/>
              <a:gd name="connsiteX5-23" fmla="*/ 445341 w 742235"/>
              <a:gd name="connsiteY5-24" fmla="*/ 777487 h 815699"/>
              <a:gd name="connsiteX0-25" fmla="*/ 677710 w 677710"/>
              <a:gd name="connsiteY0-26" fmla="*/ 0 h 815699"/>
              <a:gd name="connsiteX1-27" fmla="*/ 654567 w 677710"/>
              <a:gd name="connsiteY1-28" fmla="*/ 9120 h 815699"/>
              <a:gd name="connsiteX2-29" fmla="*/ 54956 w 677710"/>
              <a:gd name="connsiteY2-30" fmla="*/ 638637 h 815699"/>
              <a:gd name="connsiteX3-31" fmla="*/ 0 w 677710"/>
              <a:gd name="connsiteY3-32" fmla="*/ 815699 h 815699"/>
              <a:gd name="connsiteX4-33" fmla="*/ 445341 w 677710"/>
              <a:gd name="connsiteY4-34" fmla="*/ 777487 h 815699"/>
              <a:gd name="connsiteX0-35" fmla="*/ 677710 w 677710"/>
              <a:gd name="connsiteY0-36" fmla="*/ 0 h 815699"/>
              <a:gd name="connsiteX1-37" fmla="*/ 654567 w 677710"/>
              <a:gd name="connsiteY1-38" fmla="*/ 9120 h 815699"/>
              <a:gd name="connsiteX2-39" fmla="*/ 54956 w 677710"/>
              <a:gd name="connsiteY2-40" fmla="*/ 638637 h 815699"/>
              <a:gd name="connsiteX3-41" fmla="*/ 0 w 677710"/>
              <a:gd name="connsiteY3-42" fmla="*/ 815699 h 815699"/>
            </a:gdLst>
            <a:ahLst/>
            <a:cxnLst>
              <a:cxn ang="0">
                <a:pos x="connsiteX0-1" y="connsiteY0-2"/>
              </a:cxn>
              <a:cxn ang="0">
                <a:pos x="connsiteX1-3" y="connsiteY1-4"/>
              </a:cxn>
              <a:cxn ang="0">
                <a:pos x="connsiteX2-5" y="connsiteY2-6"/>
              </a:cxn>
              <a:cxn ang="0">
                <a:pos x="connsiteX3-7" y="connsiteY3-8"/>
              </a:cxn>
            </a:cxnLst>
            <a:rect l="l" t="t" r="r" b="b"/>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69" name="任意多边形: 形状 68"/>
          <p:cNvSpPr/>
          <p:nvPr>
            <p:custDataLst>
              <p:tags r:id="rId48"/>
            </p:custDataLst>
          </p:nvPr>
        </p:nvSpPr>
        <p:spPr>
          <a:xfrm rot="10505744" flipH="1">
            <a:off x="11036935" y="-42545"/>
            <a:ext cx="1102360" cy="1322705"/>
          </a:xfrm>
          <a:custGeom>
            <a:avLst/>
            <a:gdLst>
              <a:gd name="connsiteX0" fmla="*/ 0 w 1204103"/>
              <a:gd name="connsiteY0" fmla="*/ 1322555 h 1322555"/>
              <a:gd name="connsiteX1" fmla="*/ 1171510 w 1204103"/>
              <a:gd name="connsiteY1" fmla="*/ 1222033 h 1322555"/>
              <a:gd name="connsiteX2" fmla="*/ 1204103 w 1204103"/>
              <a:gd name="connsiteY2" fmla="*/ 1187291 h 1322555"/>
              <a:gd name="connsiteX3" fmla="*/ 1102227 w 1204103"/>
              <a:gd name="connsiteY3" fmla="*/ 0 h 1322555"/>
              <a:gd name="connsiteX4" fmla="*/ 1074916 w 1204103"/>
              <a:gd name="connsiteY4" fmla="*/ 7378 h 1322555"/>
              <a:gd name="connsiteX5" fmla="*/ 7737 w 1204103"/>
              <a:gd name="connsiteY5" fmla="*/ 1245792 h 1322555"/>
              <a:gd name="connsiteX0-1" fmla="*/ 1204103 w 1295543"/>
              <a:gd name="connsiteY0-2" fmla="*/ 1187291 h 1322555"/>
              <a:gd name="connsiteX1-3" fmla="*/ 1102227 w 1295543"/>
              <a:gd name="connsiteY1-4" fmla="*/ 0 h 1322555"/>
              <a:gd name="connsiteX2-5" fmla="*/ 1074916 w 1295543"/>
              <a:gd name="connsiteY2-6" fmla="*/ 7378 h 1322555"/>
              <a:gd name="connsiteX3-7" fmla="*/ 7737 w 1295543"/>
              <a:gd name="connsiteY3-8" fmla="*/ 1245792 h 1322555"/>
              <a:gd name="connsiteX4-9" fmla="*/ 0 w 1295543"/>
              <a:gd name="connsiteY4-10" fmla="*/ 1322555 h 1322555"/>
              <a:gd name="connsiteX5-11" fmla="*/ 1171510 w 1295543"/>
              <a:gd name="connsiteY5-12" fmla="*/ 1222033 h 1322555"/>
              <a:gd name="connsiteX6" fmla="*/ 1295543 w 1295543"/>
              <a:gd name="connsiteY6" fmla="*/ 1278731 h 1322555"/>
              <a:gd name="connsiteX0-13" fmla="*/ 1204103 w 1204103"/>
              <a:gd name="connsiteY0-14" fmla="*/ 1187291 h 1322555"/>
              <a:gd name="connsiteX1-15" fmla="*/ 1102227 w 1204103"/>
              <a:gd name="connsiteY1-16" fmla="*/ 0 h 1322555"/>
              <a:gd name="connsiteX2-17" fmla="*/ 1074916 w 1204103"/>
              <a:gd name="connsiteY2-18" fmla="*/ 7378 h 1322555"/>
              <a:gd name="connsiteX3-19" fmla="*/ 7737 w 1204103"/>
              <a:gd name="connsiteY3-20" fmla="*/ 1245792 h 1322555"/>
              <a:gd name="connsiteX4-21" fmla="*/ 0 w 1204103"/>
              <a:gd name="connsiteY4-22" fmla="*/ 1322555 h 1322555"/>
              <a:gd name="connsiteX5-23" fmla="*/ 1171510 w 1204103"/>
              <a:gd name="connsiteY5-24" fmla="*/ 1222033 h 1322555"/>
              <a:gd name="connsiteX0-25" fmla="*/ 1204103 w 1204103"/>
              <a:gd name="connsiteY0-26" fmla="*/ 1187291 h 1322555"/>
              <a:gd name="connsiteX1-27" fmla="*/ 1102227 w 1204103"/>
              <a:gd name="connsiteY1-28" fmla="*/ 0 h 1322555"/>
              <a:gd name="connsiteX2-29" fmla="*/ 1074916 w 1204103"/>
              <a:gd name="connsiteY2-30" fmla="*/ 7378 h 1322555"/>
              <a:gd name="connsiteX3-31" fmla="*/ 7737 w 1204103"/>
              <a:gd name="connsiteY3-32" fmla="*/ 1245792 h 1322555"/>
              <a:gd name="connsiteX4-33" fmla="*/ 0 w 1204103"/>
              <a:gd name="connsiteY4-34" fmla="*/ 1322555 h 1322555"/>
              <a:gd name="connsiteX0-35" fmla="*/ 1102227 w 1102227"/>
              <a:gd name="connsiteY0-36" fmla="*/ 0 h 1322555"/>
              <a:gd name="connsiteX1-37" fmla="*/ 1074916 w 1102227"/>
              <a:gd name="connsiteY1-38" fmla="*/ 7378 h 1322555"/>
              <a:gd name="connsiteX2-39" fmla="*/ 7737 w 1102227"/>
              <a:gd name="connsiteY2-40" fmla="*/ 1245792 h 1322555"/>
              <a:gd name="connsiteX3-41" fmla="*/ 0 w 1102227"/>
              <a:gd name="connsiteY3-42" fmla="*/ 1322555 h 1322555"/>
            </a:gdLst>
            <a:ahLst/>
            <a:cxnLst>
              <a:cxn ang="0">
                <a:pos x="connsiteX0-1" y="connsiteY0-2"/>
              </a:cxn>
              <a:cxn ang="0">
                <a:pos x="connsiteX1-3" y="connsiteY1-4"/>
              </a:cxn>
              <a:cxn ang="0">
                <a:pos x="connsiteX2-5" y="connsiteY2-6"/>
              </a:cxn>
              <a:cxn ang="0">
                <a:pos x="connsiteX3-7" y="connsiteY3-8"/>
              </a:cxn>
            </a:cxnLst>
            <a:rect l="l" t="t" r="r" b="b"/>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72" name="任意多边形: 形状 71"/>
          <p:cNvSpPr/>
          <p:nvPr>
            <p:custDataLst>
              <p:tags r:id="rId49"/>
            </p:custDataLst>
          </p:nvPr>
        </p:nvSpPr>
        <p:spPr>
          <a:xfrm rot="10505744" flipH="1">
            <a:off x="11181715" y="-36195"/>
            <a:ext cx="964565" cy="1156335"/>
          </a:xfrm>
          <a:custGeom>
            <a:avLst/>
            <a:gdLst>
              <a:gd name="connsiteX0" fmla="*/ 0 w 1055982"/>
              <a:gd name="connsiteY0" fmla="*/ 1156630 h 1156630"/>
              <a:gd name="connsiteX1" fmla="*/ 1055982 w 1055982"/>
              <a:gd name="connsiteY1" fmla="*/ 1066021 h 1156630"/>
              <a:gd name="connsiteX2" fmla="*/ 964511 w 1055982"/>
              <a:gd name="connsiteY2" fmla="*/ 0 h 1156630"/>
              <a:gd name="connsiteX3" fmla="*/ 740170 w 1055982"/>
              <a:gd name="connsiteY3" fmla="*/ 104674 h 1156630"/>
              <a:gd name="connsiteX4" fmla="*/ 3394 w 1055982"/>
              <a:gd name="connsiteY4" fmla="*/ 1122952 h 1156630"/>
              <a:gd name="connsiteX0-1" fmla="*/ 1055982 w 1147422"/>
              <a:gd name="connsiteY0-2" fmla="*/ 1066021 h 1157461"/>
              <a:gd name="connsiteX1-3" fmla="*/ 964511 w 1147422"/>
              <a:gd name="connsiteY1-4" fmla="*/ 0 h 1157461"/>
              <a:gd name="connsiteX2-5" fmla="*/ 740170 w 1147422"/>
              <a:gd name="connsiteY2-6" fmla="*/ 104674 h 1157461"/>
              <a:gd name="connsiteX3-7" fmla="*/ 3394 w 1147422"/>
              <a:gd name="connsiteY3-8" fmla="*/ 1122952 h 1157461"/>
              <a:gd name="connsiteX4-9" fmla="*/ 0 w 1147422"/>
              <a:gd name="connsiteY4-10" fmla="*/ 1156630 h 1157461"/>
              <a:gd name="connsiteX5" fmla="*/ 1147422 w 1147422"/>
              <a:gd name="connsiteY5" fmla="*/ 1157461 h 1157461"/>
              <a:gd name="connsiteX0-11" fmla="*/ 1055982 w 1055982"/>
              <a:gd name="connsiteY0-12" fmla="*/ 1066021 h 1156630"/>
              <a:gd name="connsiteX1-13" fmla="*/ 964511 w 1055982"/>
              <a:gd name="connsiteY1-14" fmla="*/ 0 h 1156630"/>
              <a:gd name="connsiteX2-15" fmla="*/ 740170 w 1055982"/>
              <a:gd name="connsiteY2-16" fmla="*/ 104674 h 1156630"/>
              <a:gd name="connsiteX3-17" fmla="*/ 3394 w 1055982"/>
              <a:gd name="connsiteY3-18" fmla="*/ 1122952 h 1156630"/>
              <a:gd name="connsiteX4-19" fmla="*/ 0 w 1055982"/>
              <a:gd name="connsiteY4-20" fmla="*/ 1156630 h 1156630"/>
              <a:gd name="connsiteX0-21" fmla="*/ 964511 w 964511"/>
              <a:gd name="connsiteY0-22" fmla="*/ 0 h 1156630"/>
              <a:gd name="connsiteX1-23" fmla="*/ 740170 w 964511"/>
              <a:gd name="connsiteY1-24" fmla="*/ 104674 h 1156630"/>
              <a:gd name="connsiteX2-25" fmla="*/ 3394 w 964511"/>
              <a:gd name="connsiteY2-26" fmla="*/ 1122952 h 1156630"/>
              <a:gd name="connsiteX3-27" fmla="*/ 0 w 964511"/>
              <a:gd name="connsiteY3-28" fmla="*/ 1156630 h 1156630"/>
            </a:gdLst>
            <a:ahLst/>
            <a:cxnLst>
              <a:cxn ang="0">
                <a:pos x="connsiteX0-1" y="connsiteY0-2"/>
              </a:cxn>
              <a:cxn ang="0">
                <a:pos x="connsiteX1-3" y="connsiteY1-4"/>
              </a:cxn>
              <a:cxn ang="0">
                <a:pos x="connsiteX2-5" y="connsiteY2-6"/>
              </a:cxn>
              <a:cxn ang="0">
                <a:pos x="connsiteX3-7" y="connsiteY3-8"/>
              </a:cxn>
            </a:cxnLst>
            <a:rect l="l" t="t" r="r" b="b"/>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zh-CN" altLang="en-US"/>
          </a:p>
        </p:txBody>
      </p:sp>
      <p:sp>
        <p:nvSpPr>
          <p:cNvPr id="8" name="KSO_TEMPLATE" hidden="1"/>
          <p:cNvSpPr/>
          <p:nvPr>
            <p:custDataLst>
              <p:tags r:id="rId50"/>
            </p:custDataLst>
          </p:nvPr>
        </p:nvSpPr>
        <p:spPr>
          <a:xfrm>
            <a:off x="0" y="0"/>
            <a:ext cx="0" cy="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10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9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41.xml"/><Relationship Id="rId2" Type="http://schemas.openxmlformats.org/officeDocument/2006/relationships/tags" Target="../tags/tag242.xml"/><Relationship Id="rId3" Type="http://schemas.openxmlformats.org/officeDocument/2006/relationships/tags" Target="../tags/tag243.xml"/><Relationship Id="rId4" Type="http://schemas.openxmlformats.org/officeDocument/2006/relationships/tags" Target="../tags/tag244.xml"/><Relationship Id="rId5" Type="http://schemas.openxmlformats.org/officeDocument/2006/relationships/tags" Target="../tags/tag245.xml"/><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246.xml"/><Relationship Id="rId2" Type="http://schemas.openxmlformats.org/officeDocument/2006/relationships/tags" Target="../tags/tag247.xml"/><Relationship Id="rId3" Type="http://schemas.openxmlformats.org/officeDocument/2006/relationships/tags" Target="../tags/tag248.xml"/><Relationship Id="rId4" Type="http://schemas.openxmlformats.org/officeDocument/2006/relationships/tags" Target="../tags/tag249.xml"/><Relationship Id="rId5"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250.xml"/><Relationship Id="rId2" Type="http://schemas.openxmlformats.org/officeDocument/2006/relationships/tags" Target="../tags/tag251.xml"/><Relationship Id="rId3" Type="http://schemas.openxmlformats.org/officeDocument/2006/relationships/tags" Target="../tags/tag252.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tags" Target="../tags/tag253.xml"/><Relationship Id="rId2" Type="http://schemas.openxmlformats.org/officeDocument/2006/relationships/image" Target="../media/image1.png"/><Relationship Id="rId3" Type="http://schemas.openxmlformats.org/officeDocument/2006/relationships/tags" Target="../tags/tag254.xml"/><Relationship Id="rId4" Type="http://schemas.openxmlformats.org/officeDocument/2006/relationships/image" Target="../media/image2.png"/><Relationship Id="rId5" Type="http://schemas.openxmlformats.org/officeDocument/2006/relationships/tags" Target="../tags/tag255.xml"/><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tags" Target="../tags/tag256.xml"/><Relationship Id="rId2" Type="http://schemas.openxmlformats.org/officeDocument/2006/relationships/tags" Target="../tags/tag257.xml"/><Relationship Id="rId3" Type="http://schemas.openxmlformats.org/officeDocument/2006/relationships/tags" Target="../tags/tag258.xml"/><Relationship Id="rId4" Type="http://schemas.openxmlformats.org/officeDocument/2006/relationships/tags" Target="../tags/tag259.xml"/><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tags" Target="../tags/tag260.xml"/><Relationship Id="rId2" Type="http://schemas.openxmlformats.org/officeDocument/2006/relationships/tags" Target="../tags/tag261.xml"/><Relationship Id="rId3" Type="http://schemas.openxmlformats.org/officeDocument/2006/relationships/image" Target="../media/image3.png"/><Relationship Id="rId4" Type="http://schemas.openxmlformats.org/officeDocument/2006/relationships/tags" Target="../tags/tag262.xml"/><Relationship Id="rId5"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263.xml"/><Relationship Id="rId2" Type="http://schemas.openxmlformats.org/officeDocument/2006/relationships/tags" Target="../tags/tag264.xml"/><Relationship Id="rId3" Type="http://schemas.openxmlformats.org/officeDocument/2006/relationships/tags" Target="../tags/tag265.xml"/><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tags" Target="../tags/tag266.xml"/><Relationship Id="rId2" Type="http://schemas.openxmlformats.org/officeDocument/2006/relationships/tags" Target="../tags/tag267.xml"/><Relationship Id="rId3" Type="http://schemas.openxmlformats.org/officeDocument/2006/relationships/tags" Target="../tags/tag268.xml"/><Relationship Id="rId4" Type="http://schemas.openxmlformats.org/officeDocument/2006/relationships/tags" Target="../tags/tag269.xml"/><Relationship Id="rId5" Type="http://schemas.openxmlformats.org/officeDocument/2006/relationships/tags" Target="../tags/tag270.xml"/><Relationship Id="rId6" Type="http://schemas.openxmlformats.org/officeDocument/2006/relationships/tags" Target="../tags/tag271.xml"/><Relationship Id="rId7" Type="http://schemas.openxmlformats.org/officeDocument/2006/relationships/tags" Target="../tags/tag272.xml"/><Relationship Id="rId8" Type="http://schemas.openxmlformats.org/officeDocument/2006/relationships/tags" Target="../tags/tag273.xml"/><Relationship Id="rId9" Type="http://schemas.openxmlformats.org/officeDocument/2006/relationships/tags" Target="../tags/tag274.xml"/><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tags" Target="../tags/tag275.xml"/><Relationship Id="rId2" Type="http://schemas.openxmlformats.org/officeDocument/2006/relationships/tags" Target="../tags/tag276.xml"/><Relationship Id="rId3" Type="http://schemas.openxmlformats.org/officeDocument/2006/relationships/tags" Target="../tags/tag277.xml"/><Relationship Id="rId4" Type="http://schemas.openxmlformats.org/officeDocument/2006/relationships/tags" Target="../tags/tag278.xml"/><Relationship Id="rId5" Type="http://schemas.openxmlformats.org/officeDocument/2006/relationships/tags" Target="../tags/tag279.xml"/><Relationship Id="rId6" Type="http://schemas.openxmlformats.org/officeDocument/2006/relationships/tags" Target="../tags/tag280.xml"/><Relationship Id="rId7" Type="http://schemas.openxmlformats.org/officeDocument/2006/relationships/tags" Target="../tags/tag281.xml"/><Relationship Id="rId8" Type="http://schemas.openxmlformats.org/officeDocument/2006/relationships/tags" Target="../tags/tag282.xml"/><Relationship Id="rId9" Type="http://schemas.openxmlformats.org/officeDocument/2006/relationships/tags" Target="../tags/tag283.xml"/><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tags" Target="../tags/tag284.xml"/><Relationship Id="rId2" Type="http://schemas.openxmlformats.org/officeDocument/2006/relationships/tags" Target="../tags/tag285.xml"/><Relationship Id="rId3" Type="http://schemas.openxmlformats.org/officeDocument/2006/relationships/tags" Target="../tags/tag286.xml"/><Relationship Id="rId4" Type="http://schemas.openxmlformats.org/officeDocument/2006/relationships/tags" Target="../tags/tag287.xml"/><Relationship Id="rId5" Type="http://schemas.openxmlformats.org/officeDocument/2006/relationships/tags" Target="../tags/tag288.xml"/><Relationship Id="rId6" Type="http://schemas.openxmlformats.org/officeDocument/2006/relationships/tags" Target="../tags/tag289.xml"/><Relationship Id="rId7" Type="http://schemas.openxmlformats.org/officeDocument/2006/relationships/tags" Target="../tags/tag290.xml"/><Relationship Id="rId8" Type="http://schemas.openxmlformats.org/officeDocument/2006/relationships/tags" Target="../tags/tag291.xml"/><Relationship Id="rId9" Type="http://schemas.openxmlformats.org/officeDocument/2006/relationships/tags" Target="../tags/tag292.xml"/><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tags" Target="../tags/tag293.xml"/><Relationship Id="rId2" Type="http://schemas.openxmlformats.org/officeDocument/2006/relationships/tags" Target="../tags/tag294.xml"/><Relationship Id="rId3" Type="http://schemas.openxmlformats.org/officeDocument/2006/relationships/tags" Target="../tags/tag295.xml"/><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tags" Target="../tags/tag296.xml"/><Relationship Id="rId2" Type="http://schemas.openxmlformats.org/officeDocument/2006/relationships/tags" Target="../tags/tag297.xml"/><Relationship Id="rId3" Type="http://schemas.openxmlformats.org/officeDocument/2006/relationships/tags" Target="../tags/tag298.xml"/><Relationship Id="rId4" Type="http://schemas.openxmlformats.org/officeDocument/2006/relationships/tags" Target="../tags/tag299.xml"/><Relationship Id="rId5" Type="http://schemas.openxmlformats.org/officeDocument/2006/relationships/tags" Target="../tags/tag300.xml"/><Relationship Id="rId6" Type="http://schemas.openxmlformats.org/officeDocument/2006/relationships/slideLayout" Target="../slideLayouts/slideLayout7.xml"/><Relationship Id="rId7"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tags" Target="../tags/tag301.xml"/><Relationship Id="rId2" Type="http://schemas.openxmlformats.org/officeDocument/2006/relationships/tags" Target="../tags/tag302.xml"/><Relationship Id="rId3" Type="http://schemas.openxmlformats.org/officeDocument/2006/relationships/tags" Target="../tags/tag303.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tags" Target="../tags/tag304.xml"/><Relationship Id="rId2" Type="http://schemas.openxmlformats.org/officeDocument/2006/relationships/tags" Target="../tags/tag305.xml"/><Relationship Id="rId3" Type="http://schemas.openxmlformats.org/officeDocument/2006/relationships/tags" Target="../tags/tag306.xml"/><Relationship Id="rId4" Type="http://schemas.openxmlformats.org/officeDocument/2006/relationships/image" Target="../media/image3.png"/><Relationship Id="rId5" Type="http://schemas.openxmlformats.org/officeDocument/2006/relationships/tags" Target="../tags/tag307.xml"/><Relationship Id="rId6"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tags" Target="../tags/tag308.xml"/><Relationship Id="rId2" Type="http://schemas.openxmlformats.org/officeDocument/2006/relationships/tags" Target="../tags/tag309.xml"/><Relationship Id="rId3" Type="http://schemas.openxmlformats.org/officeDocument/2006/relationships/tags" Target="../tags/tag310.xml"/><Relationship Id="rId4" Type="http://schemas.openxmlformats.org/officeDocument/2006/relationships/tags" Target="../tags/tag311.xml"/><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tags" Target="../tags/tag312.xml"/><Relationship Id="rId2" Type="http://schemas.openxmlformats.org/officeDocument/2006/relationships/tags" Target="../tags/tag313.xml"/><Relationship Id="rId3" Type="http://schemas.openxmlformats.org/officeDocument/2006/relationships/image" Target="../media/image3.png"/><Relationship Id="rId4" Type="http://schemas.openxmlformats.org/officeDocument/2006/relationships/tags" Target="../tags/tag314.xml"/><Relationship Id="rId5"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315.xml"/><Relationship Id="rId2" Type="http://schemas.openxmlformats.org/officeDocument/2006/relationships/tags" Target="../tags/tag316.xml"/><Relationship Id="rId3" Type="http://schemas.openxmlformats.org/officeDocument/2006/relationships/tags" Target="../tags/tag317.xml"/><Relationship Id="rId4" Type="http://schemas.openxmlformats.org/officeDocument/2006/relationships/image" Target="../media/image3.png"/><Relationship Id="rId5" Type="http://schemas.openxmlformats.org/officeDocument/2006/relationships/tags" Target="../tags/tag318.xml"/><Relationship Id="rId6"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319.xml"/><Relationship Id="rId2" Type="http://schemas.openxmlformats.org/officeDocument/2006/relationships/tags" Target="../tags/tag320.xml"/><Relationship Id="rId3" Type="http://schemas.openxmlformats.org/officeDocument/2006/relationships/tags" Target="../tags/tag321.xml"/><Relationship Id="rId4" Type="http://schemas.openxmlformats.org/officeDocument/2006/relationships/image" Target="../media/image3.png"/><Relationship Id="rId5" Type="http://schemas.openxmlformats.org/officeDocument/2006/relationships/tags" Target="../tags/tag322.xml"/><Relationship Id="rId6"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tags" Target="../tags/tag323.xml"/><Relationship Id="rId2" Type="http://schemas.openxmlformats.org/officeDocument/2006/relationships/tags" Target="../tags/tag324.xml"/><Relationship Id="rId3" Type="http://schemas.openxmlformats.org/officeDocument/2006/relationships/tags" Target="../tags/tag325.xml"/><Relationship Id="rId4" Type="http://schemas.openxmlformats.org/officeDocument/2006/relationships/tags" Target="../tags/tag326.xml"/><Relationship Id="rId5" Type="http://schemas.openxmlformats.org/officeDocument/2006/relationships/tags" Target="../tags/tag327.xml"/><Relationship Id="rId6" Type="http://schemas.openxmlformats.org/officeDocument/2006/relationships/tags" Target="../tags/tag328.xml"/><Relationship Id="rId7" Type="http://schemas.openxmlformats.org/officeDocument/2006/relationships/tags" Target="../tags/tag329.xml"/><Relationship Id="rId8" Type="http://schemas.openxmlformats.org/officeDocument/2006/relationships/tags" Target="../tags/tag330.xml"/><Relationship Id="rId9" Type="http://schemas.openxmlformats.org/officeDocument/2006/relationships/tags" Target="../tags/tag331.xml"/><Relationship Id="rId10" Type="http://schemas.openxmlformats.org/officeDocument/2006/relationships/tags" Target="../tags/tag332.xml"/><Relationship Id="rId11" Type="http://schemas.openxmlformats.org/officeDocument/2006/relationships/tags" Target="../tags/tag333.xml"/><Relationship Id="rId12" Type="http://schemas.openxmlformats.org/officeDocument/2006/relationships/tags" Target="../tags/tag334.xml"/><Relationship Id="rId13" Type="http://schemas.openxmlformats.org/officeDocument/2006/relationships/tags" Target="../tags/tag335.xml"/><Relationship Id="rId14" Type="http://schemas.openxmlformats.org/officeDocument/2006/relationships/tags" Target="../tags/tag336.xml"/><Relationship Id="rId15" Type="http://schemas.openxmlformats.org/officeDocument/2006/relationships/tags" Target="../tags/tag337.xml"/><Relationship Id="rId16" Type="http://schemas.openxmlformats.org/officeDocument/2006/relationships/tags" Target="../tags/tag338.xml"/><Relationship Id="rId17" Type="http://schemas.openxmlformats.org/officeDocument/2006/relationships/slideLayout" Target="../slideLayouts/slideLayout8.xml"/><Relationship Id="rId18"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tags" Target="../tags/tag339.xml"/><Relationship Id="rId2" Type="http://schemas.openxmlformats.org/officeDocument/2006/relationships/tags" Target="../tags/tag340.xml"/><Relationship Id="rId3" Type="http://schemas.openxmlformats.org/officeDocument/2006/relationships/image" Target="../media/image4.png"/><Relationship Id="rId4" Type="http://schemas.openxmlformats.org/officeDocument/2006/relationships/tags" Target="../tags/tag341.xml"/><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tags" Target="../tags/tag342.xml"/><Relationship Id="rId2" Type="http://schemas.openxmlformats.org/officeDocument/2006/relationships/tags" Target="../tags/tag343.xml"/><Relationship Id="rId3" Type="http://schemas.openxmlformats.org/officeDocument/2006/relationships/image" Target="../media/image3.png"/><Relationship Id="rId4" Type="http://schemas.openxmlformats.org/officeDocument/2006/relationships/tags" Target="../tags/tag344.xml"/><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tags" Target="../tags/tag345.xml"/><Relationship Id="rId2" Type="http://schemas.openxmlformats.org/officeDocument/2006/relationships/tags" Target="../tags/tag346.xml"/><Relationship Id="rId3" Type="http://schemas.openxmlformats.org/officeDocument/2006/relationships/image" Target="../media/image3.png"/><Relationship Id="rId4" Type="http://schemas.openxmlformats.org/officeDocument/2006/relationships/tags" Target="../tags/tag347.xml"/><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tags" Target="../tags/tag348.xml"/><Relationship Id="rId2" Type="http://schemas.openxmlformats.org/officeDocument/2006/relationships/tags" Target="../tags/tag349.xml"/><Relationship Id="rId3" Type="http://schemas.openxmlformats.org/officeDocument/2006/relationships/tags" Target="../tags/tag350.xml"/><Relationship Id="rId4" Type="http://schemas.openxmlformats.org/officeDocument/2006/relationships/tags" Target="../tags/tag351.xml"/><Relationship Id="rId5" Type="http://schemas.openxmlformats.org/officeDocument/2006/relationships/tags" Target="../tags/tag352.xml"/><Relationship Id="rId6" Type="http://schemas.openxmlformats.org/officeDocument/2006/relationships/slideLayout" Target="../slideLayouts/slideLayout7.xml"/><Relationship Id="rId7"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tags" Target="../tags/tag353.xml"/><Relationship Id="rId2" Type="http://schemas.openxmlformats.org/officeDocument/2006/relationships/tags" Target="../tags/tag354.xml"/><Relationship Id="rId3" Type="http://schemas.openxmlformats.org/officeDocument/2006/relationships/tags" Target="../tags/tag355.xml"/><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tags" Target="../tags/tag356.xml"/><Relationship Id="rId2" Type="http://schemas.openxmlformats.org/officeDocument/2006/relationships/tags" Target="../tags/tag357.xml"/><Relationship Id="rId3" Type="http://schemas.openxmlformats.org/officeDocument/2006/relationships/tags" Target="../tags/tag358.xml"/><Relationship Id="rId4" Type="http://schemas.openxmlformats.org/officeDocument/2006/relationships/tags" Target="../tags/tag359.xml"/><Relationship Id="rId5"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tags" Target="../tags/tag360.xml"/><Relationship Id="rId2" Type="http://schemas.openxmlformats.org/officeDocument/2006/relationships/tags" Target="../tags/tag361.xml"/><Relationship Id="rId3" Type="http://schemas.openxmlformats.org/officeDocument/2006/relationships/tags" Target="../tags/tag362.xml"/><Relationship Id="rId4" Type="http://schemas.openxmlformats.org/officeDocument/2006/relationships/tags" Target="../tags/tag363.xml"/><Relationship Id="rId5" Type="http://schemas.openxmlformats.org/officeDocument/2006/relationships/tags" Target="../tags/tag364.xml"/><Relationship Id="rId6" Type="http://schemas.openxmlformats.org/officeDocument/2006/relationships/tags" Target="../tags/tag365.xml"/><Relationship Id="rId7" Type="http://schemas.openxmlformats.org/officeDocument/2006/relationships/tags" Target="../tags/tag366.xml"/><Relationship Id="rId8" Type="http://schemas.openxmlformats.org/officeDocument/2006/relationships/tags" Target="../tags/tag367.xml"/><Relationship Id="rId9" Type="http://schemas.openxmlformats.org/officeDocument/2006/relationships/tags" Target="../tags/tag368.xml"/><Relationship Id="rId10" Type="http://schemas.openxmlformats.org/officeDocument/2006/relationships/tags" Target="../tags/tag369.xml"/><Relationship Id="rId11" Type="http://schemas.openxmlformats.org/officeDocument/2006/relationships/tags" Target="../tags/tag370.xml"/><Relationship Id="rId12" Type="http://schemas.openxmlformats.org/officeDocument/2006/relationships/tags" Target="../tags/tag371.xml"/><Relationship Id="rId13" Type="http://schemas.openxmlformats.org/officeDocument/2006/relationships/tags" Target="../tags/tag372.xml"/><Relationship Id="rId14" Type="http://schemas.openxmlformats.org/officeDocument/2006/relationships/tags" Target="../tags/tag373.xml"/><Relationship Id="rId15" Type="http://schemas.openxmlformats.org/officeDocument/2006/relationships/tags" Target="../tags/tag374.xml"/><Relationship Id="rId16" Type="http://schemas.openxmlformats.org/officeDocument/2006/relationships/slideLayout" Target="../slideLayouts/slideLayout2.xml"/><Relationship Id="rId17"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tags" Target="../tags/tag375.xml"/><Relationship Id="rId2" Type="http://schemas.openxmlformats.org/officeDocument/2006/relationships/tags" Target="../tags/tag376.xml"/><Relationship Id="rId3" Type="http://schemas.openxmlformats.org/officeDocument/2006/relationships/tags" Target="../tags/tag377.xml"/><Relationship Id="rId4" Type="http://schemas.openxmlformats.org/officeDocument/2006/relationships/tags" Target="../tags/tag378.xml"/><Relationship Id="rId5" Type="http://schemas.openxmlformats.org/officeDocument/2006/relationships/slideLayout" Target="../slideLayouts/slideLayout7.xml"/><Relationship Id="rId6"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tags" Target="../tags/tag379.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tags" Target="../tags/tag380.xml"/><Relationship Id="rId2" Type="http://schemas.openxmlformats.org/officeDocument/2006/relationships/tags" Target="../tags/tag381.xml"/><Relationship Id="rId3" Type="http://schemas.openxmlformats.org/officeDocument/2006/relationships/tags" Target="../tags/tag382.xml"/><Relationship Id="rId4" Type="http://schemas.openxmlformats.org/officeDocument/2006/relationships/tags" Target="../tags/tag383.xml"/><Relationship Id="rId5"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custDataLst>
              <p:tags r:id="rId1"/>
            </p:custDataLst>
          </p:nvPr>
        </p:nvSpPr>
        <p:spPr>
          <a:xfrm>
            <a:off x="6765096" y="5263640"/>
            <a:ext cx="4349944" cy="1055880"/>
          </a:xfrm>
          <a:prstGeom prst="rect">
            <a:avLst/>
          </a:prstGeom>
          <a:noFill/>
        </p:spPr>
        <p:txBody>
          <a:bodyPr wrap="square" rtlCol="0">
            <a:noAutofit/>
          </a:bodyPr>
          <a:p>
            <a:pPr algn="r"/>
            <a:endParaRPr lang="zh-CN" altLang="en-US" b="1"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7" name="标题"/>
          <p:cNvSpPr>
            <a:spLocks noGrp="1"/>
          </p:cNvSpPr>
          <p:nvPr>
            <p:ph type="ctrTitle"/>
            <p:custDataLst>
              <p:tags r:id="rId2"/>
            </p:custDataLst>
          </p:nvPr>
        </p:nvSpPr>
        <p:spPr>
          <a:xfrm>
            <a:off x="928370" y="1906905"/>
            <a:ext cx="5690235" cy="1800225"/>
          </a:xfrm>
        </p:spPr>
        <p:txBody>
          <a:bodyPr anchor="b" anchorCtr="0">
            <a:normAutofit/>
          </a:bodyPr>
          <a:p>
            <a:pPr marL="0" indent="0" algn="ctr">
              <a:lnSpc>
                <a:spcPct val="100000"/>
              </a:lnSpc>
              <a:spcBef>
                <a:spcPts val="0"/>
              </a:spcBef>
              <a:spcAft>
                <a:spcPts val="0"/>
              </a:spcAft>
              <a:buSzPct val="100000"/>
            </a:pPr>
            <a:r>
              <a:rPr lang="zh-CN" sz="3900">
                <a:solidFill>
                  <a:schemeClr val="bg2">
                    <a:lumMod val="25000"/>
                  </a:schemeClr>
                </a:solidFill>
                <a:latin typeface="Arial" panose="020B0604020202090204" pitchFamily="34" charset="0"/>
                <a:ea typeface="微软雅黑" panose="020B0503020204020204" charset="-122"/>
                <a:cs typeface="+mj-lt"/>
                <a:sym typeface="+mn-ea"/>
              </a:rPr>
              <a:t>Opening the Door to Life's Abundance</a:t>
            </a:r>
            <a:endParaRPr lang="zh-CN" sz="4800">
              <a:solidFill>
                <a:schemeClr val="bg2">
                  <a:lumMod val="25000"/>
                </a:schemeClr>
              </a:solidFill>
              <a:latin typeface="Arial" panose="020B0604020202090204" pitchFamily="34" charset="0"/>
              <a:ea typeface="微软雅黑" panose="020B0503020204020204" charset="-122"/>
              <a:cs typeface="+mj-lt"/>
              <a:sym typeface="+mn-ea"/>
            </a:endParaRPr>
          </a:p>
        </p:txBody>
      </p:sp>
      <p:sp>
        <p:nvSpPr>
          <p:cNvPr id="8" name="副标题"/>
          <p:cNvSpPr>
            <a:spLocks noGrp="1"/>
          </p:cNvSpPr>
          <p:nvPr>
            <p:ph type="subTitle" idx="1"/>
            <p:custDataLst>
              <p:tags r:id="rId3"/>
            </p:custDataLst>
          </p:nvPr>
        </p:nvSpPr>
        <p:spPr>
          <a:xfrm>
            <a:off x="781685" y="4069080"/>
            <a:ext cx="5983605" cy="746125"/>
          </a:xfrm>
        </p:spPr>
        <p:txBody>
          <a:bodyPr>
            <a:normAutofit/>
          </a:bodyPr>
          <a:p>
            <a:pPr algn="ctr">
              <a:lnSpc>
                <a:spcPct val="150000"/>
              </a:lnSpc>
            </a:pPr>
            <a:r>
              <a:rPr lang="en-US" altLang="zh-CN" sz="2200" b="0">
                <a:solidFill>
                  <a:schemeClr val="bg2">
                    <a:lumMod val="25000"/>
                  </a:schemeClr>
                </a:solidFill>
                <a:latin typeface="Arial" panose="020B0604020202090204" pitchFamily="34" charset="0"/>
                <a:ea typeface="微软雅黑" panose="020B0503020204020204" charset="-122"/>
              </a:rPr>
              <a:t>— Foundational Altruism Practice Course · Gratitude —</a:t>
            </a:r>
            <a:r>
              <a:rPr lang="zh-CN" altLang="en-US" sz="2200" b="0">
                <a:solidFill>
                  <a:schemeClr val="bg2">
                    <a:lumMod val="25000"/>
                  </a:schemeClr>
                </a:solidFill>
                <a:latin typeface="Arial" panose="020B0604020202090204" pitchFamily="34" charset="0"/>
                <a:ea typeface="微软雅黑" panose="020B0503020204020204" charset="-122"/>
              </a:rPr>
              <a:t/>
            </a:r>
            <a:r>
              <a:rPr lang="en-US" altLang="zh-CN" sz="2200" b="0">
                <a:solidFill>
                  <a:schemeClr val="bg2">
                    <a:lumMod val="25000"/>
                  </a:schemeClr>
                </a:solidFill>
                <a:latin typeface="Arial" panose="020B0604020202090204" pitchFamily="34" charset="0"/>
                <a:ea typeface="微软雅黑" panose="020B0503020204020204" charset="-122"/>
              </a:rPr>
              <a:t/>
            </a:r>
            <a:r>
              <a:rPr lang="zh-CN" altLang="en-US" sz="2200" b="0">
                <a:solidFill>
                  <a:schemeClr val="bg2">
                    <a:lumMod val="25000"/>
                  </a:schemeClr>
                </a:solidFill>
                <a:latin typeface="Arial" panose="020B0604020202090204" pitchFamily="34" charset="0"/>
                <a:ea typeface="微软雅黑" panose="020B0503020204020204" charset="-122"/>
              </a:rPr>
              <a:t/>
            </a:r>
            <a:r>
              <a:rPr lang="en-US" altLang="zh-CN" sz="2200" b="0">
                <a:solidFill>
                  <a:schemeClr val="bg2">
                    <a:lumMod val="25000"/>
                  </a:schemeClr>
                </a:solidFill>
                <a:latin typeface="Arial" panose="020B0604020202090204" pitchFamily="34" charset="0"/>
                <a:ea typeface="微软雅黑" panose="020B0503020204020204" charset="-122"/>
              </a:rPr>
              <a:t/>
            </a:r>
            <a:endParaRPr lang="en-US" altLang="zh-CN" sz="2800" b="0">
              <a:solidFill>
                <a:schemeClr val="bg2">
                  <a:lumMod val="25000"/>
                </a:schemeClr>
              </a:solidFill>
              <a:latin typeface="Arial" panose="020B0604020202090204" pitchFamily="34" charset="0"/>
              <a:ea typeface="微软雅黑" panose="020B0503020204020204" charset="-122"/>
            </a:endParaRPr>
          </a:p>
        </p:txBody>
      </p:sp>
      <p:sp>
        <p:nvSpPr>
          <p:cNvPr id="3" name="弦形 2"/>
          <p:cNvSpPr/>
          <p:nvPr>
            <p:custDataLst>
              <p:tags r:id="rId4"/>
            </p:custDataLst>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normAutofit/>
          </a:bodyPr>
          <a:lstStyle/>
          <a:p>
            <a:r>
              <a:rPr lang="zh-CN" altLang="en-US">
                <a:latin typeface="Arial" panose="020B0604020202090204" pitchFamily="34" charset="0"/>
                <a:ea typeface="微软雅黑" panose="020B0503020204020204" charset="-122"/>
              </a:rPr>
              <a:t>Contents</a:t>
            </a:r>
            <a:endParaRPr lang="zh-CN" altLang="en-US">
              <a:latin typeface="Arial" panose="020B0604020202090204" pitchFamily="34" charset="0"/>
              <a:ea typeface="微软雅黑" panose="020B0503020204020204" charset="-122"/>
            </a:endParaRPr>
          </a:p>
        </p:txBody>
      </p:sp>
      <p:sp>
        <p:nvSpPr>
          <p:cNvPr id="7" name="项标题" descr="7b0a202020202262756c6c6574223a20227b5c2263617465676f727949645c223a5c225c222c5c2274656d706c61746549645c223a32303233313638347d220a7d0a"/>
          <p:cNvSpPr txBox="1"/>
          <p:nvPr>
            <p:custDataLst>
              <p:tags r:id="rId2"/>
            </p:custDataLst>
          </p:nvPr>
        </p:nvSpPr>
        <p:spPr>
          <a:xfrm>
            <a:off x="4959985" y="1353185"/>
            <a:ext cx="7344410" cy="4954270"/>
          </a:xfrm>
          <a:prstGeom prst="rect">
            <a:avLst/>
          </a:prstGeom>
          <a:noFill/>
        </p:spPr>
        <p:txBody>
          <a:bodyPr wrap="square" lIns="0" tIns="0" rIns="0" bIns="0" rtlCol="0" anchor="ctr">
            <a:normAutofit/>
          </a:bodyPr>
          <a:lstStyle/>
          <a:p>
            <a:pPr marL="457200" indent="-457200" algn="l">
              <a:lnSpc>
                <a:spcPct val="200000"/>
              </a:lnSpc>
              <a:buClrTx/>
              <a:buSzTx/>
              <a:buFont typeface="+mj-ea"/>
              <a:buAutoNum type="circleNumDbPlain"/>
            </a:pPr>
            <a:r>
              <a:rPr lang="en-US" altLang="zh-CN" sz="2200" spc="300" dirty="0">
                <a:solidFill>
                  <a:schemeClr val="accent4">
                    <a:lumMod val="50000"/>
                  </a:schemeClr>
                </a:solidFill>
                <a:latin typeface="+mn-ea"/>
                <a:cs typeface="+mn-ea"/>
                <a:sym typeface="+mn-ea"/>
              </a:rPr>
              <a:t>Understanding Gratitude (30 min)</a:t>
            </a:r>
            <a:r>
              <a:rPr lang="en-US" altLang="zh-CN" sz="2200" spc="300" dirty="0">
                <a:solidFill>
                  <a:schemeClr val="accent4">
                    <a:lumMod val="50000"/>
                  </a:schemeClr>
                </a:solidFill>
                <a:latin typeface="Arial" panose="020B0604020202090204" pitchFamily="34" charset="0"/>
                <a:ea typeface="微软雅黑" panose="020B0503020204020204" charset="-122"/>
                <a:cs typeface="+mn-ea"/>
                <a:sym typeface="+mn-ea"/>
              </a:rPr>
              <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endParaRPr>
          </a:p>
          <a:p>
            <a:pPr marL="457200" indent="-457200" algn="l">
              <a:lnSpc>
                <a:spcPct val="200000"/>
              </a:lnSpc>
              <a:buClrTx/>
              <a:buSzTx/>
              <a:buFont typeface="+mj-ea"/>
              <a:buAutoNum type="circleNumDbPlain"/>
            </a:pPr>
            <a:r>
              <a:rPr lang="en-US" altLang="zh-CN" sz="2200" spc="300" dirty="0">
                <a:solidFill>
                  <a:schemeClr val="accent4">
                    <a:lumMod val="50000"/>
                  </a:schemeClr>
                </a:solidFill>
                <a:latin typeface="Arial" panose="020B0604020202090204" pitchFamily="34" charset="0"/>
                <a:ea typeface="微软雅黑" panose="020B0503020204020204" charset="-122"/>
                <a:cs typeface="+mn-ea"/>
                <a:sym typeface="+mn-ea"/>
              </a:rPr>
              <a:t>The Benefit Mindset (30 min)</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endParaRPr>
          </a:p>
          <a:p>
            <a:pPr marL="457200" indent="-457200" algn="l">
              <a:lnSpc>
                <a:spcPct val="200000"/>
              </a:lnSpc>
              <a:buClrTx/>
              <a:buSzTx/>
              <a:buFont typeface="+mj-ea"/>
              <a:buAutoNum type="circleNumDbPlain"/>
            </a:pPr>
            <a:r>
              <a:rPr lang="en-US" altLang="zh-CN" sz="2200" spc="300" dirty="0">
                <a:solidFill>
                  <a:schemeClr val="accent4">
                    <a:lumMod val="50000"/>
                  </a:schemeClr>
                </a:solidFill>
                <a:latin typeface="Arial" panose="020B0604020202090204" pitchFamily="34" charset="0"/>
                <a:ea typeface="微软雅黑" panose="020B0503020204020204" charset="-122"/>
                <a:cs typeface="+mn-ea"/>
                <a:sym typeface="+mn-ea"/>
              </a:rPr>
              <a:t>Cultivating Gratitude — Gratitude Journal (15 min)</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endParaRPr>
          </a:p>
          <a:p>
            <a:pPr marL="2286000" lvl="5" indent="457200" algn="l">
              <a:lnSpc>
                <a:spcPct val="200000"/>
              </a:lnSpc>
              <a:buClrTx/>
              <a:buSzTx/>
              <a:buFont typeface="+mj-ea"/>
              <a:buNone/>
            </a:pPr>
            <a:r>
              <a:rPr lang="en-US" altLang="zh-CN" sz="2200" spc="300" dirty="0">
                <a:solidFill>
                  <a:schemeClr val="accent4">
                    <a:lumMod val="50000"/>
                  </a:schemeClr>
                </a:solidFill>
                <a:latin typeface="Arial" panose="020B0604020202090204" pitchFamily="34" charset="0"/>
                <a:ea typeface="微软雅黑" panose="020B0503020204020204" charset="-122"/>
                <a:cs typeface="+mn-ea"/>
                <a:sym typeface="+mn-ea"/>
              </a:rPr>
              <a:t>Web of Causality (40 min)</a:t>
            </a:r>
            <a:endParaRPr lang="en-US" altLang="zh-CN" sz="2800" spc="300" dirty="0">
              <a:solidFill>
                <a:schemeClr val="accent4">
                  <a:lumMod val="50000"/>
                </a:schemeClr>
              </a:solidFill>
              <a:latin typeface="Arial" panose="020B0604020202090204" pitchFamily="34" charset="0"/>
              <a:ea typeface="微软雅黑" panose="020B0503020204020204" charset="-122"/>
              <a:cs typeface="+mn-ea"/>
              <a:sym typeface="+mn-ea"/>
            </a:endParaRPr>
          </a:p>
          <a:p>
            <a:pPr marL="457200" indent="-457200" algn="l">
              <a:lnSpc>
                <a:spcPct val="200000"/>
              </a:lnSpc>
              <a:buClrTx/>
              <a:buSzTx/>
              <a:buFont typeface="+mj-ea"/>
              <a:buAutoNum type="circleNumDbPlain"/>
            </a:pPr>
            <a:r>
              <a:rPr lang="en-US" altLang="zh-CN" sz="2200" spc="300" dirty="0">
                <a:solidFill>
                  <a:schemeClr val="accent4">
                    <a:lumMod val="50000"/>
                  </a:schemeClr>
                </a:solidFill>
                <a:latin typeface="Arial" panose="020B0604020202090204" pitchFamily="34" charset="0"/>
                <a:ea typeface="微软雅黑" panose="020B0503020204020204" charset="-122"/>
                <a:cs typeface="+mn-ea"/>
                <a:sym typeface="+mn-ea"/>
              </a:rPr>
              <a:t>Summary &amp; Practice Plan (10 min)</a:t>
            </a:r>
            <a:r>
              <a:rPr lang="zh-CN" altLang="en-US" sz="2200" spc="300" dirty="0">
                <a:solidFill>
                  <a:schemeClr val="accent4">
                    <a:lumMod val="50000"/>
                  </a:schemeClr>
                </a:solidFill>
                <a:latin typeface="Arial" panose="020B0604020202090204" pitchFamily="34" charset="0"/>
                <a:ea typeface="微软雅黑" panose="020B0503020204020204" charset="-122"/>
                <a:cs typeface="+mn-ea"/>
                <a:sym typeface="+mn-ea"/>
              </a:rPr>
              <a:t/>
            </a:r>
            <a:r>
              <a:rPr lang="en-US" altLang="zh-CN" sz="2200" spc="300" dirty="0">
                <a:solidFill>
                  <a:schemeClr val="accent4">
                    <a:lumMod val="50000"/>
                  </a:schemeClr>
                </a:solidFill>
                <a:latin typeface="Arial" panose="020B0604020202090204" pitchFamily="34" charset="0"/>
                <a:ea typeface="微软雅黑" panose="020B0503020204020204" charset="-122"/>
                <a:cs typeface="+mn-ea"/>
                <a:sym typeface="+mn-ea"/>
              </a:rPr>
              <a:t/>
            </a:r>
            <a:endParaRPr kumimoji="0" lang="en-US" altLang="zh-CN" sz="2800" i="0" u="none" strike="noStrike" kern="1200" cap="none" spc="300" normalizeH="0" baseline="0" dirty="0">
              <a:solidFill>
                <a:schemeClr val="accent4">
                  <a:lumMod val="50000"/>
                </a:schemeClr>
              </a:solidFill>
              <a:latin typeface="Arial" panose="020B0604020202090204" pitchFamily="34" charset="0"/>
              <a:ea typeface="微软雅黑" panose="020B0503020204020204" charset="-122"/>
              <a:cs typeface="+mn-ea"/>
              <a:sym typeface="+mn-ea"/>
            </a:endParaRPr>
          </a:p>
          <a:p>
            <a:pPr indent="0">
              <a:lnSpc>
                <a:spcPct val="200000"/>
              </a:lnSpc>
              <a:buFont typeface="+mj-ea"/>
              <a:buNone/>
            </a:pPr>
            <a:endParaRPr lang="zh-CN" altLang="en-US" sz="2800" spc="300" dirty="0">
              <a:solidFill>
                <a:schemeClr val="accent4">
                  <a:lumMod val="50000"/>
                </a:schemeClr>
              </a:solidFill>
              <a:latin typeface="Arial" panose="020B0604020202090204" pitchFamily="34" charset="0"/>
              <a:ea typeface="微软雅黑" panose="020B0503020204020204" charset="-122"/>
              <a:cs typeface="Hiragino Sans GB W6" panose="020B0300000000000000" charset="-122"/>
            </a:endParaRPr>
          </a:p>
        </p:txBody>
      </p:sp>
      <p:sp>
        <p:nvSpPr>
          <p:cNvPr id="2" name="标题"/>
          <p:cNvSpPr>
            <a:spLocks noGrp="1"/>
          </p:cNvSpPr>
          <p:nvPr>
            <p:custDataLst>
              <p:tags r:id="rId3"/>
            </p:custDataLst>
          </p:nvPr>
        </p:nvSpPr>
        <p:spPr>
          <a:xfrm>
            <a:off x="3491230" y="1447800"/>
            <a:ext cx="226060" cy="1646555"/>
          </a:xfrm>
          <a:custGeom>
            <a:avLst/>
            <a:gdLst/>
            <a:ahLst/>
            <a:cxnLst>
              <a:cxn ang="3">
                <a:pos x="hc" y="t"/>
              </a:cxn>
              <a:cxn ang="cd2">
                <a:pos x="l" y="vc"/>
              </a:cxn>
              <a:cxn ang="cd4">
                <a:pos x="hc" y="b"/>
              </a:cxn>
              <a:cxn ang="0">
                <a:pos x="r" y="vc"/>
              </a:cxn>
            </a:cxnLst>
            <a:rect l="l" t="t" r="r" b="b"/>
            <a:pathLst>
              <a:path w="356" h="2593">
                <a:moveTo>
                  <a:pt x="117" y="2314"/>
                </a:moveTo>
                <a:lnTo>
                  <a:pt x="124" y="2382"/>
                </a:lnTo>
                <a:cubicBezTo>
                  <a:pt x="102" y="2386"/>
                  <a:pt x="85" y="2394"/>
                  <a:pt x="75" y="2407"/>
                </a:cubicBezTo>
                <a:cubicBezTo>
                  <a:pt x="64" y="2419"/>
                  <a:pt x="59" y="2436"/>
                  <a:pt x="59" y="2457"/>
                </a:cubicBezTo>
                <a:cubicBezTo>
                  <a:pt x="59" y="2479"/>
                  <a:pt x="64" y="2496"/>
                  <a:pt x="73" y="2507"/>
                </a:cubicBezTo>
                <a:cubicBezTo>
                  <a:pt x="82" y="2518"/>
                  <a:pt x="93" y="2524"/>
                  <a:pt x="106" y="2524"/>
                </a:cubicBezTo>
                <a:cubicBezTo>
                  <a:pt x="114" y="2524"/>
                  <a:pt x="121" y="2522"/>
                  <a:pt x="127" y="2517"/>
                </a:cubicBezTo>
                <a:cubicBezTo>
                  <a:pt x="132" y="2512"/>
                  <a:pt x="137" y="2504"/>
                  <a:pt x="141" y="2492"/>
                </a:cubicBezTo>
                <a:cubicBezTo>
                  <a:pt x="144" y="2484"/>
                  <a:pt x="149" y="2465"/>
                  <a:pt x="156" y="2437"/>
                </a:cubicBezTo>
                <a:cubicBezTo>
                  <a:pt x="166" y="2400"/>
                  <a:pt x="177" y="2374"/>
                  <a:pt x="191" y="2359"/>
                </a:cubicBezTo>
                <a:cubicBezTo>
                  <a:pt x="209" y="2338"/>
                  <a:pt x="233" y="2327"/>
                  <a:pt x="260" y="2327"/>
                </a:cubicBezTo>
                <a:cubicBezTo>
                  <a:pt x="277" y="2327"/>
                  <a:pt x="294" y="2332"/>
                  <a:pt x="309" y="2342"/>
                </a:cubicBezTo>
                <a:cubicBezTo>
                  <a:pt x="324" y="2352"/>
                  <a:pt x="336" y="2366"/>
                  <a:pt x="344" y="2385"/>
                </a:cubicBezTo>
                <a:cubicBezTo>
                  <a:pt x="352" y="2403"/>
                  <a:pt x="356" y="2426"/>
                  <a:pt x="356" y="2452"/>
                </a:cubicBezTo>
                <a:cubicBezTo>
                  <a:pt x="356" y="2495"/>
                  <a:pt x="347" y="2527"/>
                  <a:pt x="328" y="2549"/>
                </a:cubicBezTo>
                <a:cubicBezTo>
                  <a:pt x="309" y="2571"/>
                  <a:pt x="284" y="2582"/>
                  <a:pt x="252" y="2583"/>
                </a:cubicBezTo>
                <a:lnTo>
                  <a:pt x="249" y="2514"/>
                </a:lnTo>
                <a:cubicBezTo>
                  <a:pt x="267" y="2511"/>
                  <a:pt x="280" y="2505"/>
                  <a:pt x="287" y="2495"/>
                </a:cubicBezTo>
                <a:cubicBezTo>
                  <a:pt x="295" y="2485"/>
                  <a:pt x="299" y="2471"/>
                  <a:pt x="299" y="2451"/>
                </a:cubicBezTo>
                <a:cubicBezTo>
                  <a:pt x="299" y="2431"/>
                  <a:pt x="295" y="2415"/>
                  <a:pt x="287" y="2404"/>
                </a:cubicBezTo>
                <a:cubicBezTo>
                  <a:pt x="281" y="2397"/>
                  <a:pt x="274" y="2393"/>
                  <a:pt x="265" y="2393"/>
                </a:cubicBezTo>
                <a:cubicBezTo>
                  <a:pt x="257" y="2393"/>
                  <a:pt x="250" y="2396"/>
                  <a:pt x="244" y="2403"/>
                </a:cubicBezTo>
                <a:cubicBezTo>
                  <a:pt x="237" y="2412"/>
                  <a:pt x="229" y="2433"/>
                  <a:pt x="221" y="2467"/>
                </a:cubicBezTo>
                <a:cubicBezTo>
                  <a:pt x="213" y="2500"/>
                  <a:pt x="205" y="2525"/>
                  <a:pt x="196" y="2541"/>
                </a:cubicBezTo>
                <a:cubicBezTo>
                  <a:pt x="188" y="2558"/>
                  <a:pt x="176" y="2570"/>
                  <a:pt x="161" y="2579"/>
                </a:cubicBezTo>
                <a:cubicBezTo>
                  <a:pt x="146" y="2588"/>
                  <a:pt x="128" y="2593"/>
                  <a:pt x="106" y="2593"/>
                </a:cubicBezTo>
                <a:cubicBezTo>
                  <a:pt x="87" y="2593"/>
                  <a:pt x="68" y="2588"/>
                  <a:pt x="51" y="2577"/>
                </a:cubicBezTo>
                <a:cubicBezTo>
                  <a:pt x="34" y="2566"/>
                  <a:pt x="21" y="2550"/>
                  <a:pt x="13" y="2530"/>
                </a:cubicBezTo>
                <a:cubicBezTo>
                  <a:pt x="4" y="2510"/>
                  <a:pt x="0" y="2485"/>
                  <a:pt x="0" y="2456"/>
                </a:cubicBezTo>
                <a:cubicBezTo>
                  <a:pt x="0" y="2412"/>
                  <a:pt x="10" y="2379"/>
                  <a:pt x="30" y="2356"/>
                </a:cubicBezTo>
                <a:cubicBezTo>
                  <a:pt x="50" y="2332"/>
                  <a:pt x="79" y="2319"/>
                  <a:pt x="117" y="2314"/>
                </a:cubicBezTo>
                <a:close/>
                <a:moveTo>
                  <a:pt x="175" y="0"/>
                </a:moveTo>
                <a:cubicBezTo>
                  <a:pt x="232" y="0"/>
                  <a:pt x="277" y="15"/>
                  <a:pt x="308" y="44"/>
                </a:cubicBezTo>
                <a:cubicBezTo>
                  <a:pt x="340" y="74"/>
                  <a:pt x="356" y="113"/>
                  <a:pt x="356" y="161"/>
                </a:cubicBezTo>
                <a:cubicBezTo>
                  <a:pt x="356" y="203"/>
                  <a:pt x="344" y="237"/>
                  <a:pt x="319" y="264"/>
                </a:cubicBezTo>
                <a:cubicBezTo>
                  <a:pt x="304" y="279"/>
                  <a:pt x="283" y="291"/>
                  <a:pt x="255" y="299"/>
                </a:cubicBezTo>
                <a:lnTo>
                  <a:pt x="239" y="230"/>
                </a:lnTo>
                <a:cubicBezTo>
                  <a:pt x="257" y="226"/>
                  <a:pt x="271" y="217"/>
                  <a:pt x="281" y="204"/>
                </a:cubicBezTo>
                <a:cubicBezTo>
                  <a:pt x="292" y="191"/>
                  <a:pt x="297" y="176"/>
                  <a:pt x="297" y="157"/>
                </a:cubicBezTo>
                <a:cubicBezTo>
                  <a:pt x="297" y="132"/>
                  <a:pt x="288" y="111"/>
                  <a:pt x="269" y="95"/>
                </a:cubicBezTo>
                <a:cubicBezTo>
                  <a:pt x="251" y="79"/>
                  <a:pt x="221" y="71"/>
                  <a:pt x="180" y="71"/>
                </a:cubicBezTo>
                <a:cubicBezTo>
                  <a:pt x="136" y="71"/>
                  <a:pt x="105" y="79"/>
                  <a:pt x="87" y="95"/>
                </a:cubicBezTo>
                <a:cubicBezTo>
                  <a:pt x="68" y="110"/>
                  <a:pt x="59" y="131"/>
                  <a:pt x="59" y="156"/>
                </a:cubicBezTo>
                <a:cubicBezTo>
                  <a:pt x="59" y="175"/>
                  <a:pt x="65" y="191"/>
                  <a:pt x="77" y="204"/>
                </a:cubicBezTo>
                <a:cubicBezTo>
                  <a:pt x="88" y="218"/>
                  <a:pt x="107" y="227"/>
                  <a:pt x="132" y="233"/>
                </a:cubicBezTo>
                <a:lnTo>
                  <a:pt x="111" y="300"/>
                </a:lnTo>
                <a:cubicBezTo>
                  <a:pt x="73" y="290"/>
                  <a:pt x="46" y="272"/>
                  <a:pt x="27" y="248"/>
                </a:cubicBezTo>
                <a:cubicBezTo>
                  <a:pt x="9" y="224"/>
                  <a:pt x="0" y="194"/>
                  <a:pt x="0" y="157"/>
                </a:cubicBezTo>
                <a:cubicBezTo>
                  <a:pt x="0" y="111"/>
                  <a:pt x="16" y="74"/>
                  <a:pt x="47" y="44"/>
                </a:cubicBezTo>
                <a:cubicBezTo>
                  <a:pt x="78" y="15"/>
                  <a:pt x="121" y="0"/>
                  <a:pt x="175" y="0"/>
                </a:cubicBezTo>
                <a:close/>
                <a:moveTo>
                  <a:pt x="178" y="416"/>
                </a:moveTo>
                <a:cubicBezTo>
                  <a:pt x="139" y="416"/>
                  <a:pt x="109" y="425"/>
                  <a:pt x="89" y="443"/>
                </a:cubicBezTo>
                <a:cubicBezTo>
                  <a:pt x="69" y="461"/>
                  <a:pt x="59" y="484"/>
                  <a:pt x="59" y="512"/>
                </a:cubicBezTo>
                <a:cubicBezTo>
                  <a:pt x="59" y="540"/>
                  <a:pt x="69" y="562"/>
                  <a:pt x="89" y="580"/>
                </a:cubicBezTo>
                <a:cubicBezTo>
                  <a:pt x="109" y="598"/>
                  <a:pt x="139" y="607"/>
                  <a:pt x="179" y="607"/>
                </a:cubicBezTo>
                <a:cubicBezTo>
                  <a:pt x="219" y="607"/>
                  <a:pt x="248" y="598"/>
                  <a:pt x="268" y="581"/>
                </a:cubicBezTo>
                <a:cubicBezTo>
                  <a:pt x="287" y="564"/>
                  <a:pt x="297" y="541"/>
                  <a:pt x="297" y="512"/>
                </a:cubicBezTo>
                <a:cubicBezTo>
                  <a:pt x="297" y="483"/>
                  <a:pt x="287" y="460"/>
                  <a:pt x="267" y="442"/>
                </a:cubicBezTo>
                <a:cubicBezTo>
                  <a:pt x="248" y="425"/>
                  <a:pt x="218" y="416"/>
                  <a:pt x="178" y="416"/>
                </a:cubicBezTo>
                <a:close/>
                <a:moveTo>
                  <a:pt x="176" y="345"/>
                </a:moveTo>
                <a:cubicBezTo>
                  <a:pt x="211" y="345"/>
                  <a:pt x="240" y="350"/>
                  <a:pt x="264" y="361"/>
                </a:cubicBezTo>
                <a:cubicBezTo>
                  <a:pt x="282" y="369"/>
                  <a:pt x="297" y="379"/>
                  <a:pt x="311" y="393"/>
                </a:cubicBezTo>
                <a:cubicBezTo>
                  <a:pt x="325" y="406"/>
                  <a:pt x="336" y="421"/>
                  <a:pt x="342" y="437"/>
                </a:cubicBezTo>
                <a:cubicBezTo>
                  <a:pt x="351" y="458"/>
                  <a:pt x="356" y="483"/>
                  <a:pt x="356" y="511"/>
                </a:cubicBezTo>
                <a:cubicBezTo>
                  <a:pt x="356" y="562"/>
                  <a:pt x="340" y="602"/>
                  <a:pt x="309" y="632"/>
                </a:cubicBezTo>
                <a:cubicBezTo>
                  <a:pt x="277" y="663"/>
                  <a:pt x="234" y="678"/>
                  <a:pt x="178" y="678"/>
                </a:cubicBezTo>
                <a:cubicBezTo>
                  <a:pt x="122" y="678"/>
                  <a:pt x="78" y="663"/>
                  <a:pt x="47" y="633"/>
                </a:cubicBezTo>
                <a:cubicBezTo>
                  <a:pt x="16" y="603"/>
                  <a:pt x="0" y="562"/>
                  <a:pt x="0" y="512"/>
                </a:cubicBezTo>
                <a:cubicBezTo>
                  <a:pt x="0" y="461"/>
                  <a:pt x="16" y="420"/>
                  <a:pt x="47" y="390"/>
                </a:cubicBezTo>
                <a:cubicBezTo>
                  <a:pt x="78" y="360"/>
                  <a:pt x="121" y="345"/>
                  <a:pt x="176" y="345"/>
                </a:cubicBezTo>
                <a:close/>
                <a:moveTo>
                  <a:pt x="6" y="732"/>
                </a:moveTo>
                <a:lnTo>
                  <a:pt x="350" y="732"/>
                </a:lnTo>
                <a:lnTo>
                  <a:pt x="350" y="799"/>
                </a:lnTo>
                <a:lnTo>
                  <a:pt x="118" y="942"/>
                </a:lnTo>
                <a:lnTo>
                  <a:pt x="350" y="942"/>
                </a:lnTo>
                <a:lnTo>
                  <a:pt x="350" y="1006"/>
                </a:lnTo>
                <a:lnTo>
                  <a:pt x="6" y="1006"/>
                </a:lnTo>
                <a:lnTo>
                  <a:pt x="6" y="937"/>
                </a:lnTo>
                <a:lnTo>
                  <a:pt x="235" y="796"/>
                </a:lnTo>
                <a:lnTo>
                  <a:pt x="6" y="796"/>
                </a:lnTo>
                <a:lnTo>
                  <a:pt x="6" y="732"/>
                </a:lnTo>
                <a:close/>
                <a:moveTo>
                  <a:pt x="292" y="1055"/>
                </a:moveTo>
                <a:lnTo>
                  <a:pt x="350" y="1055"/>
                </a:lnTo>
                <a:lnTo>
                  <a:pt x="350" y="1326"/>
                </a:lnTo>
                <a:lnTo>
                  <a:pt x="292" y="1326"/>
                </a:lnTo>
                <a:lnTo>
                  <a:pt x="292" y="1225"/>
                </a:lnTo>
                <a:lnTo>
                  <a:pt x="6" y="1225"/>
                </a:lnTo>
                <a:lnTo>
                  <a:pt x="6" y="1156"/>
                </a:lnTo>
                <a:lnTo>
                  <a:pt x="292" y="1156"/>
                </a:lnTo>
                <a:lnTo>
                  <a:pt x="292" y="1055"/>
                </a:lnTo>
                <a:close/>
                <a:moveTo>
                  <a:pt x="6" y="1372"/>
                </a:moveTo>
                <a:lnTo>
                  <a:pt x="350" y="1372"/>
                </a:lnTo>
                <a:lnTo>
                  <a:pt x="350" y="1626"/>
                </a:lnTo>
                <a:lnTo>
                  <a:pt x="292" y="1626"/>
                </a:lnTo>
                <a:lnTo>
                  <a:pt x="292" y="1441"/>
                </a:lnTo>
                <a:lnTo>
                  <a:pt x="216" y="1441"/>
                </a:lnTo>
                <a:lnTo>
                  <a:pt x="216" y="1613"/>
                </a:lnTo>
                <a:lnTo>
                  <a:pt x="158" y="1613"/>
                </a:lnTo>
                <a:lnTo>
                  <a:pt x="158" y="1441"/>
                </a:lnTo>
                <a:lnTo>
                  <a:pt x="64" y="1441"/>
                </a:lnTo>
                <a:lnTo>
                  <a:pt x="64" y="1633"/>
                </a:lnTo>
                <a:lnTo>
                  <a:pt x="6" y="1633"/>
                </a:lnTo>
                <a:lnTo>
                  <a:pt x="6" y="1372"/>
                </a:lnTo>
                <a:close/>
                <a:moveTo>
                  <a:pt x="6" y="1692"/>
                </a:moveTo>
                <a:lnTo>
                  <a:pt x="350" y="1692"/>
                </a:lnTo>
                <a:lnTo>
                  <a:pt x="350" y="1759"/>
                </a:lnTo>
                <a:lnTo>
                  <a:pt x="118" y="1902"/>
                </a:lnTo>
                <a:lnTo>
                  <a:pt x="350" y="1902"/>
                </a:lnTo>
                <a:lnTo>
                  <a:pt x="350" y="1966"/>
                </a:lnTo>
                <a:lnTo>
                  <a:pt x="6" y="1966"/>
                </a:lnTo>
                <a:lnTo>
                  <a:pt x="6" y="1897"/>
                </a:lnTo>
                <a:lnTo>
                  <a:pt x="235" y="1756"/>
                </a:lnTo>
                <a:lnTo>
                  <a:pt x="6" y="1756"/>
                </a:lnTo>
                <a:lnTo>
                  <a:pt x="6" y="1692"/>
                </a:lnTo>
                <a:close/>
                <a:moveTo>
                  <a:pt x="292" y="2015"/>
                </a:moveTo>
                <a:lnTo>
                  <a:pt x="350" y="2015"/>
                </a:lnTo>
                <a:lnTo>
                  <a:pt x="350" y="2286"/>
                </a:lnTo>
                <a:lnTo>
                  <a:pt x="292" y="2286"/>
                </a:lnTo>
                <a:lnTo>
                  <a:pt x="292" y="2185"/>
                </a:lnTo>
                <a:lnTo>
                  <a:pt x="6" y="2185"/>
                </a:lnTo>
                <a:lnTo>
                  <a:pt x="6" y="2116"/>
                </a:lnTo>
                <a:lnTo>
                  <a:pt x="292" y="2116"/>
                </a:lnTo>
                <a:lnTo>
                  <a:pt x="292" y="2015"/>
                </a:lnTo>
                <a:close/>
              </a:path>
            </a:pathLst>
          </a:custGeom>
          <a:solidFill>
            <a:schemeClr val="accent1"/>
          </a:solidFill>
          <a:ln>
            <a:noFill/>
          </a:ln>
          <a:effectLst/>
        </p:spPr>
        <p:txBody>
          <a:bodyPr vert="eaVert" wrap="square" lIns="90000" tIns="46800" rIns="90000" bIns="46800" rtlCol="0" anchor="b">
            <a:noAutofit/>
          </a:bodyPr>
          <a:lstStyle>
            <a:lvl1pPr algn="ctr" defTabSz="914400" rtl="0" eaLnBrk="1" latinLnBrk="0" hangingPunct="1">
              <a:lnSpc>
                <a:spcPct val="100000"/>
              </a:lnSpc>
              <a:spcBef>
                <a:spcPct val="0"/>
              </a:spcBef>
              <a:buNone/>
              <a:defRPr sz="6600" b="1" kern="1200">
                <a:ln>
                  <a:solidFill>
                    <a:srgbClr val="FFFFFF">
                      <a:alpha val="80000"/>
                    </a:srgbClr>
                  </a:solidFill>
                </a:ln>
                <a:noFill/>
                <a:latin typeface="+mj-lt"/>
                <a:ea typeface="+mj-ea"/>
                <a:cs typeface="+mj-cs"/>
              </a:defRPr>
            </a:lvl1pPr>
          </a:lstStyle>
          <a:p>
            <a:pPr algn="l"/>
            <a:endParaRPr lang="en-US" altLang="zh-CN" sz="2400" dirty="0">
              <a:ln>
                <a:noFill/>
              </a:ln>
              <a:solidFill>
                <a:schemeClr val="accent1"/>
              </a:solidFill>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293870" cy="2220595"/>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a:latin typeface="Arial" panose="020B0604020202090204" pitchFamily="34" charset="0"/>
                <a:ea typeface="微软雅黑" panose="020B0503020204020204" charset="-122"/>
              </a:rPr>
              <a:t>Understanding Gratitude</a:t>
            </a:r>
            <a:endParaRPr lang="zh-CN" altLang="en-US">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01</a:t>
            </a:r>
            <a:r>
              <a:rPr lang="zh-CN" altLang="en-US">
                <a:latin typeface="Arial" panose="020B0604020202090204" pitchFamily="34" charset="0"/>
                <a:ea typeface="微软雅黑" panose="020B0503020204020204" charset="-122"/>
              </a:rPr>
              <a:t/>
            </a:r>
            <a:r>
              <a:rPr lang="en-US" altLang="zh-CN">
                <a:latin typeface="Arial" panose="020B0604020202090204" pitchFamily="34" charset="0"/>
                <a:ea typeface="微软雅黑" panose="020B0503020204020204" charset="-122"/>
              </a:rPr>
              <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10" name="内容占位符 9" descr="7b0a202020202262756c6c6574223a20227b5c2263617465676f727949645c223a5c225c222c5c2274656d706c61746549645c223a32303233313634357d220a7d0a"/>
          <p:cNvSpPr/>
          <p:nvPr>
            <p:ph sz="half" idx="1"/>
          </p:nvPr>
        </p:nvSpPr>
        <p:spPr>
          <a:xfrm>
            <a:off x="669925" y="1581150"/>
            <a:ext cx="6830695" cy="4645660"/>
          </a:xfrm>
        </p:spPr>
        <p:txBody>
          <a:bodyPr>
            <a:normAutofit/>
          </a:bodyPr>
          <a:p>
            <a:pPr marL="0" indent="0" algn="just" fontAlgn="auto">
              <a:lnSpc>
                <a:spcPct val="150000"/>
              </a:lnSpc>
              <a:buNone/>
            </a:pPr>
            <a:r>
              <a:rPr lang="zh-CN" altLang="en-US" sz="1900" dirty="0">
                <a:solidFill>
                  <a:schemeClr val="tx1"/>
                </a:solidFill>
                <a:latin typeface="Arial" panose="020B0604020202090204" pitchFamily="34" charset="0"/>
                <a:ea typeface="微软雅黑" panose="020B0503020204020204" charset="-122"/>
                <a:cs typeface="SimSong" panose="02020300000000000000" charset="-122"/>
              </a:rPr>
              <a:t>Definition:</a:t>
            </a: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algn="just" fontAlgn="auto">
              <a:lnSpc>
                <a:spcPct val="150000"/>
              </a:lnSpc>
            </a:pPr>
            <a:r>
              <a:rPr lang="zh-CN" altLang="en-US" sz="1900" dirty="0">
                <a:solidFill>
                  <a:schemeClr val="tx1"/>
                </a:solidFill>
                <a:latin typeface="Arial" panose="020B0604020202090204" pitchFamily="34" charset="0"/>
                <a:ea typeface="微软雅黑" panose="020B0503020204020204" charset="-122"/>
                <a:cs typeface="SimSong" panose="02020300000000000000" charset="-122"/>
              </a:rPr>
              <a:t>Be grateful for everything you have,</a:t>
            </a: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algn="just" fontAlgn="auto">
              <a:lnSpc>
                <a:spcPct val="150000"/>
              </a:lnSpc>
            </a:pPr>
            <a:r>
              <a:rPr lang="zh-CN" altLang="en-US" sz="1900" dirty="0">
                <a:solidFill>
                  <a:schemeClr val="tx1"/>
                </a:solidFill>
                <a:latin typeface="Arial" panose="020B0604020202090204" pitchFamily="34" charset="0"/>
                <a:ea typeface="微软雅黑" panose="020B0503020204020204" charset="-122"/>
                <a:cs typeface="SimSong" panose="02020300000000000000" charset="-122"/>
              </a:rPr>
              <a:t>and appreciate all those who have contributed.</a:t>
            </a: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marL="285750" indent="-285750" algn="just" fontAlgn="auto">
              <a:lnSpc>
                <a:spcPct val="100000"/>
              </a:lnSpc>
              <a:buFont typeface="Arial" panose="020B0604020202090204" pitchFamily="34" charset="0"/>
              <a:buChar char="•"/>
            </a:pPr>
            <a:endParaRPr lang="zh-CN" altLang="en-US" sz="2400" dirty="0">
              <a:solidFill>
                <a:schemeClr val="tx1"/>
              </a:solidFill>
              <a:latin typeface="Arial" panose="020B0604020202090204" pitchFamily="34" charset="0"/>
              <a:ea typeface="微软雅黑" panose="020B0503020204020204" charset="-122"/>
              <a:cs typeface="SimSong" panose="02020300000000000000" charset="-122"/>
            </a:endParaRPr>
          </a:p>
          <a:p>
            <a:pPr marL="285750" indent="-285750" algn="just" fontAlgn="auto">
              <a:lnSpc>
                <a:spcPct val="150000"/>
              </a:lnSpc>
              <a:buFont typeface="Arial" panose="020B0604020202090204" pitchFamily="34" charset="0"/>
              <a:buBlip>
                <a:blip r:embed="rId2"/>
              </a:buBlip>
            </a:pPr>
            <a:r>
              <a:rPr lang="zh-CN" altLang="en-US" sz="1900" dirty="0">
                <a:solidFill>
                  <a:schemeClr val="tx1"/>
                </a:solidFill>
                <a:latin typeface="Arial" panose="020B0604020202090204" pitchFamily="34" charset="0"/>
                <a:ea typeface="微软雅黑" panose="020B0503020204020204" charset="-122"/>
                <a:cs typeface="SimSong" panose="02020300000000000000" charset="-122"/>
              </a:rPr>
              <a:t>In Buddhism, gratitude is not limited to specific people or events. Buddhism teaches that all sentient beings are interdependent; no one can survive without family, society, all people, and nature. Therefore, we should face everything with a grateful heart.</a:t>
            </a:r>
            <a:endParaRPr sz="2400">
              <a:latin typeface="Arial" panose="020B0604020202090204" pitchFamily="34" charset="0"/>
              <a:ea typeface="微软雅黑" panose="020B0503020204020204" charset="-122"/>
              <a:cs typeface="SimSong" panose="02020300000000000000" charset="-122"/>
            </a:endParaRPr>
          </a:p>
        </p:txBody>
      </p:sp>
      <p:sp>
        <p:nvSpPr>
          <p:cNvPr id="9" name="标题 8"/>
          <p:cNvSpPr/>
          <p:nvPr>
            <p:ph type="title" idx="4294967295"/>
            <p:custDataLst>
              <p:tags r:id="rId3"/>
            </p:custDataLst>
          </p:nvPr>
        </p:nvSpPr>
        <p:spPr>
          <a:xfrm>
            <a:off x="1356995" y="339090"/>
            <a:ext cx="5995035" cy="970915"/>
          </a:xfr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Understanding Gratitude</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4"/>
          <a:srcRect r="1639"/>
          <a:stretch>
            <a:fillRect/>
          </a:stretch>
        </p:blipFill>
        <p:spPr>
          <a:xfrm>
            <a:off x="7732395" y="19050"/>
            <a:ext cx="4459605" cy="6819900"/>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697865" y="144780"/>
            <a:ext cx="8056880" cy="862965"/>
          </a:xfr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l">
              <a:lnSpc>
                <a:spcPct val="150000"/>
              </a:lnSpc>
              <a:buClrTx/>
              <a:buSzTx/>
              <a:buFontTx/>
            </a:pPr>
            <a:r>
              <a:rPr lang="zh-CN" altLang="en-US" sz="3200" b="1">
                <a:solidFill>
                  <a:schemeClr val="accent6">
                    <a:lumMod val="50000"/>
                  </a:schemeClr>
                </a:solidFill>
                <a:latin typeface="Arial" panose="020B0604020202090204" pitchFamily="34" charset="0"/>
                <a:ea typeface="微软雅黑" panose="020B0503020204020204" charset="-122"/>
                <a:sym typeface="+mn-ea"/>
              </a:rPr>
              <a:t>In-Class Exercise: Self-Reflection (10 min)</a:t>
            </a:r>
            <a:r>
              <a:rPr lang="en-US" altLang="zh-CN" sz="3200" b="1">
                <a:solidFill>
                  <a:schemeClr val="accent6">
                    <a:lumMod val="50000"/>
                  </a:schemeClr>
                </a:solidFill>
                <a:latin typeface="Arial" panose="020B0604020202090204" pitchFamily="34" charset="0"/>
                <a:ea typeface="微软雅黑" panose="020B0503020204020204" charset="-122"/>
                <a:sym typeface="+mn-ea"/>
              </a:rPr>
              <a:t/>
            </a:r>
            <a:r>
              <a:rPr lang="en-US" altLang="zh-CN" sz="1900" b="1">
                <a:solidFill>
                  <a:schemeClr val="accent6">
                    <a:lumMod val="50000"/>
                  </a:schemeClr>
                </a:solidFill>
                <a:latin typeface="+mn-ea"/>
                <a:ea typeface="+mn-ea"/>
                <a:cs typeface="+mn-ea"/>
                <a:sym typeface="+mn-ea"/>
              </a:rPr>
              <a:t/>
            </a:r>
            <a:r>
              <a:rPr lang="zh-CN" altLang="en-US" sz="1900" b="1">
                <a:solidFill>
                  <a:schemeClr val="accent6">
                    <a:lumMod val="50000"/>
                  </a:schemeClr>
                </a:solidFill>
                <a:latin typeface="+mn-ea"/>
                <a:ea typeface="+mn-ea"/>
                <a:cs typeface="+mn-ea"/>
                <a:sym typeface="+mn-ea"/>
              </a:rPr>
              <a:t/>
            </a:r>
            <a:r>
              <a:rPr lang="en-US" altLang="zh-CN" sz="1900" b="1">
                <a:solidFill>
                  <a:schemeClr val="accent6">
                    <a:lumMod val="50000"/>
                  </a:schemeClr>
                </a:solidFill>
                <a:latin typeface="+mn-ea"/>
                <a:ea typeface="+mn-ea"/>
                <a:cs typeface="+mn-ea"/>
                <a:sym typeface="+mn-ea"/>
              </a:rPr>
              <a:t/>
            </a:r>
            <a:endParaRPr lang="en-US" altLang="zh-CN" sz="2400" b="1" spc="0">
              <a:solidFill>
                <a:schemeClr val="accent6">
                  <a:lumMod val="50000"/>
                </a:schemeClr>
              </a:solidFill>
              <a:latin typeface="+mn-ea"/>
              <a:ea typeface="+mn-ea"/>
              <a:cs typeface="+mn-ea"/>
              <a:sym typeface="+mn-ea"/>
            </a:endParaRPr>
          </a:p>
        </p:txBody>
      </p:sp>
      <p:graphicFrame>
        <p:nvGraphicFramePr>
          <p:cNvPr id="5" name="内容占位符 4"/>
          <p:cNvGraphicFramePr/>
          <p:nvPr>
            <p:ph sz="half" idx="1"/>
            <p:custDataLst>
              <p:tags r:id="rId3"/>
            </p:custDataLst>
          </p:nvPr>
        </p:nvGraphicFramePr>
        <p:xfrm>
          <a:off x="546100" y="2314575"/>
          <a:ext cx="11242040" cy="3749040"/>
        </p:xfrm>
        <a:graphic>
          <a:graphicData uri="http://schemas.openxmlformats.org/drawingml/2006/table">
            <a:tbl>
              <a:tblPr firstRow="1" bandRow="1">
                <a:tableStyleId>{5C22544A-7EE6-4342-B048-85BDC9FD1C3A}</a:tableStyleId>
              </a:tblPr>
              <a:tblGrid>
                <a:gridCol w="1189990"/>
                <a:gridCol w="4391025"/>
                <a:gridCol w="764540"/>
                <a:gridCol w="4224020"/>
                <a:gridCol w="672465"/>
              </a:tblGrid>
              <a:tr h="502920">
                <a:tc>
                  <a:txBody>
                    <a:bodyPr>
                      <a:normAutofit/>
                    </a:bodyPr>
                    <a:p>
                      <a:r>
                        <a:rPr/>
                        <a:t>Scenario</a:t>
                      </a:r>
                    </a:p>
                  </a:txBody>
                  <a:tcPr/>
                </a:tc>
                <a:tc>
                  <a:txBody>
                    <a:bodyPr>
                      <a:normAutofit/>
                    </a:bodyPr>
                    <a:p>
                      <a:r>
                        <a:rPr/>
                        <a:t>State Without Gratitude</a:t>
                      </a:r>
                    </a:p>
                  </a:txBody>
                  <a:tcPr/>
                </a:tc>
                <a:tc>
                  <a:txBody>
                    <a:bodyPr>
                      <a:normAutofit/>
                    </a:bodyPr>
                    <a:p>
                      <a:r>
                        <a:rPr/>
                        <a:t>Proportion</a:t>
                      </a:r>
                    </a:p>
                  </a:txBody>
                  <a:tcPr/>
                </a:tc>
                <a:tc>
                  <a:txBody>
                    <a:bodyPr>
                      <a:normAutofit/>
                    </a:bodyPr>
                    <a:p>
                      <a:r>
                        <a:rPr/>
                        <a:t>State With Gratitude</a:t>
                      </a:r>
                    </a:p>
                  </a:txBody>
                  <a:tcPr/>
                </a:tc>
                <a:tc>
                  <a:txBody>
                    <a:bodyPr>
                      <a:normAutofit/>
                    </a:bodyPr>
                    <a:p>
                      <a:r>
                        <a:rPr/>
                        <a:t>Proportion</a:t>
                      </a:r>
                    </a:p>
                  </a:txBody>
                  <a:tcPr/>
                </a:tc>
              </a:tr>
              <a:tr h="914400">
                <a:tc>
                  <a:txBody>
                    <a:bodyPr>
                      <a:normAutofit/>
                    </a:bodyPr>
                    <a:p>
                      <a:r>
                        <a:rPr/>
                        <a:t>Example: Group Practice</a:t>
                      </a:r>
                    </a:p>
                  </a:txBody>
                  <a:tcPr/>
                </a:tc>
                <a:tc>
                  <a:txBody>
                    <a:bodyPr>
                      <a:normAutofit/>
                    </a:bodyPr>
                    <a:p>
                      <a:r>
                        <a:rPr/>
                        <a:t>Dissatisfied with some classmates, complaining, thinking "None of them study on their own, their sharing goes off-topic, what a waste of my time!"</a:t>
                      </a:r>
                    </a:p>
                  </a:txBody>
                  <a:tcPr/>
                </a:tc>
                <a:tc>
                  <a:txBody>
                    <a:bodyPr>
                      <a:normAutofit/>
                    </a:bodyPr>
                    <a:p>
                      <a:r>
                        <a:rPr/>
                        <a:t>30%</a:t>
                      </a:r>
                    </a:p>
                  </a:txBody>
                  <a:tcPr/>
                </a:tc>
                <a:tc>
                  <a:txBody>
                    <a:bodyPr>
                      <a:normAutofit/>
                    </a:bodyPr>
                    <a:p>
                      <a:r>
                        <a:rPr/>
                        <a:t>Thankful for all classmates; without them, I would have no companions to study with</a:t>
                      </a:r>
                    </a:p>
                  </a:txBody>
                  <a:tcPr/>
                </a:tc>
                <a:tc>
                  <a:txBody>
                    <a:bodyPr>
                      <a:normAutofit/>
                    </a:bodyPr>
                    <a:p>
                      <a:r>
                        <a:rPr/>
                        <a:t>70%</a:t>
                      </a:r>
                    </a:p>
                  </a:txBody>
                  <a:tcPr/>
                </a:tc>
              </a:tr>
              <a:tr h="914400">
                <a:tc>
                  <a:txBody>
                    <a:bodyPr>
                      <a:normAutofit/>
                    </a:bodyPr>
                    <a:p>
                      <a:r>
                        <a:rPr/>
                        <a:t>Example: Eating</a:t>
                      </a:r>
                    </a:p>
                  </a:txBody>
                  <a:tcPr/>
                </a:tc>
                <a:tc>
                  <a:txBody>
                    <a:bodyPr>
                      <a:normAutofit/>
                    </a:bodyPr>
                    <a:p>
                      <a:r>
                        <a:rPr/>
                        <a:t>Picky, finding the food unappetizing, the portions too small, the queue too long...</a:t>
                      </a:r>
                    </a:p>
                  </a:txBody>
                  <a:tcPr/>
                </a:tc>
                <a:tc>
                  <a:txBody>
                    <a:bodyPr>
                      <a:normAutofit/>
                    </a:bodyPr>
                    <a:p>
                      <a:r>
                        <a:rPr/>
                        <a:t>40%</a:t>
                      </a:r>
                    </a:p>
                  </a:txBody>
                  <a:tcPr/>
                </a:tc>
                <a:tc>
                  <a:txBody>
                    <a:bodyPr>
                      <a:normAutofit/>
                    </a:bodyPr>
                    <a:p>
                      <a:r>
                        <a:rPr/>
                        <a:t>Thinking of the many people whose labor made this possible, truly feeling the nourishment of the food, feeling deeply content and energized</a:t>
                      </a:r>
                    </a:p>
                  </a:txBody>
                  <a:tcPr/>
                </a:tc>
                <a:tc>
                  <a:txBody>
                    <a:bodyPr>
                      <a:normAutofit/>
                    </a:bodyPr>
                    <a:p>
                      <a:r>
                        <a:rPr/>
                        <a:t>60%</a:t>
                      </a:r>
                    </a:p>
                  </a:txBody>
                  <a:tcPr/>
                </a:tc>
              </a:tr>
              <a:tr h="914400">
                <a:tc>
                  <a:txBody>
                    <a:bodyPr>
                      <a:normAutofit/>
                    </a:bodyPr>
                    <a:p>
                      <a:r>
                        <a:rPr/>
                        <a:t>Interacting with Family</a:t>
                      </a:r>
                    </a:p>
                  </a:txBody>
                  <a:tcPr/>
                </a:tc>
                <a:tc>
                  <a:txBody>
                    <a:bodyPr>
                      <a:normAutofit/>
                    </a:bodyPr>
                    <a:p>
                      <a:pPr>
                        <a:lnSpc>
                          <a:spcPct val="150000"/>
                        </a:lnSpc>
                        <a:buNone/>
                      </a:pPr>
                      <a:endParaRPr lang="zh-CN" altLang="en-US" sz="1800">
                        <a:latin typeface="+mn-ea"/>
                        <a:ea typeface="微软雅黑" panose="020B0503020204020204" charset="-122"/>
                      </a:endParaRPr>
                    </a:p>
                  </a:txBody>
                  <a:tcPr/>
                </a:tc>
                <a:tc>
                  <a:txBody>
                    <a:bodyPr>
                      <a:normAutofit/>
                    </a:bodyPr>
                    <a:p>
                      <a:pPr>
                        <a:lnSpc>
                          <a:spcPct val="150000"/>
                        </a:lnSpc>
                        <a:buNone/>
                      </a:pPr>
                      <a:endParaRPr lang="zh-CN" altLang="en-US" sz="1800">
                        <a:latin typeface="+mn-ea"/>
                        <a:ea typeface="微软雅黑" panose="020B0503020204020204" charset="-122"/>
                      </a:endParaRPr>
                    </a:p>
                  </a:txBody>
                  <a:tcPr/>
                </a:tc>
                <a:tc>
                  <a:txBody>
                    <a:bodyPr>
                      <a:normAutofit/>
                    </a:bodyPr>
                    <a:p>
                      <a:pPr>
                        <a:lnSpc>
                          <a:spcPct val="150000"/>
                        </a:lnSpc>
                        <a:buNone/>
                      </a:pPr>
                      <a:endParaRPr lang="zh-CN" altLang="en-US" sz="1800">
                        <a:latin typeface="+mn-ea"/>
                        <a:ea typeface="微软雅黑" panose="020B0503020204020204" charset="-122"/>
                      </a:endParaRPr>
                    </a:p>
                  </a:txBody>
                  <a:tcPr/>
                </a:tc>
                <a:tc>
                  <a:txBody>
                    <a:bodyPr>
                      <a:normAutofit/>
                    </a:bodyPr>
                    <a:p>
                      <a:pPr>
                        <a:lnSpc>
                          <a:spcPct val="150000"/>
                        </a:lnSpc>
                        <a:buNone/>
                      </a:pPr>
                      <a:endParaRPr lang="zh-CN" altLang="en-US" sz="1800">
                        <a:latin typeface="+mn-ea"/>
                        <a:ea typeface="微软雅黑" panose="020B0503020204020204" charset="-122"/>
                      </a:endParaRPr>
                    </a:p>
                  </a:txBody>
                  <a:tcPr/>
                </a:tc>
              </a:tr>
              <a:tr h="502920">
                <a:tc>
                  <a:txBody>
                    <a:bodyPr>
                      <a:normAutofit/>
                    </a:bodyPr>
                    <a:p>
                      <a:pPr>
                        <a:lnSpc>
                          <a:spcPct val="150000"/>
                        </a:lnSpc>
                        <a:buNone/>
                      </a:pPr>
                      <a:endParaRPr lang="en-US" altLang="zh-CN" sz="1800">
                        <a:latin typeface="+mn-ea"/>
                        <a:ea typeface="微软雅黑" panose="020B0503020204020204" charset="-122"/>
                      </a:endParaRPr>
                    </a:p>
                  </a:txBody>
                  <a:tcPr/>
                </a:tc>
                <a:tc>
                  <a:txBody>
                    <a:bodyPr>
                      <a:normAutofit/>
                    </a:bodyPr>
                    <a:p>
                      <a:pPr>
                        <a:lnSpc>
                          <a:spcPct val="150000"/>
                        </a:lnSpc>
                        <a:buNone/>
                      </a:pPr>
                      <a:endParaRPr lang="zh-CN" altLang="en-US" sz="1800">
                        <a:latin typeface="+mn-ea"/>
                        <a:ea typeface="微软雅黑" panose="020B0503020204020204" charset="-122"/>
                      </a:endParaRPr>
                    </a:p>
                  </a:txBody>
                  <a:tcPr/>
                </a:tc>
                <a:tc>
                  <a:txBody>
                    <a:bodyPr>
                      <a:normAutofit/>
                    </a:bodyPr>
                    <a:p>
                      <a:pPr>
                        <a:lnSpc>
                          <a:spcPct val="150000"/>
                        </a:lnSpc>
                        <a:buNone/>
                      </a:pPr>
                      <a:endParaRPr lang="zh-CN" altLang="en-US" sz="1800">
                        <a:latin typeface="+mn-ea"/>
                        <a:ea typeface="微软雅黑" panose="020B0503020204020204" charset="-122"/>
                      </a:endParaRPr>
                    </a:p>
                  </a:txBody>
                  <a:tcPr/>
                </a:tc>
                <a:tc>
                  <a:txBody>
                    <a:bodyPr>
                      <a:normAutofit/>
                    </a:bodyPr>
                    <a:p>
                      <a:pPr>
                        <a:lnSpc>
                          <a:spcPct val="150000"/>
                        </a:lnSpc>
                        <a:buNone/>
                      </a:pPr>
                      <a:endParaRPr lang="zh-CN" altLang="en-US" sz="1800">
                        <a:latin typeface="+mn-ea"/>
                        <a:ea typeface="微软雅黑" panose="020B0503020204020204" charset="-122"/>
                      </a:endParaRPr>
                    </a:p>
                  </a:txBody>
                  <a:tcPr/>
                </a:tc>
                <a:tc>
                  <a:txBody>
                    <a:bodyPr>
                      <a:normAutofit/>
                    </a:bodyPr>
                    <a:p>
                      <a:pPr>
                        <a:lnSpc>
                          <a:spcPct val="150000"/>
                        </a:lnSpc>
                        <a:buNone/>
                      </a:pPr>
                      <a:endParaRPr lang="zh-CN" altLang="en-US" sz="1800">
                        <a:latin typeface="+mn-ea"/>
                        <a:ea typeface="微软雅黑" panose="020B0503020204020204" charset="-122"/>
                      </a:endParaRPr>
                    </a:p>
                  </a:txBody>
                  <a:tcPr/>
                </a:tc>
              </a:tr>
            </a:tbl>
          </a:graphicData>
        </a:graphic>
      </p:graphicFrame>
      <p:sp>
        <p:nvSpPr>
          <p:cNvPr id="6" name="文本框 5"/>
          <p:cNvSpPr txBox="1"/>
          <p:nvPr/>
        </p:nvSpPr>
        <p:spPr>
          <a:xfrm>
            <a:off x="622935" y="1153795"/>
            <a:ext cx="10662285" cy="1014730"/>
          </a:xfrm>
          <a:prstGeom prst="rect">
            <a:avLst/>
          </a:prstGeom>
          <a:noFill/>
        </p:spPr>
        <p:txBody>
          <a:bodyPr wrap="square" rtlCol="0">
            <a:normAutofit/>
          </a:bodyPr>
          <a:p>
            <a:pPr>
              <a:lnSpc>
                <a:spcPct val="150000"/>
              </a:lnSpc>
            </a:pPr>
            <a:r>
              <a:rPr lang="zh-CN" altLang="en-US" sz="1600">
                <a:latin typeface="Arial" panose="020B0604020202090204" pitchFamily="34" charset="0"/>
                <a:ea typeface="微软雅黑" panose="020B0503020204020204" charset="-122"/>
                <a:cs typeface="SimSong" panose="02020300000000000000" charset="-122"/>
              </a:rPr>
              <a:t>Observe your behavior and inner state across various life situations — with and without gratitude. Fill in the table below and estimate the proportion of time gratitude is "online" vs. "offline" in each scenario.</a:t>
            </a:r>
            <a:endParaRPr lang="zh-CN" altLang="en-US" sz="2000">
              <a:latin typeface="Arial" panose="020B0604020202090204" pitchFamily="34" charset="0"/>
              <a:ea typeface="微软雅黑" panose="020B0503020204020204" charset="-122"/>
              <a:cs typeface="SimSong" panose="02020300000000000000" charset="-122"/>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1"/>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306695" y="3295650"/>
            <a:ext cx="6078855" cy="2416810"/>
          </a:xfrm>
          <a:prstGeom prst="rect">
            <a:avLst/>
          </a:prstGeom>
          <a:noFill/>
        </p:spPr>
        <p:txBody>
          <a:bodyPr wrap="square" lIns="0" tIns="0" rIns="0" bIns="0" rtlCol="0" anchor="ctr">
            <a:normAutofit/>
          </a:bodyPr>
          <a:p>
            <a:pPr marL="342900" indent="-342900">
              <a:lnSpc>
                <a:spcPct val="150000"/>
              </a:lnSpc>
              <a:buFont typeface="Arial" panose="020B0604020202090204" pitchFamily="34" charset="0"/>
              <a:buBlip>
                <a:blip r:embed="rId3"/>
              </a:buBlip>
            </a:pPr>
            <a:r>
              <a:rPr lang="zh-CN" altLang="en-US" sz="1900" spc="300" dirty="0">
                <a:solidFill>
                  <a:schemeClr val="tx1">
                    <a:lumMod val="85000"/>
                    <a:lumOff val="15000"/>
                  </a:schemeClr>
                </a:solidFill>
                <a:latin typeface="Arial" panose="020B0604020202090204" pitchFamily="34" charset="0"/>
                <a:ea typeface="微软雅黑" panose="020B0503020204020204" charset="-122"/>
                <a:cs typeface="+mj-lt"/>
              </a:rPr>
              <a:t>Across different life situations, how often is my gratitude "online"?</a:t>
            </a:r>
            <a:r>
              <a:rPr lang="en-US" altLang="zh-CN" sz="1900" spc="300" dirty="0">
                <a:solidFill>
                  <a:schemeClr val="tx1">
                    <a:lumMod val="85000"/>
                    <a:lumOff val="15000"/>
                  </a:schemeClr>
                </a:solidFill>
                <a:latin typeface="Arial" panose="020B0604020202090204" pitchFamily="34" charset="0"/>
                <a:ea typeface="微软雅黑" panose="020B0503020204020204" charset="-122"/>
                <a:cs typeface="+mj-lt"/>
              </a:rPr>
              <a:t/>
            </a:r>
            <a:r>
              <a:rPr lang="zh-CN" altLang="en-US" sz="1900" spc="300" dirty="0">
                <a:solidFill>
                  <a:schemeClr val="tx1">
                    <a:lumMod val="85000"/>
                    <a:lumOff val="15000"/>
                  </a:schemeClr>
                </a:solidFill>
                <a:latin typeface="Arial" panose="020B0604020202090204" pitchFamily="34" charset="0"/>
                <a:ea typeface="微软雅黑" panose="020B0503020204020204" charset="-122"/>
                <a:cs typeface="+mj-lt"/>
              </a:rPr>
              <a:t/>
            </a:r>
            <a:r>
              <a:rPr lang="en-US" altLang="zh-CN" sz="1900" spc="300" dirty="0">
                <a:solidFill>
                  <a:schemeClr val="tx1">
                    <a:lumMod val="85000"/>
                    <a:lumOff val="15000"/>
                  </a:schemeClr>
                </a:solidFill>
                <a:latin typeface="Arial" panose="020B0604020202090204" pitchFamily="34" charset="0"/>
                <a:ea typeface="微软雅黑" panose="020B0503020204020204" charset="-122"/>
                <a:cs typeface="+mj-lt"/>
              </a:rPr>
              <a:t/>
            </a:r>
            <a:r>
              <a:rPr lang="zh-CN" altLang="en-US" sz="1900" spc="300" dirty="0">
                <a:solidFill>
                  <a:schemeClr val="tx1">
                    <a:lumMod val="85000"/>
                    <a:lumOff val="15000"/>
                  </a:schemeClr>
                </a:solidFill>
                <a:latin typeface="Arial" panose="020B0604020202090204" pitchFamily="34" charset="0"/>
                <a:ea typeface="微软雅黑" panose="020B0503020204020204" charset="-122"/>
                <a:cs typeface="+mj-lt"/>
              </a:rPr>
              <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a:p>
            <a:pPr marL="342900" indent="-342900">
              <a:lnSpc>
                <a:spcPct val="150000"/>
              </a:lnSpc>
              <a:buFont typeface="Arial" panose="020B0604020202090204" pitchFamily="34" charset="0"/>
              <a:buBlip>
                <a:blip r:embed="rId3"/>
              </a:buBlip>
            </a:pPr>
            <a:r>
              <a:rPr lang="zh-CN" altLang="en-US" sz="1900" spc="300" dirty="0">
                <a:solidFill>
                  <a:schemeClr val="tx1">
                    <a:lumMod val="85000"/>
                    <a:lumOff val="15000"/>
                  </a:schemeClr>
                </a:solidFill>
                <a:latin typeface="Arial" panose="020B0604020202090204" pitchFamily="34" charset="0"/>
                <a:ea typeface="微软雅黑" panose="020B0503020204020204" charset="-122"/>
                <a:cs typeface="+mj-lt"/>
              </a:rPr>
              <a:t>When I feel grateful toward the people, events, and things around me, what is my mental experience? What is my physical experience?</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p:txBody>
      </p:sp>
      <p:sp>
        <p:nvSpPr>
          <p:cNvPr id="3" name="标题 3"/>
          <p:cNvSpPr>
            <a:spLocks noGrp="1"/>
          </p:cNvSpPr>
          <p:nvPr/>
        </p:nvSpPr>
        <p:spPr>
          <a:xfrm>
            <a:off x="5705475" y="1849755"/>
            <a:ext cx="4902200" cy="92583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6600" b="1" kern="1200">
                <a:solidFill>
                  <a:schemeClr val="tx1"/>
                </a:solidFill>
                <a:latin typeface="+mj-lt"/>
                <a:ea typeface="+mj-ea"/>
                <a:cs typeface="+mj-cs"/>
              </a:defRPr>
            </a:lvl1pPr>
          </a:lstStyle>
          <a:p>
            <a:r>
              <a:rPr lang="zh-CN" altLang="en-US" sz="4000">
                <a:solidFill>
                  <a:schemeClr val="bg2">
                    <a:lumMod val="25000"/>
                  </a:schemeClr>
                </a:solidFill>
                <a:latin typeface="Arial" panose="020B0604020202090204" pitchFamily="34" charset="0"/>
                <a:ea typeface="微软雅黑" panose="020B0503020204020204" charset="-122"/>
                <a:sym typeface="+mn-ea"/>
              </a:rPr>
              <a:t>Discussion &amp; Sharing (15 min)</a:t>
            </a:r>
            <a:r>
              <a:rPr lang="en-US" altLang="zh-CN" sz="40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r>
              <a:rPr lang="zh-CN" altLang="en-US" sz="19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endParaRPr lang="en-US" altLang="zh-CN" sz="2400">
              <a:solidFill>
                <a:schemeClr val="bg2">
                  <a:lumMod val="25000"/>
                </a:schemeClr>
              </a:solidFill>
              <a:latin typeface="Arial" panose="020B0604020202090204" pitchFamily="34" charset="0"/>
              <a:ea typeface="微软雅黑" panose="020B0503020204020204" charset="-122"/>
              <a:sym typeface="+mn-ea"/>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293870" cy="2220595"/>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a:latin typeface="Arial" panose="020B0604020202090204" pitchFamily="34" charset="0"/>
                <a:ea typeface="微软雅黑" panose="020B0503020204020204" charset="-122"/>
              </a:rPr>
              <a:t>The Benefit Mindset</a:t>
            </a:r>
            <a:endParaRPr lang="zh-CN" altLang="en-US">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02</a:t>
            </a:r>
            <a:r>
              <a:rPr lang="zh-CN" altLang="en-US">
                <a:latin typeface="Arial" panose="020B0604020202090204" pitchFamily="34" charset="0"/>
                <a:ea typeface="微软雅黑" panose="020B0503020204020204" charset="-122"/>
              </a:rPr>
              <a:t/>
            </a:r>
            <a:r>
              <a:rPr lang="en-US" altLang="zh-CN">
                <a:latin typeface="Arial" panose="020B0604020202090204" pitchFamily="34" charset="0"/>
                <a:ea typeface="微软雅黑" panose="020B0503020204020204" charset="-122"/>
              </a:rPr>
              <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049780" y="198755"/>
            <a:ext cx="7804785" cy="970915"/>
          </a:xfr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Why Cultivate Gratitude (The Benefit Mindset)</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grpSp>
        <p:nvGrpSpPr>
          <p:cNvPr id="111" name="组合 110"/>
          <p:cNvGrpSpPr/>
          <p:nvPr>
            <p:custDataLst>
              <p:tags r:id="rId3"/>
            </p:custDataLst>
          </p:nvPr>
        </p:nvGrpSpPr>
        <p:grpSpPr>
          <a:xfrm>
            <a:off x="319405" y="1383030"/>
            <a:ext cx="10631170" cy="4878070"/>
            <a:chOff x="503" y="2178"/>
            <a:chExt cx="16038" cy="6082"/>
          </a:xfrm>
        </p:grpSpPr>
        <p:sp>
          <p:nvSpPr>
            <p:cNvPr id="112" name="矩形 111"/>
            <p:cNvSpPr/>
            <p:nvPr>
              <p:custDataLst>
                <p:tags r:id="rId4"/>
              </p:custDataLst>
            </p:nvPr>
          </p:nvSpPr>
          <p:spPr>
            <a:xfrm>
              <a:off x="819" y="2178"/>
              <a:ext cx="15722" cy="6082"/>
            </a:xfrm>
            <a:prstGeom prst="rect">
              <a:avLst/>
            </a:prstGeom>
            <a:solidFill>
              <a:schemeClr val="bg1"/>
            </a:solidFill>
            <a:ln w="22225">
              <a:solidFill>
                <a:schemeClr val="tx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3" name="组合 112"/>
            <p:cNvGrpSpPr/>
            <p:nvPr>
              <p:custDataLst>
                <p:tags r:id="rId5"/>
              </p:custDataLst>
            </p:nvPr>
          </p:nvGrpSpPr>
          <p:grpSpPr>
            <a:xfrm>
              <a:off x="503" y="2802"/>
              <a:ext cx="644" cy="745"/>
              <a:chOff x="2636582" y="2559050"/>
              <a:chExt cx="409098" cy="473075"/>
            </a:xfrm>
          </p:grpSpPr>
          <p:sp>
            <p:nvSpPr>
              <p:cNvPr id="114" name="矩形 113"/>
              <p:cNvSpPr/>
              <p:nvPr>
                <p:custDataLst>
                  <p:tags r:id="rId6"/>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PA_ImportSvg_636983900241446251"/>
              <p:cNvSpPr/>
              <p:nvPr>
                <p:custDataLst>
                  <p:tags r:id="rId7"/>
                </p:custDataLst>
              </p:nvPr>
            </p:nvSpPr>
            <p:spPr>
              <a:xfrm rot="10800000">
                <a:off x="2636582" y="2622187"/>
                <a:ext cx="401195" cy="346800"/>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116" name="Title 6"/>
          <p:cNvSpPr txBox="1"/>
          <p:nvPr>
            <p:custDataLst>
              <p:tags r:id="rId8"/>
            </p:custDataLst>
          </p:nvPr>
        </p:nvSpPr>
        <p:spPr>
          <a:xfrm>
            <a:off x="1136650" y="1633220"/>
            <a:ext cx="9631680" cy="4097655"/>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30000"/>
              </a:lnSpc>
              <a:spcBef>
                <a:spcPts val="800"/>
              </a:spcBef>
              <a:spcAft>
                <a:spcPts val="0"/>
              </a:spcAft>
              <a:buSzPct val="100000"/>
              <a:buFont typeface="+mj-lt"/>
            </a:pPr>
            <a:r>
              <a:rPr lang="zh-CN" altLang="en-US" sz="1600" u="sng"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According to leading gratitude researcher Robert Emmons (Emmons &amp; Mishra, 2012), practicing gratitude brings eight distinct benefits, including:</a:t>
            </a:r>
            <a:endParaRPr lang="zh-CN" altLang="en-US" sz="2000" u="sng"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Maximizing benefit: Gratitude enables us to derive the greatest benefit from positive experiences.</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Self-worth and self-esteem: Gratitude enhances our self-worth and self-esteem, making us more confident and effective. It guards against self-pity, a state of feeling like a victim.</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Coping with stress: Gratitude helps us cope with stress and adversity. After the initial shock, gratitude helps us assess what matters most in life.</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Helping others: Grateful people are more likely to help others. They become more aware of acts of kindness and care, and feel compelled to give back. They are less likely to be materialistic and more likely to cherish what they have.</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181225" y="0"/>
            <a:ext cx="7804785" cy="970915"/>
          </a:xfr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Why Cultivate Gratitude (The Benefit Mindset)</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grpSp>
        <p:nvGrpSpPr>
          <p:cNvPr id="5" name="组合 4"/>
          <p:cNvGrpSpPr/>
          <p:nvPr>
            <p:custDataLst>
              <p:tags r:id="rId3"/>
            </p:custDataLst>
          </p:nvPr>
        </p:nvGrpSpPr>
        <p:grpSpPr>
          <a:xfrm>
            <a:off x="319405" y="1395095"/>
            <a:ext cx="10829290" cy="4784090"/>
            <a:chOff x="503" y="2178"/>
            <a:chExt cx="18154" cy="5416"/>
          </a:xfrm>
        </p:grpSpPr>
        <p:sp>
          <p:nvSpPr>
            <p:cNvPr id="3" name="矩形 2"/>
            <p:cNvSpPr/>
            <p:nvPr>
              <p:custDataLst>
                <p:tags r:id="rId4"/>
              </p:custDataLst>
            </p:nvPr>
          </p:nvSpPr>
          <p:spPr>
            <a:xfrm>
              <a:off x="819" y="2178"/>
              <a:ext cx="17839" cy="5416"/>
            </a:xfrm>
            <a:prstGeom prst="rect">
              <a:avLst/>
            </a:prstGeom>
            <a:solidFill>
              <a:schemeClr val="bg1"/>
            </a:solidFill>
            <a:ln w="22225">
              <a:solidFill>
                <a:schemeClr val="tx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custDataLst>
                <p:tags r:id="rId5"/>
              </p:custDataLst>
            </p:nvPr>
          </p:nvGrpSpPr>
          <p:grpSpPr>
            <a:xfrm>
              <a:off x="503" y="2773"/>
              <a:ext cx="644" cy="745"/>
              <a:chOff x="2636582" y="2559050"/>
              <a:chExt cx="409098" cy="473075"/>
            </a:xfrm>
          </p:grpSpPr>
          <p:sp>
            <p:nvSpPr>
              <p:cNvPr id="12" name="矩形 11"/>
              <p:cNvSpPr/>
              <p:nvPr>
                <p:custDataLst>
                  <p:tags r:id="rId6"/>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PA_ImportSvg_636983900241446251"/>
              <p:cNvSpPr/>
              <p:nvPr>
                <p:custDataLst>
                  <p:tags r:id="rId7"/>
                </p:custDataLst>
              </p:nvPr>
            </p:nvSpPr>
            <p:spPr>
              <a:xfrm rot="10800000">
                <a:off x="2636582" y="2622187"/>
                <a:ext cx="401195" cy="346800"/>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7" name="Title 6"/>
          <p:cNvSpPr txBox="1"/>
          <p:nvPr>
            <p:custDataLst>
              <p:tags r:id="rId8"/>
            </p:custDataLst>
          </p:nvPr>
        </p:nvSpPr>
        <p:spPr>
          <a:xfrm>
            <a:off x="999490" y="1633220"/>
            <a:ext cx="9983470" cy="454533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30000"/>
              </a:lnSpc>
              <a:spcBef>
                <a:spcPts val="800"/>
              </a:spcBef>
              <a:spcAft>
                <a:spcPts val="0"/>
              </a:spcAft>
              <a:buSzPct val="100000"/>
              <a:buFont typeface="+mj-lt"/>
              <a:buAutoNum type="arabicPeriod" startAt="5"/>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Better relationships: Gratitude strengthens our relationships. When we truly recognize the value of friends and family, we tend to treat them better. When we treat them well, they treat us well in return.</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SzPct val="100000"/>
              <a:buFont typeface="+mj-lt"/>
              <a:buAutoNum type="arabicPeriod" startAt="5"/>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Less negative comparison: Expressing gratitude reduces our tendency to compare ourselves with others. We become grateful and content with what we have (friends, family, home, health), and less likely to feel distressed about what we lack.</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SzPct val="100000"/>
              <a:buFont typeface="+mj-lt"/>
              <a:buAutoNum type="arabicPeriod" startAt="5"/>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Fewer negative emotions: When we express gratitude, we tend to experience fewer negative emotions. For instance, when we are grateful, we are less likely to feel guilt, greed, or anger.</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auto">
              <a:lnSpc>
                <a:spcPct val="130000"/>
              </a:lnSpc>
              <a:spcBef>
                <a:spcPts val="800"/>
              </a:spcBef>
              <a:spcAft>
                <a:spcPts val="0"/>
              </a:spcAft>
              <a:buSzPct val="100000"/>
              <a:buFont typeface="+mj-lt"/>
              <a:buAutoNum type="arabicPeriod" startAt="5"/>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Slowing adaptation: How long does the joy of a new possession last? Initially we feel happy, but that happiness doesn't last long. By appreciating the meaning and value of things and experiences, we can slow this adaptation and extend the experience of joy.</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181225" y="0"/>
            <a:ext cx="7804785" cy="970915"/>
          </a:xfr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Why Cultivate Gratitude (The Benefit Mindset)</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grpSp>
        <p:nvGrpSpPr>
          <p:cNvPr id="5" name="组合 4"/>
          <p:cNvGrpSpPr/>
          <p:nvPr>
            <p:custDataLst>
              <p:tags r:id="rId3"/>
            </p:custDataLst>
          </p:nvPr>
        </p:nvGrpSpPr>
        <p:grpSpPr>
          <a:xfrm>
            <a:off x="319405" y="1383030"/>
            <a:ext cx="11049635" cy="4787900"/>
            <a:chOff x="503" y="2178"/>
            <a:chExt cx="18154" cy="7540"/>
          </a:xfrm>
        </p:grpSpPr>
        <p:sp>
          <p:nvSpPr>
            <p:cNvPr id="3" name="矩形 2"/>
            <p:cNvSpPr/>
            <p:nvPr>
              <p:custDataLst>
                <p:tags r:id="rId4"/>
              </p:custDataLst>
            </p:nvPr>
          </p:nvSpPr>
          <p:spPr>
            <a:xfrm>
              <a:off x="819" y="2178"/>
              <a:ext cx="17839" cy="7541"/>
            </a:xfrm>
            <a:prstGeom prst="rect">
              <a:avLst/>
            </a:prstGeom>
            <a:solidFill>
              <a:schemeClr val="bg1"/>
            </a:solidFill>
            <a:ln w="22225">
              <a:solidFill>
                <a:schemeClr val="tx1">
                  <a:lumMod val="75000"/>
                  <a:lumOff val="25000"/>
                </a:schemeClr>
              </a:solidFill>
            </a:ln>
            <a:effectLst>
              <a:outerShdw dist="38100" dir="2700000" algn="tl"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custDataLst>
                <p:tags r:id="rId5"/>
              </p:custDataLst>
            </p:nvPr>
          </p:nvGrpSpPr>
          <p:grpSpPr>
            <a:xfrm>
              <a:off x="503" y="2865"/>
              <a:ext cx="644" cy="745"/>
              <a:chOff x="2636582" y="2559050"/>
              <a:chExt cx="409098" cy="473075"/>
            </a:xfrm>
          </p:grpSpPr>
          <p:sp>
            <p:nvSpPr>
              <p:cNvPr id="12" name="矩形 11"/>
              <p:cNvSpPr/>
              <p:nvPr>
                <p:custDataLst>
                  <p:tags r:id="rId6"/>
                </p:custDataLst>
              </p:nvPr>
            </p:nvSpPr>
            <p:spPr>
              <a:xfrm>
                <a:off x="2826543" y="2559050"/>
                <a:ext cx="219137" cy="4730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PA_ImportSvg_636983900241446251"/>
              <p:cNvSpPr/>
              <p:nvPr>
                <p:custDataLst>
                  <p:tags r:id="rId7"/>
                </p:custDataLst>
              </p:nvPr>
            </p:nvSpPr>
            <p:spPr>
              <a:xfrm rot="10800000">
                <a:off x="2636582" y="2622187"/>
                <a:ext cx="401195" cy="346800"/>
              </a:xfrm>
              <a:custGeom>
                <a:avLst/>
                <a:gdLst/>
                <a:ahLst/>
                <a:cxnLst/>
                <a:rect l="l" t="t" r="r" b="b"/>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7" name="Title 6"/>
          <p:cNvSpPr txBox="1"/>
          <p:nvPr>
            <p:custDataLst>
              <p:tags r:id="rId8"/>
            </p:custDataLst>
          </p:nvPr>
        </p:nvSpPr>
        <p:spPr>
          <a:xfrm>
            <a:off x="999490" y="1771015"/>
            <a:ext cx="9883775" cy="378587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72000" tIns="36195" rIns="72000" bIns="36195"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auto">
              <a:lnSpc>
                <a:spcPct val="130000"/>
              </a:lnSpc>
              <a:spcBef>
                <a:spcPts val="800"/>
              </a:spcBef>
              <a:spcAft>
                <a:spcPts val="0"/>
              </a:spcAft>
              <a:buSzPct val="100000"/>
              <a:buFont typeface="+mj-lt"/>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Modern psychological research has found that sustained gratitude practice can:</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Significantly reduce anxiety and depression, and increase well-being</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Enhance physical health and immune function; reduce inflammation; improve heart health.</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Gratitude improves interpersonal relationships, increasing workplace collaboration efficiency by 55% and reducing household conflict by 37% through expressions of gratitude.</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Achieve goals faster and better: students with high gratitude levels see a 42% increase in academic goal attainment, and workplace innovation proposals increase by 55%.</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457200" lvl="0" indent="-457200" algn="l" fontAlgn="auto">
              <a:lnSpc>
                <a:spcPct val="130000"/>
              </a:lnSpc>
              <a:spcBef>
                <a:spcPts val="800"/>
              </a:spcBef>
              <a:spcAft>
                <a:spcPts val="0"/>
              </a:spcAft>
              <a:buClrTx/>
              <a:buSzTx/>
              <a:buFont typeface="+mj-lt"/>
              <a:buAutoNum type="arabicPeriod"/>
            </a:pPr>
            <a:r>
              <a:rPr lang="zh-CN" altLang="en-US" sz="16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Improve sleep quality, shortening time to fall asleep by 19 minutes and increasing deep sleep duration by 17%.</a:t>
            </a:r>
            <a:endParaRPr lang="zh-CN" altLang="en-US" sz="2000" spc="160" dirty="0">
              <a:ln w="3175">
                <a:noFill/>
                <a:prstDash val="dash"/>
              </a:ln>
              <a:solidFill>
                <a:schemeClr val="tx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Tree>
    <p:custDataLst>
      <p:tags r:id="rId9"/>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2181225" y="132080"/>
            <a:ext cx="7804785" cy="838835"/>
          </a:xfr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Why Cultivate Gratitude (The Benefit Mindset)</a:t>
            </a:r>
            <a:endPar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sp>
        <p:nvSpPr>
          <p:cNvPr id="8" name="内容占位符 7" descr="7b0a202020202262756c6c6574223a20227b5c2263617465676f727949645c223a5c225c222c5c2274656d706c61746549645c223a32303233313634317d220a7d0a"/>
          <p:cNvSpPr/>
          <p:nvPr>
            <p:ph sz="half" idx="1"/>
          </p:nvPr>
        </p:nvSpPr>
        <p:spPr>
          <a:xfrm>
            <a:off x="482600" y="1440815"/>
            <a:ext cx="6473190" cy="5112385"/>
          </a:xfrm>
        </p:spPr>
        <p:txBody>
          <a:bodyPr>
            <a:normAutofit/>
          </a:bodyPr>
          <a:p>
            <a:pPr marL="0" indent="0">
              <a:lnSpc>
                <a:spcPct val="150000"/>
              </a:lnSpc>
              <a:buFont typeface="+mj-lt"/>
              <a:buNone/>
            </a:pPr>
            <a:r>
              <a:rPr>
                <a:latin typeface="Arial" panose="020B0604020202090204" pitchFamily="34" charset="0"/>
                <a:ea typeface="微软雅黑" panose="020B0503020204020204" charset="-122"/>
                <a:cs typeface="微软雅黑" panose="020B0503020204020204" charset="-122"/>
              </a:rPr>
              <a:t>From the Buddhist perspective, a grateful heart brings us these benefits:</a:t>
            </a:r>
            <a:endParaRPr>
              <a:latin typeface="Arial" panose="020B0604020202090204" pitchFamily="34" charset="0"/>
              <a:ea typeface="微软雅黑" panose="020B0503020204020204" charset="-122"/>
              <a:cs typeface="微软雅黑" panose="020B0503020204020204" charset="-122"/>
            </a:endParaRPr>
          </a:p>
          <a:p>
            <a:pPr marL="457200" indent="-457200">
              <a:lnSpc>
                <a:spcPct val="150000"/>
              </a:lnSpc>
              <a:buFont typeface="+mj-lt"/>
              <a:buAutoNum type="arabicPeriod"/>
            </a:pPr>
            <a:r>
              <a:rPr lang="zh-CN">
                <a:latin typeface="Arial" panose="020B0604020202090204" pitchFamily="34" charset="0"/>
                <a:ea typeface="微软雅黑" panose="020B0503020204020204" charset="-122"/>
                <a:cs typeface="微软雅黑" panose="020B0503020204020204" charset="-122"/>
              </a:rPr>
              <a:t>Gratitude is the source of merit and blessings</a:t>
            </a:r>
            <a:endParaRPr lang="zh-CN">
              <a:latin typeface="Arial" panose="020B0604020202090204" pitchFamily="34" charset="0"/>
              <a:ea typeface="微软雅黑" panose="020B0503020204020204" charset="-122"/>
              <a:cs typeface="微软雅黑" panose="020B0503020204020204" charset="-122"/>
            </a:endParaRPr>
          </a:p>
          <a:p>
            <a:pPr marL="457200" indent="-457200">
              <a:lnSpc>
                <a:spcPct val="150000"/>
              </a:lnSpc>
              <a:buFont typeface="+mj-lt"/>
              <a:buAutoNum type="arabicPeriod"/>
            </a:pPr>
            <a:r>
              <a:rPr>
                <a:latin typeface="Arial" panose="020B0604020202090204" pitchFamily="34" charset="0"/>
                <a:ea typeface="微软雅黑" panose="020B0503020204020204" charset="-122"/>
                <a:cs typeface="微软雅黑" panose="020B0503020204020204" charset="-122"/>
                <a:sym typeface="+mn-ea"/>
              </a:rPr>
              <a:t>It makes the mind gentle, pliant, and joyful</a:t>
            </a:r>
            <a:r>
              <a:rPr lang="zh-CN">
                <a:latin typeface="Arial" panose="020B0604020202090204" pitchFamily="34" charset="0"/>
                <a:ea typeface="微软雅黑" panose="020B0503020204020204" charset="-122"/>
                <a:cs typeface="微软雅黑" panose="020B0503020204020204" charset="-122"/>
                <a:sym typeface="+mn-ea"/>
              </a:rPr>
              <a:t/>
            </a:r>
            <a:r>
              <a:rPr>
                <a:latin typeface="Arial" panose="020B0604020202090204" pitchFamily="34" charset="0"/>
                <a:ea typeface="微软雅黑" panose="020B0503020204020204" charset="-122"/>
                <a:cs typeface="微软雅黑" panose="020B0503020204020204" charset="-122"/>
                <a:sym typeface="+mn-ea"/>
              </a:rPr>
              <a:t/>
            </a:r>
            <a:r>
              <a:rPr lang="zh-CN">
                <a:latin typeface="Arial" panose="020B0604020202090204" pitchFamily="34" charset="0"/>
                <a:ea typeface="微软雅黑" panose="020B0503020204020204" charset="-122"/>
                <a:cs typeface="微软雅黑" panose="020B0503020204020204" charset="-122"/>
                <a:sym typeface="+mn-ea"/>
              </a:rPr>
              <a:t/>
            </a:r>
            <a:endParaRPr lang="zh-CN">
              <a:latin typeface="Arial" panose="020B0604020202090204" pitchFamily="34" charset="0"/>
              <a:ea typeface="微软雅黑" panose="020B0503020204020204" charset="-122"/>
              <a:cs typeface="微软雅黑" panose="020B0503020204020204" charset="-122"/>
              <a:sym typeface="+mn-ea"/>
            </a:endParaRPr>
          </a:p>
          <a:p>
            <a:pPr marL="457200" indent="-457200">
              <a:lnSpc>
                <a:spcPct val="150000"/>
              </a:lnSpc>
              <a:buFont typeface="+mj-lt"/>
              <a:buAutoNum type="arabicPeriod"/>
            </a:pPr>
            <a:r>
              <a:rPr lang="zh-CN" altLang="en-US">
                <a:latin typeface="Arial" panose="020B0604020202090204" pitchFamily="34" charset="0"/>
                <a:ea typeface="微软雅黑" panose="020B0503020204020204" charset="-122"/>
                <a:cs typeface="微软雅黑" panose="020B0503020204020204" charset="-122"/>
                <a:sym typeface="+mn-ea"/>
              </a:rPr>
              <a:t>It generates affinity, brings joy to sentient beings, earns their acceptance, and establishes wholesome connections with them</a:t>
            </a:r>
            <a:endParaRPr lang="zh-CN" altLang="en-US">
              <a:latin typeface="Arial" panose="020B0604020202090204" pitchFamily="34" charset="0"/>
              <a:ea typeface="微软雅黑" panose="020B0503020204020204" charset="-122"/>
              <a:cs typeface="微软雅黑" panose="020B0503020204020204" charset="-122"/>
              <a:sym typeface="+mn-ea"/>
            </a:endParaRPr>
          </a:p>
          <a:p>
            <a:pPr marL="457200" indent="-457200">
              <a:lnSpc>
                <a:spcPct val="150000"/>
              </a:lnSpc>
              <a:buFont typeface="+mj-lt"/>
              <a:buAutoNum type="arabicPeriod"/>
            </a:pPr>
            <a:r>
              <a:rPr>
                <a:latin typeface="Arial" panose="020B0604020202090204" pitchFamily="34" charset="0"/>
                <a:ea typeface="微软雅黑" panose="020B0503020204020204" charset="-122"/>
                <a:cs typeface="微软雅黑" panose="020B0503020204020204" charset="-122"/>
              </a:rPr>
              <a:t>It contributes to social harmony</a:t>
            </a:r>
            <a:endParaRPr>
              <a:latin typeface="Arial" panose="020B0604020202090204" pitchFamily="34" charset="0"/>
              <a:ea typeface="微软雅黑" panose="020B0503020204020204" charset="-122"/>
              <a:cs typeface="微软雅黑" panose="020B0503020204020204" charset="-122"/>
            </a:endParaRPr>
          </a:p>
          <a:p>
            <a:pPr marL="457200" indent="-457200">
              <a:lnSpc>
                <a:spcPct val="150000"/>
              </a:lnSpc>
              <a:buFont typeface="+mj-lt"/>
              <a:buAutoNum type="arabicPeriod"/>
            </a:pPr>
            <a:r>
              <a:rPr>
                <a:latin typeface="Arial" panose="020B0604020202090204" pitchFamily="34" charset="0"/>
                <a:ea typeface="微软雅黑" panose="020B0503020204020204" charset="-122"/>
                <a:cs typeface="微软雅黑" panose="020B0503020204020204" charset="-122"/>
                <a:sym typeface="+mn-ea"/>
              </a:rPr>
              <a:t>It is the foundation of loving-kindness and compassion</a:t>
            </a:r>
            <a:endParaRPr lang="zh-CN" altLang="en-US">
              <a:latin typeface="Arial" panose="020B0604020202090204" pitchFamily="34" charset="0"/>
              <a:ea typeface="微软雅黑" panose="020B0503020204020204" charset="-122"/>
              <a:cs typeface="微软雅黑" panose="020B0503020204020204" charset="-122"/>
              <a:sym typeface="+mn-ea"/>
            </a:endParaRPr>
          </a:p>
        </p:txBody>
      </p:sp>
      <p:sp>
        <p:nvSpPr>
          <p:cNvPr id="3" name="文本框 2"/>
          <p:cNvSpPr txBox="1"/>
          <p:nvPr/>
        </p:nvSpPr>
        <p:spPr>
          <a:xfrm>
            <a:off x="7408545" y="1929765"/>
            <a:ext cx="4233545" cy="4133850"/>
          </a:xfrm>
          <a:prstGeom prst="rect">
            <a:avLst/>
          </a:prstGeom>
          <a:solidFill>
            <a:schemeClr val="accent3">
              <a:lumMod val="20000"/>
              <a:lumOff val="80000"/>
            </a:schemeClr>
          </a:solidFill>
        </p:spPr>
        <p:txBody>
          <a:bodyPr wrap="square" rtlCol="0">
            <a:normAutofit/>
          </a:bodyPr>
          <a:p>
            <a:pPr indent="0" algn="ctr">
              <a:lnSpc>
                <a:spcPct val="150000"/>
              </a:lnSpc>
              <a:buFont typeface="+mj-lt"/>
              <a:buNone/>
            </a:pPr>
            <a:r>
              <a:rPr lang="zh-CN" sz="22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Discussion &amp; Sharing (15 min)</a:t>
            </a:r>
            <a:r>
              <a:rPr lang="en-US" altLang="zh-CN" sz="22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
            </a:r>
            <a:r>
              <a:rPr lang="en-US" altLang="zh-CN" sz="16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
            </a:r>
            <a:r>
              <a:rPr lang="zh-CN" altLang="en-US" sz="16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
            </a:r>
            <a:r>
              <a:rPr lang="en-US" altLang="zh-CN" sz="16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rPr>
              <a:t/>
            </a:r>
            <a:endParaRPr sz="2000" b="1">
              <a:solidFill>
                <a:schemeClr val="accent3">
                  <a:lumMod val="50000"/>
                </a:schemeClr>
              </a:solidFill>
              <a:latin typeface="Arial" panose="020B0604020202090204" pitchFamily="34" charset="0"/>
              <a:ea typeface="微软雅黑" panose="020B0503020204020204" charset="-122"/>
              <a:cs typeface="微软雅黑" panose="020B0503020204020204" charset="-122"/>
              <a:sym typeface="+mn-ea"/>
            </a:endParaRPr>
          </a:p>
          <a:p>
            <a:pPr marL="457200" indent="-457200">
              <a:lnSpc>
                <a:spcPct val="150000"/>
              </a:lnSpc>
              <a:buFont typeface="+mj-lt"/>
              <a:buAutoNum type="arabicPeriod"/>
            </a:pPr>
            <a:endParaRPr lang="zh-CN" sz="2200">
              <a:latin typeface="Arial" panose="020B0604020202090204" pitchFamily="34" charset="0"/>
              <a:ea typeface="微软雅黑" panose="020B0503020204020204" charset="-122"/>
              <a:cs typeface="SimSong" panose="02020300000000000000" charset="-122"/>
              <a:sym typeface="+mn-ea"/>
            </a:endParaRPr>
          </a:p>
          <a:p>
            <a:pPr marL="457200" indent="-457200">
              <a:lnSpc>
                <a:spcPct val="150000"/>
              </a:lnSpc>
              <a:buFont typeface="+mj-lt"/>
              <a:buAutoNum type="arabicPeriod"/>
            </a:pPr>
            <a:r>
              <a:rPr lang="zh-CN" sz="1800">
                <a:latin typeface="Arial" panose="020B0604020202090204" pitchFamily="34" charset="0"/>
                <a:ea typeface="微软雅黑" panose="020B0503020204020204" charset="-122"/>
                <a:cs typeface="SimSong" panose="02020300000000000000" charset="-122"/>
                <a:sym typeface="+mn-ea"/>
              </a:rPr>
              <a:t>In light of your own life, for each benefit of gratitude, share real examples you have observed.</a:t>
            </a:r>
            <a:endParaRPr lang="zh-CN" sz="2200">
              <a:latin typeface="Arial" panose="020B0604020202090204" pitchFamily="34" charset="0"/>
              <a:ea typeface="微软雅黑" panose="020B0503020204020204" charset="-122"/>
              <a:cs typeface="SimSong" panose="02020300000000000000" charset="-122"/>
              <a:sym typeface="+mn-ea"/>
            </a:endParaRPr>
          </a:p>
          <a:p>
            <a:pPr marL="457200" indent="-457200">
              <a:lnSpc>
                <a:spcPct val="150000"/>
              </a:lnSpc>
              <a:buFont typeface="+mj-lt"/>
              <a:buAutoNum type="arabicPeriod"/>
            </a:pPr>
            <a:r>
              <a:rPr lang="zh-CN" sz="1800">
                <a:latin typeface="Arial" panose="020B0604020202090204" pitchFamily="34" charset="0"/>
                <a:ea typeface="微软雅黑" panose="020B0503020204020204" charset="-122"/>
                <a:cs typeface="SimSong" panose="02020300000000000000" charset="-122"/>
                <a:sym typeface="+mn-ea"/>
              </a:rPr>
              <a:t>Do I need to cultivate gratitude? Why?</a:t>
            </a:r>
            <a:endParaRPr lang="zh-CN" sz="2200">
              <a:latin typeface="Arial" panose="020B0604020202090204" pitchFamily="34" charset="0"/>
              <a:ea typeface="微软雅黑" panose="020B0503020204020204" charset="-122"/>
              <a:cs typeface="SimSong" panose="02020300000000000000" charset="-122"/>
              <a:sym typeface="+mn-ea"/>
            </a:endParaRPr>
          </a:p>
          <a:p>
            <a:pPr marL="457200" indent="-457200">
              <a:lnSpc>
                <a:spcPct val="150000"/>
              </a:lnSpc>
              <a:buAutoNum type="arabicPeriod"/>
            </a:pPr>
            <a:endParaRPr lang="zh-CN" altLang="en-US" sz="2000">
              <a:latin typeface="Arial" panose="020B0604020202090204" pitchFamily="34" charset="0"/>
              <a:ea typeface="微软雅黑" panose="020B0503020204020204" charset="-122"/>
              <a:cs typeface="SimSong" panose="02020300000000000000" charset="-122"/>
            </a:endParaRPr>
          </a:p>
          <a:p>
            <a:pPr marL="342900" indent="-342900">
              <a:lnSpc>
                <a:spcPct val="150000"/>
              </a:lnSpc>
              <a:buAutoNum type="arabicPeriod"/>
            </a:pPr>
            <a:endParaRPr lang="zh-CN" altLang="en-US" sz="2000">
              <a:latin typeface="Arial" panose="020B0604020202090204" pitchFamily="34" charset="0"/>
              <a:ea typeface="微软雅黑" panose="020B0503020204020204" charset="-122"/>
              <a:cs typeface="SimSong" panose="02020300000000000000" charset="-122"/>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lang="zh-CN" altLang="en-US" sz="3200">
                <a:solidFill>
                  <a:schemeClr val="accent4">
                    <a:lumMod val="50000"/>
                  </a:schemeClr>
                </a:solidFill>
                <a:latin typeface="Arial" panose="020B0604020202090204" pitchFamily="34" charset="0"/>
                <a:ea typeface="微软雅黑" panose="020B0503020204020204" charset="-122"/>
                <a:cs typeface="微软雅黑" panose="020B0503020204020204" charset="-122"/>
              </a:rPr>
              <a:t>Seeing All Beings with Gratitude</a:t>
            </a:r>
            <a:r>
              <a:rPr lang="zh-CN" altLang="en-US" sz="3200">
                <a:solidFill>
                  <a:schemeClr val="accent4">
                    <a:lumMod val="50000"/>
                  </a:schemeClr>
                </a:solidFill>
                <a:latin typeface="Arial" panose="020B0604020202090204" pitchFamily="34" charset="0"/>
                <a:ea typeface="微软雅黑" panose="020B0503020204020204" charset="-122"/>
                <a:cs typeface="微软雅黑" panose="020B0503020204020204" charset="-122"/>
              </a:rPr>
              <a:t/>
            </a:r>
            <a:endParaRPr lang="zh-CN" altLang="en-US" sz="4000">
              <a:solidFill>
                <a:schemeClr val="accent4">
                  <a:lumMod val="50000"/>
                </a:schemeClr>
              </a:solidFill>
              <a:latin typeface="Arial" panose="020B0604020202090204" pitchFamily="34" charset="0"/>
              <a:ea typeface="微软雅黑" panose="020B0503020204020204" charset="-122"/>
              <a:cs typeface="微软雅黑" panose="020B0503020204020204" charset="-122"/>
            </a:endParaRPr>
          </a:p>
        </p:txBody>
      </p:sp>
      <p:sp useBgFill="1">
        <p:nvSpPr>
          <p:cNvPr id="5" name="矩形 4"/>
          <p:cNvSpPr/>
          <p:nvPr>
            <p:custDataLst>
              <p:tags r:id="rId2"/>
            </p:custDataLst>
          </p:nvPr>
        </p:nvSpPr>
        <p:spPr>
          <a:xfrm>
            <a:off x="701040" y="1575435"/>
            <a:ext cx="10800715" cy="4751705"/>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3"/>
            </p:custDataLst>
          </p:nvPr>
        </p:nvSpPr>
        <p:spPr>
          <a:xfrm>
            <a:off x="1137920" y="1828165"/>
            <a:ext cx="9916160" cy="4246880"/>
          </a:xfrm>
          <a:prstGeom prst="rect">
            <a:avLst/>
          </a:prstGeom>
          <a:noFill/>
        </p:spPr>
        <p:txBody>
          <a:bodyPr wrap="square" lIns="0" tIns="0" rIns="0" bIns="0" rtlCol="0" anchor="ctr" anchorCtr="0">
            <a:normAutofit/>
          </a:bodyPr>
          <a:lstStyle/>
          <a:p>
            <a:pPr marL="342900" lvl="0" indent="-342900" algn="l" fontAlgn="ctr">
              <a:lnSpc>
                <a:spcPct val="150000"/>
              </a:lnSpc>
              <a:spcBef>
                <a:spcPts val="1000"/>
              </a:spcBef>
              <a:spcAft>
                <a:spcPts val="0"/>
              </a:spcAft>
              <a:buSzPct val="100000"/>
              <a:buFont typeface="Arial" panose="020B0604020202090204" pitchFamily="34" charset="0"/>
              <a:buChar char="•"/>
            </a:pPr>
            <a:r>
              <a:rPr lang="zh-CN" altLang="en-US" sz="180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Without gratitude, we often feel indifferent toward others, or even perceive them with hostility, feeling that the world is full of enemies plotting against us. When we view people with this mindset, we find no one pleasing, and others find us displeasing in return.</a:t>
            </a:r>
            <a:endParaRPr lang="zh-CN" altLang="en-US" sz="220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a:p>
            <a:pPr marL="342900" lvl="0" indent="-342900" algn="l" fontAlgn="ctr">
              <a:lnSpc>
                <a:spcPct val="150000"/>
              </a:lnSpc>
              <a:spcBef>
                <a:spcPts val="1000"/>
              </a:spcBef>
              <a:spcAft>
                <a:spcPts val="0"/>
              </a:spcAft>
              <a:buSzPct val="100000"/>
              <a:buFont typeface="Arial" panose="020B0604020202090204" pitchFamily="34" charset="0"/>
              <a:buChar char="•"/>
            </a:pPr>
            <a:r>
              <a:rPr lang="zh-CN" altLang="en-US" sz="180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rPr>
              <a:t>If we recognize that every day we are sustained by the contributions of others — not only the help and care of parents, relatives, and friends, but also the services of people across all walks of society, and even the birds, fish, and insects that together sustain the Earth's ecosystem — then we can view all beings with gratitude and find joy in everything we see. When we regard all beings with such a heart, we naturally radiate affinity, bringing joy to others and earning their acceptance. This harmony and joy is a supporting condition for happiness.</a:t>
            </a:r>
            <a:endParaRPr lang="zh-CN" altLang="en-US" sz="2200" kern="0" spc="100" dirty="0">
              <a:ln w="3175">
                <a:noFill/>
                <a:prstDash val="dash"/>
              </a:ln>
              <a:solidFill>
                <a:schemeClr val="dk1">
                  <a:lumMod val="75000"/>
                  <a:lumOff val="2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
        <p:nvSpPr>
          <p:cNvPr id="19" name="椭圆 18"/>
          <p:cNvSpPr/>
          <p:nvPr>
            <p:custDataLst>
              <p:tags r:id="rId4"/>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5"/>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785995" cy="2220595"/>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sz="3200">
                <a:latin typeface="Arial" panose="020B0604020202090204" pitchFamily="34" charset="0"/>
                <a:ea typeface="微软雅黑" panose="020B0503020204020204" charset="-122"/>
              </a:rPr>
              <a:t>Cultivating Gratitude —</a:t>
            </a:r>
            <a:r>
              <a:rPr lang="en-US" altLang="zh-CN" sz="3200">
                <a:latin typeface="Arial" panose="020B0604020202090204" pitchFamily="34" charset="0"/>
                <a:ea typeface="微软雅黑" panose="020B0503020204020204" charset="-122"/>
              </a:rPr>
              <a:t/>
            </a:r>
            <a:endParaRPr lang="en-US" altLang="zh-CN" sz="4000">
              <a:latin typeface="Arial" panose="020B0604020202090204" pitchFamily="34" charset="0"/>
              <a:ea typeface="微软雅黑" panose="020B0503020204020204" charset="-122"/>
            </a:endParaRPr>
          </a:p>
          <a:p>
            <a:pPr>
              <a:lnSpc>
                <a:spcPct val="150000"/>
              </a:lnSpc>
            </a:pPr>
            <a:r>
              <a:rPr lang="zh-CN" altLang="en-US" sz="3200">
                <a:latin typeface="Arial" panose="020B0604020202090204" pitchFamily="34" charset="0"/>
                <a:ea typeface="微软雅黑" panose="020B0503020204020204" charset="-122"/>
              </a:rPr>
              <a:t>Gratitude Journal &amp; Web of Causality</a:t>
            </a:r>
            <a:endParaRPr lang="zh-CN" altLang="en-US" sz="4000">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03</a:t>
            </a:r>
            <a:r>
              <a:rPr lang="zh-CN" altLang="en-US">
                <a:latin typeface="Arial" panose="020B0604020202090204" pitchFamily="34" charset="0"/>
                <a:ea typeface="微软雅黑" panose="020B0503020204020204" charset="-122"/>
              </a:rPr>
              <a:t/>
            </a:r>
            <a:r>
              <a:rPr lang="en-US" altLang="zh-CN">
                <a:latin typeface="Arial" panose="020B0604020202090204" pitchFamily="34" charset="0"/>
                <a:ea typeface="微软雅黑" panose="020B0503020204020204" charset="-122"/>
              </a:rPr>
              <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193165" y="2571115"/>
            <a:ext cx="4293870" cy="2220595"/>
          </a:xfrm>
        </p:spPr>
        <p:txBody>
          <a:bodyPr vert="horz">
            <a:normAutofit/>
          </a:bodyPr>
          <a:lstStyle/>
          <a:p>
            <a:pPr>
              <a:lnSpc>
                <a:spcPct val="150000"/>
              </a:lnSpc>
            </a:pPr>
            <a:r>
              <a:rPr lang="en-US" altLang="zh-CN" sz="4400">
                <a:solidFill>
                  <a:schemeClr val="accent4">
                    <a:lumMod val="50000"/>
                  </a:schemeClr>
                </a:solidFill>
                <a:latin typeface="Arial" panose="020B0604020202090204" pitchFamily="34" charset="0"/>
                <a:ea typeface="微软雅黑" panose="020B0503020204020204" charset="-122"/>
              </a:rPr>
              <a:t>1. Gratitude Journal</a:t>
            </a:r>
            <a:r>
              <a:rPr lang="zh-CN" altLang="en-US" sz="4400">
                <a:solidFill>
                  <a:schemeClr val="accent4">
                    <a:lumMod val="50000"/>
                  </a:schemeClr>
                </a:solidFill>
                <a:latin typeface="Arial" panose="020B0604020202090204" pitchFamily="34" charset="0"/>
                <a:ea typeface="微软雅黑" panose="020B0503020204020204" charset="-122"/>
              </a:rPr>
              <a:t/>
            </a:r>
            <a:endParaRPr lang="zh-CN" altLang="en-US" sz="5400">
              <a:solidFill>
                <a:schemeClr val="accent4">
                  <a:lumMod val="50000"/>
                </a:schemeClr>
              </a:solidFill>
              <a:latin typeface="Arial" panose="020B0604020202090204" pitchFamily="34" charset="0"/>
              <a:ea typeface="微软雅黑" panose="020B0503020204020204" charset="-122"/>
            </a:endParaRPr>
          </a:p>
        </p:txBody>
      </p:sp>
      <p:sp>
        <p:nvSpPr>
          <p:cNvPr id="6" name="椭圆 5"/>
          <p:cNvSpPr/>
          <p:nvPr>
            <p:custDataLst>
              <p:tags r:id="rId2"/>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3"/>
            </p:custDataLst>
          </p:nvPr>
        </p:nvSpPr>
        <p:spPr>
          <a:xfrm>
            <a:off x="1191895" y="3764280"/>
            <a:ext cx="5975350" cy="1370330"/>
          </a:xfrm>
          <a:prstGeom prst="rect">
            <a:avLst/>
          </a:prstGeom>
          <a:noFill/>
        </p:spPr>
        <p:txBody>
          <a:bodyPr wrap="square" lIns="0" tIns="0" rIns="0" bIns="0" rtlCol="0" anchor="ctr">
            <a:normAutofit/>
          </a:bodyPr>
          <a:p>
            <a:pPr marL="342900" indent="-342900">
              <a:lnSpc>
                <a:spcPct val="150000"/>
              </a:lnSpc>
              <a:buFont typeface="Arial" panose="020B0604020202090204" pitchFamily="34" charset="0"/>
              <a:buBlip>
                <a:blip r:embed="rId4"/>
              </a:buBlip>
            </a:pP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Seeing and appreciating the small beauties in life</a:t>
            </a: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
            </a: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p:custDataLst>
              <p:tags r:id="rId2"/>
            </p:custDataLst>
          </p:nvPr>
        </p:nvSpPr>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In-Class Exercise: Gratitude Journal</a:t>
            </a:r>
            <a:endParaRPr lang="zh-CN" altLang="en-US"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sp>
        <p:nvSpPr>
          <p:cNvPr id="10" name="内容占位符 9"/>
          <p:cNvSpPr/>
          <p:nvPr>
            <p:ph idx="1"/>
            <p:custDataLst>
              <p:tags r:id="rId3"/>
            </p:custDataLst>
          </p:nvPr>
        </p:nvSpPr>
        <p:spPr/>
        <p:txBody>
          <a:bodyPr>
            <a:noAutofit/>
          </a:bodyPr>
          <a:p>
            <a:pPr marL="0" indent="0">
              <a:lnSpc>
                <a:spcPct val="150000"/>
              </a:lnSpc>
              <a:buNone/>
            </a:pPr>
            <a:endParaRPr sz="2400" b="1">
              <a:cs typeface="微软雅黑" panose="020B0503020204020204" charset="-122"/>
              <a:sym typeface="+mn-ea"/>
            </a:endParaRPr>
          </a:p>
          <a:p>
            <a:pPr>
              <a:lnSpc>
                <a:spcPct val="150000"/>
              </a:lnSpc>
            </a:pPr>
            <a:endParaRPr lang="zh-CN" altLang="en-US" sz="2400"/>
          </a:p>
        </p:txBody>
      </p:sp>
      <p:sp>
        <p:nvSpPr>
          <p:cNvPr id="6" name="文本框 5"/>
          <p:cNvSpPr txBox="1"/>
          <p:nvPr/>
        </p:nvSpPr>
        <p:spPr>
          <a:xfrm>
            <a:off x="900430" y="1423035"/>
            <a:ext cx="10159365" cy="4661535"/>
          </a:xfrm>
          <a:prstGeom prst="rect">
            <a:avLst/>
          </a:prstGeom>
          <a:noFill/>
        </p:spPr>
        <p:txBody>
          <a:bodyPr wrap="square" rtlCol="0">
            <a:normAutofit/>
          </a:bodyPr>
          <a:p>
            <a:pPr indent="0">
              <a:lnSpc>
                <a:spcPct val="150000"/>
              </a:lnSpc>
              <a:buNone/>
            </a:pPr>
            <a:r>
              <a:rPr lang="zh-CN" altLang="en-US" sz="1800">
                <a:latin typeface="Arial" panose="020B0604020202090204" pitchFamily="34" charset="0"/>
                <a:ea typeface="微软雅黑" panose="020B0503020204020204" charset="-122"/>
                <a:cs typeface="微软雅黑" panose="020B0503020204020204" charset="-122"/>
              </a:rPr>
              <a:t>Carefully observe the people, events, and things in your life worth feeling grateful for. Write them down on your phone or on paper — the more, the better. Then rate your "level of gratitude" for each item (1-5, with 5 meaning very grateful).</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lvl="1" indent="0">
              <a:lnSpc>
                <a:spcPct val="150000"/>
              </a:lnSpc>
              <a:buNone/>
            </a:pPr>
            <a:r>
              <a:rPr lang="en-US" altLang="zh-CN" sz="1800">
                <a:latin typeface="Arial" panose="020B0604020202090204" pitchFamily="34" charset="0"/>
                <a:ea typeface="微软雅黑" panose="020B0503020204020204" charset="-122"/>
                <a:cs typeface="微软雅黑" panose="020B0503020204020204" charset="-122"/>
                <a:sym typeface="+mn-ea"/>
              </a:rPr>
              <a:t>1. _____________________________</a:t>
            </a:r>
            <a:r>
              <a:rPr lang="zh-CN" altLang="en-US" sz="1800">
                <a:latin typeface="Arial" panose="020B0604020202090204" pitchFamily="34" charset="0"/>
                <a:ea typeface="微软雅黑" panose="020B0503020204020204" charset="-122"/>
                <a:cs typeface="微软雅黑" panose="020B0503020204020204" charset="-122"/>
                <a:sym typeface="+mn-ea"/>
              </a:rPr>
              <a:t/>
            </a:r>
            <a:r>
              <a:rPr lang="en-US" altLang="zh-CN" sz="1800">
                <a:latin typeface="Arial" panose="020B0604020202090204" pitchFamily="34" charset="0"/>
                <a:ea typeface="微软雅黑" panose="020B0503020204020204" charset="-122"/>
                <a:cs typeface="微软雅黑" panose="020B0503020204020204" charset="-122"/>
                <a:sym typeface="+mn-ea"/>
              </a:rPr>
              <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lvl="1" indent="0">
              <a:lnSpc>
                <a:spcPct val="150000"/>
              </a:lnSpc>
              <a:buNone/>
            </a:pPr>
            <a:r>
              <a:rPr lang="en-US" altLang="zh-CN" sz="1800">
                <a:latin typeface="Arial" panose="020B0604020202090204" pitchFamily="34" charset="0"/>
                <a:ea typeface="微软雅黑" panose="020B0503020204020204" charset="-122"/>
                <a:cs typeface="微软雅黑" panose="020B0503020204020204" charset="-122"/>
                <a:sym typeface="+mn-ea"/>
              </a:rPr>
              <a:t>2. _____________________________</a:t>
            </a:r>
            <a:r>
              <a:rPr lang="zh-CN" altLang="en-US" sz="1800">
                <a:latin typeface="Arial" panose="020B0604020202090204" pitchFamily="34" charset="0"/>
                <a:ea typeface="微软雅黑" panose="020B0503020204020204" charset="-122"/>
                <a:cs typeface="微软雅黑" panose="020B0503020204020204" charset="-122"/>
                <a:sym typeface="+mn-ea"/>
              </a:rPr>
              <a:t/>
            </a:r>
            <a:r>
              <a:rPr lang="en-US" altLang="zh-CN" sz="1800">
                <a:latin typeface="Arial" panose="020B0604020202090204" pitchFamily="34" charset="0"/>
                <a:ea typeface="微软雅黑" panose="020B0503020204020204" charset="-122"/>
                <a:cs typeface="微软雅黑" panose="020B0503020204020204" charset="-122"/>
                <a:sym typeface="+mn-ea"/>
              </a:rPr>
              <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lvl="1" indent="0">
              <a:lnSpc>
                <a:spcPct val="150000"/>
              </a:lnSpc>
              <a:buNone/>
            </a:pPr>
            <a:r>
              <a:rPr lang="en-US" altLang="zh-CN" sz="1800">
                <a:latin typeface="Arial" panose="020B0604020202090204" pitchFamily="34" charset="0"/>
                <a:ea typeface="微软雅黑" panose="020B0503020204020204" charset="-122"/>
                <a:cs typeface="微软雅黑" panose="020B0503020204020204" charset="-122"/>
                <a:sym typeface="+mn-ea"/>
              </a:rPr>
              <a:t>3. _____________________________</a:t>
            </a:r>
            <a:r>
              <a:rPr lang="zh-CN" altLang="en-US" sz="1800">
                <a:latin typeface="Arial" panose="020B0604020202090204" pitchFamily="34" charset="0"/>
                <a:ea typeface="微软雅黑" panose="020B0503020204020204" charset="-122"/>
                <a:cs typeface="微软雅黑" panose="020B0503020204020204" charset="-122"/>
                <a:sym typeface="+mn-ea"/>
              </a:rPr>
              <a:t/>
            </a:r>
            <a:r>
              <a:rPr lang="en-US" altLang="zh-CN" sz="1800">
                <a:latin typeface="Arial" panose="020B0604020202090204" pitchFamily="34" charset="0"/>
                <a:ea typeface="微软雅黑" panose="020B0503020204020204" charset="-122"/>
                <a:cs typeface="微软雅黑" panose="020B0503020204020204" charset="-122"/>
                <a:sym typeface="+mn-ea"/>
              </a:rPr>
              <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457200">
              <a:lnSpc>
                <a:spcPct val="150000"/>
              </a:lnSpc>
              <a:buNone/>
            </a:pPr>
            <a:r>
              <a:rPr lang="en-US" altLang="zh-CN" sz="1800">
                <a:latin typeface="Arial" panose="020B0604020202090204" pitchFamily="34" charset="0"/>
                <a:ea typeface="微软雅黑" panose="020B0503020204020204" charset="-122"/>
                <a:cs typeface="微软雅黑" panose="020B0503020204020204" charset="-122"/>
                <a:sym typeface="+mn-ea"/>
              </a:rPr>
              <a:t>······</a:t>
            </a: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0" algn="ctr">
              <a:lnSpc>
                <a:spcPct val="150000"/>
              </a:lnSpc>
              <a:buFont typeface="+mj-lt"/>
              <a:buNone/>
            </a:pP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0" algn="ctr">
              <a:lnSpc>
                <a:spcPct val="150000"/>
              </a:lnSpc>
              <a:buFont typeface="+mj-lt"/>
              <a:buNone/>
            </a:pPr>
            <a:endParaRPr lang="zh-CN" altLang="en-US" sz="2200">
              <a:latin typeface="Arial" panose="020B0604020202090204" pitchFamily="34" charset="0"/>
              <a:ea typeface="微软雅黑" panose="020B0503020204020204" charset="-122"/>
              <a:cs typeface="微软雅黑" panose="020B0503020204020204" charset="-122"/>
              <a:sym typeface="+mn-ea"/>
            </a:endParaRPr>
          </a:p>
          <a:p>
            <a:pPr indent="0" algn="ctr">
              <a:lnSpc>
                <a:spcPct val="150000"/>
              </a:lnSpc>
              <a:buFont typeface="+mj-lt"/>
              <a:buNone/>
            </a:pPr>
            <a:r>
              <a:rPr lang="zh-CN" altLang="en-US" sz="1800">
                <a:latin typeface="Arial" panose="020B0604020202090204" pitchFamily="34" charset="0"/>
                <a:ea typeface="微软雅黑" panose="020B0503020204020204" charset="-122"/>
                <a:cs typeface="微软雅黑" panose="020B0503020204020204" charset="-122"/>
                <a:sym typeface="+mn-ea"/>
              </a:rPr>
              <a:t>After writing, review your list, savor the gratitude arising in your heart, and rest in that feeling for 30 seconds.</a:t>
            </a:r>
            <a:endParaRPr sz="2200">
              <a:latin typeface="Arial" panose="020B0604020202090204" pitchFamily="34" charset="0"/>
              <a:ea typeface="微软雅黑" panose="020B0503020204020204" charset="-122"/>
              <a:cs typeface="微软雅黑" panose="020B0503020204020204" charset="-122"/>
            </a:endParaRPr>
          </a:p>
        </p:txBody>
      </p:sp>
      <p:sp>
        <p:nvSpPr>
          <p:cNvPr id="7" name="文本框 6"/>
          <p:cNvSpPr txBox="1"/>
          <p:nvPr/>
        </p:nvSpPr>
        <p:spPr>
          <a:xfrm>
            <a:off x="2456180" y="4711065"/>
            <a:ext cx="7047230" cy="451485"/>
          </a:xfrm>
          <a:prstGeom prst="rect">
            <a:avLst/>
          </a:prstGeom>
          <a:solidFill>
            <a:schemeClr val="accent3">
              <a:lumMod val="20000"/>
              <a:lumOff val="80000"/>
            </a:schemeClr>
          </a:solidFill>
        </p:spPr>
        <p:txBody>
          <a:bodyPr wrap="square" rtlCol="0">
            <a:normAutofit/>
          </a:bodyPr>
          <a:p>
            <a:pPr algn="ctr"/>
            <a:r>
              <a:rPr lang="zh-CN" altLang="en-US" sz="1800">
                <a:latin typeface="Arial" panose="020B0604020202090204" pitchFamily="34" charset="0"/>
                <a:ea typeface="微软雅黑" panose="020B0503020204020204" charset="-122"/>
                <a:cs typeface="SimSong" panose="02020300000000000000" charset="-122"/>
              </a:rPr>
              <a:t>In-Class Exercise: Set a timer for 3 minutes — see how many you can write!</a:t>
            </a:r>
            <a:r>
              <a:rPr lang="zh-CN" sz="1800">
                <a:latin typeface="Arial" panose="020B0604020202090204" pitchFamily="34" charset="0"/>
                <a:ea typeface="微软雅黑" panose="020B0503020204020204" charset="-122"/>
                <a:cs typeface="SimSong" panose="02020300000000000000" charset="-122"/>
              </a:rPr>
              <a:t/>
            </a:r>
            <a:r>
              <a:rPr lang="zh-CN" sz="1800">
                <a:latin typeface="Arial" panose="020B0604020202090204" pitchFamily="34" charset="0"/>
                <a:ea typeface="微软雅黑" panose="020B0503020204020204" charset="-122"/>
                <a:cs typeface="微软雅黑" panose="020B0503020204020204" charset="-122"/>
                <a:sym typeface="+mn-ea"/>
              </a:rPr>
              <a:t/>
            </a:r>
            <a:r>
              <a:rPr lang="en-US" altLang="zh-CN" sz="1800">
                <a:latin typeface="Arial" panose="020B0604020202090204" pitchFamily="34" charset="0"/>
                <a:ea typeface="微软雅黑" panose="020B0503020204020204" charset="-122"/>
                <a:cs typeface="微软雅黑" panose="020B0503020204020204" charset="-122"/>
                <a:sym typeface="+mn-ea"/>
              </a:rPr>
              <a:t/>
            </a:r>
            <a:r>
              <a:rPr lang="zh-CN" altLang="en-US" sz="1800">
                <a:latin typeface="Arial" panose="020B0604020202090204" pitchFamily="34" charset="0"/>
                <a:ea typeface="微软雅黑" panose="020B0503020204020204" charset="-122"/>
                <a:cs typeface="微软雅黑" panose="020B0503020204020204" charset="-122"/>
                <a:sym typeface="+mn-ea"/>
              </a:rPr>
              <a:t/>
            </a:r>
            <a:endParaRPr lang="zh-CN" sz="2200">
              <a:latin typeface="Arial" panose="020B0604020202090204" pitchFamily="34" charset="0"/>
              <a:ea typeface="微软雅黑" panose="020B0503020204020204" charset="-122"/>
              <a:cs typeface="SimSong" panose="02020300000000000000" charset="-122"/>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custDataLst>
              <p:tags r:id="rId1"/>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033010" y="3083560"/>
            <a:ext cx="6677025" cy="2367280"/>
          </a:xfrm>
          <a:prstGeom prst="rect">
            <a:avLst/>
          </a:prstGeom>
          <a:noFill/>
        </p:spPr>
        <p:txBody>
          <a:bodyPr wrap="square" lIns="0" tIns="0" rIns="0" bIns="0" rtlCol="0" anchor="ctr">
            <a:normAutofit/>
          </a:bodyPr>
          <a:p>
            <a:pPr marL="342900" indent="-342900">
              <a:lnSpc>
                <a:spcPct val="150000"/>
              </a:lnSpc>
              <a:buFont typeface="Arial" panose="020B0604020202090204" pitchFamily="34" charset="0"/>
              <a:buBlip>
                <a:blip r:embed="rId3"/>
              </a:buBlip>
            </a:pPr>
            <a:r>
              <a:rPr lang="zh-CN" altLang="en-US" sz="1900" spc="300" dirty="0">
                <a:solidFill>
                  <a:schemeClr val="tx1">
                    <a:lumMod val="85000"/>
                    <a:lumOff val="15000"/>
                  </a:schemeClr>
                </a:solidFill>
                <a:latin typeface="Arial" panose="020B0604020202090204" pitchFamily="34" charset="0"/>
                <a:ea typeface="微软雅黑" panose="020B0503020204020204" charset="-122"/>
                <a:cs typeface="+mj-lt"/>
              </a:rPr>
              <a:t>Share your gratitude journal</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a:p>
            <a:pPr marL="342900" indent="-342900">
              <a:lnSpc>
                <a:spcPct val="150000"/>
              </a:lnSpc>
              <a:buFont typeface="Arial" panose="020B0604020202090204" pitchFamily="34" charset="0"/>
              <a:buBlip>
                <a:blip r:embed="rId3"/>
              </a:buBlip>
            </a:pPr>
            <a:r>
              <a:rPr lang="zh-CN" altLang="en-US" sz="1900" spc="300" dirty="0">
                <a:solidFill>
                  <a:schemeClr val="tx1">
                    <a:lumMod val="85000"/>
                    <a:lumOff val="15000"/>
                  </a:schemeClr>
                </a:solidFill>
                <a:latin typeface="Arial" panose="020B0604020202090204" pitchFamily="34" charset="0"/>
                <a:ea typeface="微软雅黑" panose="020B0503020204020204" charset="-122"/>
                <a:cs typeface="+mj-lt"/>
              </a:rPr>
              <a:t>What insights arose during the exercise?</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a:p>
            <a:pPr marL="342900" indent="-342900">
              <a:lnSpc>
                <a:spcPct val="150000"/>
              </a:lnSpc>
              <a:buFont typeface="Arial" panose="020B0604020202090204" pitchFamily="34" charset="0"/>
              <a:buBlip>
                <a:blip r:embed="rId3"/>
              </a:buBlip>
            </a:pPr>
            <a:r>
              <a:rPr lang="zh-CN" altLang="en-US" sz="1900" spc="300" dirty="0">
                <a:solidFill>
                  <a:schemeClr val="tx1">
                    <a:lumMod val="85000"/>
                    <a:lumOff val="15000"/>
                  </a:schemeClr>
                </a:solidFill>
                <a:latin typeface="Arial" panose="020B0604020202090204" pitchFamily="34" charset="0"/>
                <a:ea typeface="微软雅黑" panose="020B0503020204020204" charset="-122"/>
                <a:cs typeface="+mj-lt"/>
              </a:rPr>
              <a:t>What effect does this simple exercise have? Do I need to keep doing it? Why?</a:t>
            </a:r>
            <a:endParaRPr lang="zh-CN" altLang="en-US" sz="2400" spc="300" dirty="0">
              <a:solidFill>
                <a:schemeClr val="tx1">
                  <a:lumMod val="85000"/>
                  <a:lumOff val="15000"/>
                </a:schemeClr>
              </a:solidFill>
              <a:latin typeface="Arial" panose="020B0604020202090204" pitchFamily="34" charset="0"/>
              <a:ea typeface="微软雅黑" panose="020B0503020204020204" charset="-122"/>
              <a:cs typeface="+mj-lt"/>
            </a:endParaRPr>
          </a:p>
        </p:txBody>
      </p:sp>
      <p:sp>
        <p:nvSpPr>
          <p:cNvPr id="3" name="标题 3"/>
          <p:cNvSpPr>
            <a:spLocks noGrp="1"/>
          </p:cNvSpPr>
          <p:nvPr/>
        </p:nvSpPr>
        <p:spPr>
          <a:xfrm>
            <a:off x="5244465" y="1949450"/>
            <a:ext cx="5438775" cy="92583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6600" b="1" kern="1200">
                <a:solidFill>
                  <a:schemeClr val="tx1"/>
                </a:solidFill>
                <a:latin typeface="+mj-lt"/>
                <a:ea typeface="+mj-ea"/>
                <a:cs typeface="+mj-cs"/>
              </a:defRPr>
            </a:lvl1pPr>
          </a:lstStyle>
          <a:p>
            <a:r>
              <a:rPr lang="zh-CN" altLang="en-US" sz="4000">
                <a:solidFill>
                  <a:schemeClr val="bg2">
                    <a:lumMod val="25000"/>
                  </a:schemeClr>
                </a:solidFill>
                <a:latin typeface="Arial" panose="020B0604020202090204" pitchFamily="34" charset="0"/>
                <a:ea typeface="微软雅黑" panose="020B0503020204020204" charset="-122"/>
                <a:sym typeface="+mn-ea"/>
              </a:rPr>
              <a:t>Discussion &amp; Sharing (10 min)</a:t>
            </a:r>
            <a:r>
              <a:rPr lang="en-US" altLang="zh-CN" sz="40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r>
              <a:rPr lang="zh-CN" altLang="en-US" sz="19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endParaRPr lang="en-US" altLang="zh-CN" sz="2400">
              <a:solidFill>
                <a:schemeClr val="bg2">
                  <a:lumMod val="25000"/>
                </a:schemeClr>
              </a:solidFill>
              <a:latin typeface="Arial" panose="020B0604020202090204" pitchFamily="34" charset="0"/>
              <a:ea typeface="微软雅黑" panose="020B0503020204020204" charset="-122"/>
              <a:sym typeface="+mn-ea"/>
            </a:endParaRPr>
          </a:p>
        </p:txBody>
      </p:sp>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5551805" y="1039495"/>
            <a:ext cx="5575935" cy="787400"/>
          </a:xfrm>
        </p:spPr>
        <p:txBody>
          <a:bodyPr vert="horz">
            <a:normAutofit/>
          </a:bodyPr>
          <a:lstStyle/>
          <a:p>
            <a:pPr>
              <a:lnSpc>
                <a:spcPct val="150000"/>
              </a:lnSpc>
            </a:pPr>
            <a:r>
              <a:rPr lang="zh-CN" altLang="en-US" sz="3200">
                <a:solidFill>
                  <a:schemeClr val="accent4">
                    <a:lumMod val="50000"/>
                  </a:schemeClr>
                </a:solidFill>
                <a:latin typeface="Arial" panose="020B0604020202090204" pitchFamily="34" charset="0"/>
                <a:ea typeface="微软雅黑" panose="020B0503020204020204" charset="-122"/>
              </a:rPr>
              <a:t>Gratitude Requires Deliberate Practice</a:t>
            </a:r>
            <a:endParaRPr lang="zh-CN" altLang="en-US" sz="4000">
              <a:solidFill>
                <a:schemeClr val="accent4">
                  <a:lumMod val="50000"/>
                </a:schemeClr>
              </a:solidFill>
              <a:latin typeface="Arial" panose="020B0604020202090204" pitchFamily="34" charset="0"/>
              <a:ea typeface="微软雅黑" panose="020B0503020204020204" charset="-122"/>
            </a:endParaRPr>
          </a:p>
        </p:txBody>
      </p:sp>
      <p:sp>
        <p:nvSpPr>
          <p:cNvPr id="6" name="椭圆 5"/>
          <p:cNvSpPr/>
          <p:nvPr>
            <p:custDataLst>
              <p:tags r:id="rId2"/>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3"/>
            </p:custDataLst>
          </p:nvPr>
        </p:nvSpPr>
        <p:spPr>
          <a:xfrm>
            <a:off x="5320030" y="2187575"/>
            <a:ext cx="6426835" cy="3971925"/>
          </a:xfrm>
          <a:prstGeom prst="rect">
            <a:avLst/>
          </a:prstGeom>
          <a:noFill/>
        </p:spPr>
        <p:txBody>
          <a:bodyPr wrap="square" lIns="0" tIns="0" rIns="0" bIns="0" rtlCol="0" anchor="ctr">
            <a:normAutofit/>
          </a:bodyPr>
          <a:p>
            <a:pPr marL="342900" indent="-342900">
              <a:lnSpc>
                <a:spcPct val="150000"/>
              </a:lnSpc>
              <a:buFont typeface="Arial" panose="020B0604020202090204" pitchFamily="34" charset="0"/>
              <a:buBlip>
                <a:blip r:embed="rId4"/>
              </a:buBlip>
            </a:pP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rPr>
              <a:t>If we don't consciously attend to everything we have, we will unconsciously be drawn to negative things.</a:t>
            </a:r>
            <a:r>
              <a:rPr lang="en-US" altLang="zh-CN"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rPr>
              <a:t/>
            </a: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rPr>
              <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endParaRPr>
          </a:p>
          <a:p>
            <a:pPr marL="342900" indent="-342900">
              <a:lnSpc>
                <a:spcPct val="150000"/>
              </a:lnSpc>
              <a:buFont typeface="Arial" panose="020B0604020202090204" pitchFamily="34" charset="0"/>
              <a:buBlip>
                <a:blip r:embed="rId4"/>
              </a:buBlip>
            </a:pP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When we fixate on the negative, negative things keep surfacing; more importantly, excessive focus on negativity blocks out happiness.</a:t>
            </a:r>
            <a:r>
              <a:rPr lang="en-US" altLang="zh-CN"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en-US" altLang="zh-CN"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en-US" altLang="zh-CN"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endParaRPr>
          </a:p>
          <a:p>
            <a:pPr marL="342900" indent="-342900">
              <a:lnSpc>
                <a:spcPct val="150000"/>
              </a:lnSpc>
              <a:buFont typeface="Arial" panose="020B0604020202090204" pitchFamily="34" charset="0"/>
              <a:buBlip>
                <a:blip r:embed="rId4"/>
              </a:buBlip>
            </a:pP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Fill your heart with as much gratitude as possible — it will bring you the most beautiful "life experience" and the most "abundant" life.</a:t>
            </a:r>
            <a:r>
              <a:rPr lang="en-US" altLang="zh-CN"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endParaRPr>
          </a:p>
        </p:txBody>
      </p:sp>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a:xfrm>
            <a:off x="1193165" y="2498725"/>
            <a:ext cx="4293870" cy="2220595"/>
          </a:xfrm>
        </p:spPr>
        <p:txBody>
          <a:bodyPr vert="horz">
            <a:normAutofit/>
          </a:bodyPr>
          <a:lstStyle/>
          <a:p>
            <a:pPr>
              <a:lnSpc>
                <a:spcPct val="150000"/>
              </a:lnSpc>
            </a:pPr>
            <a:r>
              <a:rPr lang="en-US" altLang="zh-CN" sz="4400">
                <a:solidFill>
                  <a:schemeClr val="accent4">
                    <a:lumMod val="50000"/>
                  </a:schemeClr>
                </a:solidFill>
                <a:latin typeface="Arial" panose="020B0604020202090204" pitchFamily="34" charset="0"/>
                <a:ea typeface="微软雅黑" panose="020B0503020204020204" charset="-122"/>
              </a:rPr>
              <a:t>2. Web of Causality</a:t>
            </a:r>
            <a:r>
              <a:rPr lang="zh-CN" altLang="en-US" sz="4400">
                <a:solidFill>
                  <a:schemeClr val="accent4">
                    <a:lumMod val="50000"/>
                  </a:schemeClr>
                </a:solidFill>
                <a:latin typeface="Arial" panose="020B0604020202090204" pitchFamily="34" charset="0"/>
                <a:ea typeface="微软雅黑" panose="020B0503020204020204" charset="-122"/>
              </a:rPr>
              <a:t/>
            </a:r>
            <a:endParaRPr lang="zh-CN" altLang="en-US" sz="5400">
              <a:solidFill>
                <a:schemeClr val="accent4">
                  <a:lumMod val="50000"/>
                </a:schemeClr>
              </a:solidFill>
              <a:latin typeface="Arial" panose="020B0604020202090204" pitchFamily="34" charset="0"/>
              <a:ea typeface="微软雅黑" panose="020B0503020204020204" charset="-122"/>
            </a:endParaRPr>
          </a:p>
        </p:txBody>
      </p:sp>
      <p:sp>
        <p:nvSpPr>
          <p:cNvPr id="6" name="椭圆 5"/>
          <p:cNvSpPr/>
          <p:nvPr>
            <p:custDataLst>
              <p:tags r:id="rId2"/>
            </p:custDataLst>
          </p:nvPr>
        </p:nvSpPr>
        <p:spPr>
          <a:xfrm>
            <a:off x="-1349375" y="-859790"/>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0" name="项标题" descr="7b0a202020202262756c6c6574223a20227b5c2263617465676f727949645c223a5c225c222c5c2274656d706c61746549645c223a32303233313638347d220a7d0a"/>
          <p:cNvSpPr txBox="1"/>
          <p:nvPr>
            <p:custDataLst>
              <p:tags r:id="rId3"/>
            </p:custDataLst>
          </p:nvPr>
        </p:nvSpPr>
        <p:spPr>
          <a:xfrm>
            <a:off x="1191895" y="3764280"/>
            <a:ext cx="5975350" cy="1370330"/>
          </a:xfrm>
          <a:prstGeom prst="rect">
            <a:avLst/>
          </a:prstGeom>
          <a:noFill/>
        </p:spPr>
        <p:txBody>
          <a:bodyPr wrap="square" lIns="0" tIns="0" rIns="0" bIns="0" rtlCol="0" anchor="ctr">
            <a:normAutofit/>
          </a:bodyPr>
          <a:p>
            <a:pPr marL="342900" indent="-342900">
              <a:lnSpc>
                <a:spcPct val="150000"/>
              </a:lnSpc>
              <a:buFont typeface="Arial" panose="020B0604020202090204" pitchFamily="34" charset="0"/>
              <a:buBlip>
                <a:blip r:embed="rId4"/>
              </a:buBlip>
            </a:pPr>
            <a:r>
              <a:rPr lang="zh-CN" altLang="en-US" sz="18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rPr>
              <a:t>Every beautiful thing arises dependently, not independently — it is made possible by countless sentient beings and conditions working together.</a:t>
            </a:r>
            <a:endParaRPr lang="zh-CN" altLang="en-US" sz="2200" spc="300" dirty="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p:nvPr>
            <p:custDataLst>
              <p:tags r:id="rId1"/>
            </p:custDataLst>
          </p:nvPr>
        </p:nvSpPr>
        <p:spPr>
          <a:xfrm>
            <a:off x="8235315" y="0"/>
            <a:ext cx="3947160" cy="685800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dirty="0">
              <a:solidFill>
                <a:schemeClr val="lt1"/>
              </a:solidFill>
              <a:latin typeface="微软雅黑" panose="020B0503020204020204" charset="-122"/>
              <a:ea typeface="微软雅黑" panose="020B0503020204020204" charset="-122"/>
              <a:sym typeface="+mn-ea"/>
            </a:endParaRPr>
          </a:p>
        </p:txBody>
      </p:sp>
      <p:sp>
        <p:nvSpPr>
          <p:cNvPr id="3" name="内容占位符 2"/>
          <p:cNvSpPr>
            <a:spLocks noGrp="1"/>
          </p:cNvSpPr>
          <p:nvPr>
            <p:custDataLst>
              <p:tags r:id="rId2"/>
            </p:custDataLst>
          </p:nvPr>
        </p:nvSpPr>
        <p:spPr>
          <a:xfrm>
            <a:off x="371475" y="1283335"/>
            <a:ext cx="7863840" cy="461708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We do not live in isolation in this world. We need our parents to raise us, teachers to instruct us, and even as adults, we still depend on the contributions of society at large. Otherwise, we would have to grow our own food, weave our own cloth, and make everything we need ourselves. Just considering our daily necessities — food, clothing, shelter, and transportation — how much help and effort from countless beings have we received! Therefore, every sentient being is someone to whom we owe gratitude, someone we should repay with a grateful heart.</a:t>
            </a:r>
            <a:r>
              <a:rPr lang="zh-CN" altLang="en-US" sz="1600">
                <a:solidFill>
                  <a:schemeClr val="accent2">
                    <a:lumMod val="75000"/>
                  </a:schemeClr>
                </a:solidFill>
                <a:latin typeface="Arial" panose="020B0604020202090204" pitchFamily="34" charset="0"/>
                <a:ea typeface="微软雅黑" panose="020B0503020204020204" charset="-122"/>
                <a:cs typeface="微软雅黑" panose="020B0503020204020204" charset="-122"/>
              </a:rPr>
              <a:t/>
            </a: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endPar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endParaRPr>
          </a:p>
          <a:p>
            <a:pPr>
              <a:lnSpc>
                <a:spcPct val="150000"/>
              </a:lnSpc>
            </a:pP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Modern people tend to focus heavily on the sense of "self," but from a Buddhist perspective, this "self" is nothing more than an elaborate and complete illusion. Misled by this sense of self, people easily set themselves against the world, even viewing everyone as a potential enemy, leading to loneliness, withdrawal, and even depression. If we shift perspective and consider that everyone has been kind to us, that the entire world is serving us, then we will never feel estranged from anyone we meet.</a:t>
            </a:r>
            <a:r>
              <a:rPr lang="en-US" altLang="zh-CN"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en-US" altLang="zh-CN"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en-US" altLang="zh-CN"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en-US" altLang="zh-CN"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r>
              <a:rPr lang="zh-CN" altLang="en-US" sz="1600">
                <a:solidFill>
                  <a:schemeClr val="accent2">
                    <a:lumMod val="75000"/>
                  </a:schemeClr>
                </a:solidFill>
                <a:latin typeface="Arial" panose="020B0604020202090204" pitchFamily="34" charset="0"/>
                <a:ea typeface="微软雅黑" panose="020B0503020204020204" charset="-122"/>
                <a:cs typeface="微软雅黑" panose="020B0503020204020204" charset="-122"/>
              </a:rPr>
              <a:t/>
            </a:r>
            <a:r>
              <a:rPr lang="zh-CN" altLang="en-US" sz="16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rPr>
              <a:t/>
            </a:r>
            <a:endParaRPr lang="zh-CN" altLang="en-US" sz="2000">
              <a:solidFill>
                <a:schemeClr val="tx1">
                  <a:lumMod val="85000"/>
                  <a:lumOff val="15000"/>
                </a:schemeClr>
              </a:solidFill>
              <a:latin typeface="Arial" panose="020B0604020202090204" pitchFamily="34" charset="0"/>
              <a:ea typeface="微软雅黑" panose="020B0503020204020204" charset="-122"/>
              <a:cs typeface="微软雅黑" panose="020B0503020204020204" charset="-122"/>
            </a:endParaRPr>
          </a:p>
        </p:txBody>
      </p:sp>
      <p:grpSp>
        <p:nvGrpSpPr>
          <p:cNvPr id="296" name="组合 295"/>
          <p:cNvGrpSpPr>
            <a:grpSpLocks noChangeAspect="1"/>
          </p:cNvGrpSpPr>
          <p:nvPr>
            <p:custDataLst>
              <p:tags r:id="rId3"/>
            </p:custDataLst>
          </p:nvPr>
        </p:nvGrpSpPr>
        <p:grpSpPr>
          <a:xfrm>
            <a:off x="8426450" y="2294255"/>
            <a:ext cx="457200" cy="456523"/>
            <a:chOff x="836313" y="1281817"/>
            <a:chExt cx="1905000" cy="1902179"/>
          </a:xfrm>
        </p:grpSpPr>
        <p:sp>
          <p:nvSpPr>
            <p:cNvPr id="13" name="任意多边形: 形状 1"/>
            <p:cNvSpPr/>
            <p:nvPr>
              <p:custDataLst>
                <p:tags r:id="rId4"/>
              </p:custDataLst>
            </p:nvPr>
          </p:nvSpPr>
          <p:spPr>
            <a:xfrm>
              <a:off x="1612041" y="1484447"/>
              <a:ext cx="0" cy="0"/>
            </a:xfrm>
            <a:custGeom>
              <a:avLst/>
              <a:gdLst/>
              <a:ahLst/>
              <a:cxnLst/>
              <a:rect l="0" t="0" r="0" b="0"/>
              <a:pathLst>
                <a:path w="1" h="1">
                  <a:moveTo>
                    <a:pt x="0" y="0"/>
                  </a:moveTo>
                  <a:close/>
                </a:path>
              </a:pathLst>
            </a:custGeom>
            <a:solidFill>
              <a:srgbClr val="F13C73"/>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FF0000"/>
                </a:solidFill>
              </a:endParaRPr>
            </a:p>
          </p:txBody>
        </p:sp>
        <p:grpSp>
          <p:nvGrpSpPr>
            <p:cNvPr id="14" name="组合 13"/>
            <p:cNvGrpSpPr/>
            <p:nvPr/>
          </p:nvGrpSpPr>
          <p:grpSpPr>
            <a:xfrm>
              <a:off x="836313" y="1281817"/>
              <a:ext cx="1905000" cy="1902179"/>
              <a:chOff x="659130" y="612140"/>
              <a:chExt cx="5146039" cy="5138420"/>
            </a:xfrm>
          </p:grpSpPr>
          <p:sp>
            <p:nvSpPr>
              <p:cNvPr id="15" name="任意多边形: 形状 2"/>
              <p:cNvSpPr/>
              <p:nvPr>
                <p:custDataLst>
                  <p:tags r:id="rId5"/>
                </p:custDataLst>
              </p:nvPr>
            </p:nvSpPr>
            <p:spPr>
              <a:xfrm>
                <a:off x="659130" y="927100"/>
                <a:ext cx="5146039" cy="4457700"/>
              </a:xfrm>
              <a:custGeom>
                <a:avLst/>
                <a:gdLst>
                  <a:gd name="connsiteX0" fmla="*/ 3859530 w 5146040"/>
                  <a:gd name="connsiteY0" fmla="*/ 0 h 4457700"/>
                  <a:gd name="connsiteX1" fmla="*/ 1286510 w 5146040"/>
                  <a:gd name="connsiteY1" fmla="*/ 0 h 4457700"/>
                  <a:gd name="connsiteX2" fmla="*/ 0 w 5146040"/>
                  <a:gd name="connsiteY2" fmla="*/ 2228850 h 4457700"/>
                  <a:gd name="connsiteX3" fmla="*/ 1286510 w 5146040"/>
                  <a:gd name="connsiteY3" fmla="*/ 4457700 h 4457700"/>
                  <a:gd name="connsiteX4" fmla="*/ 3859530 w 5146040"/>
                  <a:gd name="connsiteY4" fmla="*/ 4457700 h 4457700"/>
                  <a:gd name="connsiteX5" fmla="*/ 5146040 w 5146040"/>
                  <a:gd name="connsiteY5" fmla="*/ 2228850 h 4457700"/>
                  <a:gd name="connsiteX6" fmla="*/ 3859530 w 5146040"/>
                  <a:gd name="connsiteY6"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40000"/>
                      <a:lumOff val="60000"/>
                    </a:schemeClr>
                  </a:solidFill>
                </a:endParaRPr>
              </a:p>
            </p:txBody>
          </p:sp>
          <p:sp>
            <p:nvSpPr>
              <p:cNvPr id="17" name="任意多边形: 形状 3"/>
              <p:cNvSpPr/>
              <p:nvPr>
                <p:custDataLst>
                  <p:tags r:id="rId6"/>
                </p:custDataLst>
              </p:nvPr>
            </p:nvSpPr>
            <p:spPr>
              <a:xfrm>
                <a:off x="688340" y="709930"/>
                <a:ext cx="5036820" cy="4892040"/>
              </a:xfrm>
              <a:custGeom>
                <a:avLst/>
                <a:gdLst>
                  <a:gd name="connsiteX0" fmla="*/ 5036820 w 5036820"/>
                  <a:gd name="connsiteY0" fmla="*/ 1916430 h 4892040"/>
                  <a:gd name="connsiteX1" fmla="*/ 3319780 w 5036820"/>
                  <a:gd name="connsiteY1" fmla="*/ 0 h 4892040"/>
                  <a:gd name="connsiteX2" fmla="*/ 800100 w 5036820"/>
                  <a:gd name="connsiteY2" fmla="*/ 529590 h 4892040"/>
                  <a:gd name="connsiteX3" fmla="*/ 0 w 5036820"/>
                  <a:gd name="connsiteY3" fmla="*/ 2975610 h 4892040"/>
                  <a:gd name="connsiteX4" fmla="*/ 1717040 w 5036820"/>
                  <a:gd name="connsiteY4" fmla="*/ 4892040 h 4892040"/>
                  <a:gd name="connsiteX5" fmla="*/ 4236720 w 5036820"/>
                  <a:gd name="connsiteY5" fmla="*/ 4362450 h 4892040"/>
                  <a:gd name="connsiteX6" fmla="*/ 5036820 w 5036820"/>
                  <a:gd name="connsiteY6" fmla="*/ 1916430 h 489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60000"/>
                      <a:lumOff val="40000"/>
                    </a:schemeClr>
                  </a:solidFill>
                </a:endParaRPr>
              </a:p>
            </p:txBody>
          </p:sp>
          <p:sp>
            <p:nvSpPr>
              <p:cNvPr id="18" name="任意多边形: 形状 4"/>
              <p:cNvSpPr/>
              <p:nvPr>
                <p:custDataLst>
                  <p:tags r:id="rId7"/>
                </p:custDataLst>
              </p:nvPr>
            </p:nvSpPr>
            <p:spPr>
              <a:xfrm>
                <a:off x="885190" y="612140"/>
                <a:ext cx="4592320" cy="5138420"/>
              </a:xfrm>
              <a:custGeom>
                <a:avLst/>
                <a:gdLst>
                  <a:gd name="connsiteX0" fmla="*/ 4451350 w 4592320"/>
                  <a:gd name="connsiteY0" fmla="*/ 3976370 h 5138420"/>
                  <a:gd name="connsiteX1" fmla="*/ 4592320 w 4592320"/>
                  <a:gd name="connsiteY1" fmla="*/ 1405890 h 5138420"/>
                  <a:gd name="connsiteX2" fmla="*/ 2437130 w 4592320"/>
                  <a:gd name="connsiteY2" fmla="*/ 0 h 5138420"/>
                  <a:gd name="connsiteX3" fmla="*/ 140970 w 4592320"/>
                  <a:gd name="connsiteY3" fmla="*/ 1162050 h 5138420"/>
                  <a:gd name="connsiteX4" fmla="*/ 0 w 4592320"/>
                  <a:gd name="connsiteY4" fmla="*/ 3732530 h 5138420"/>
                  <a:gd name="connsiteX5" fmla="*/ 2155190 w 4592320"/>
                  <a:gd name="connsiteY5" fmla="*/ 5138420 h 5138420"/>
                  <a:gd name="connsiteX6" fmla="*/ 4451350 w 4592320"/>
                  <a:gd name="connsiteY6" fmla="*/ 3976370 h 513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w="635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lumMod val="75000"/>
                    </a:schemeClr>
                  </a:solidFill>
                </a:endParaRPr>
              </a:p>
            </p:txBody>
          </p:sp>
        </p:grpSp>
        <p:sp>
          <p:nvSpPr>
            <p:cNvPr id="20" name="任意多边形: 形状 6"/>
            <p:cNvSpPr/>
            <p:nvPr>
              <p:custDataLst>
                <p:tags r:id="rId8"/>
              </p:custDataLst>
            </p:nvPr>
          </p:nvSpPr>
          <p:spPr>
            <a:xfrm>
              <a:off x="1463477" y="1643353"/>
              <a:ext cx="652552" cy="1156540"/>
            </a:xfrm>
            <a:custGeom>
              <a:avLst/>
              <a:gdLst/>
              <a:ahLst/>
              <a:cxnLst/>
              <a:rect l="0" t="0" r="0" b="0"/>
              <a:pathLst>
                <a:path w="1762761" h="3124201">
                  <a:moveTo>
                    <a:pt x="765810" y="34290"/>
                  </a:moveTo>
                  <a:lnTo>
                    <a:pt x="1103630" y="33020"/>
                  </a:lnTo>
                  <a:cubicBezTo>
                    <a:pt x="1132840" y="33020"/>
                    <a:pt x="1158240" y="25400"/>
                    <a:pt x="1178560" y="13970"/>
                  </a:cubicBezTo>
                  <a:cubicBezTo>
                    <a:pt x="1201420" y="0"/>
                    <a:pt x="1230630" y="15240"/>
                    <a:pt x="1230630" y="41910"/>
                  </a:cubicBezTo>
                  <a:lnTo>
                    <a:pt x="1242060" y="2278380"/>
                  </a:lnTo>
                  <a:cubicBezTo>
                    <a:pt x="1236980" y="2548890"/>
                    <a:pt x="1291590" y="2602230"/>
                    <a:pt x="1357630" y="2600960"/>
                  </a:cubicBezTo>
                  <a:lnTo>
                    <a:pt x="1607820" y="2599690"/>
                  </a:lnTo>
                  <a:cubicBezTo>
                    <a:pt x="1691640" y="2599690"/>
                    <a:pt x="1761490" y="2667000"/>
                    <a:pt x="1761490" y="2752090"/>
                  </a:cubicBezTo>
                  <a:lnTo>
                    <a:pt x="1762760" y="2962910"/>
                  </a:lnTo>
                  <a:cubicBezTo>
                    <a:pt x="1762760" y="3046730"/>
                    <a:pt x="1695451" y="3116580"/>
                    <a:pt x="1610360" y="3116580"/>
                  </a:cubicBezTo>
                  <a:lnTo>
                    <a:pt x="166371" y="3124200"/>
                  </a:lnTo>
                  <a:cubicBezTo>
                    <a:pt x="82550" y="3124200"/>
                    <a:pt x="12700" y="3056890"/>
                    <a:pt x="12700" y="2971800"/>
                  </a:cubicBezTo>
                  <a:lnTo>
                    <a:pt x="11430" y="2760980"/>
                  </a:lnTo>
                  <a:cubicBezTo>
                    <a:pt x="11430" y="2677160"/>
                    <a:pt x="78740" y="2607310"/>
                    <a:pt x="163830" y="2607310"/>
                  </a:cubicBezTo>
                  <a:lnTo>
                    <a:pt x="389890" y="2606040"/>
                  </a:lnTo>
                  <a:cubicBezTo>
                    <a:pt x="473710" y="2606040"/>
                    <a:pt x="542290" y="2537460"/>
                    <a:pt x="542290" y="2452370"/>
                  </a:cubicBezTo>
                  <a:lnTo>
                    <a:pt x="534670" y="969010"/>
                  </a:lnTo>
                  <a:cubicBezTo>
                    <a:pt x="534670" y="862330"/>
                    <a:pt x="426720" y="788670"/>
                    <a:pt x="326390" y="826770"/>
                  </a:cubicBezTo>
                  <a:cubicBezTo>
                    <a:pt x="276860" y="845820"/>
                    <a:pt x="238760" y="858520"/>
                    <a:pt x="204470" y="869950"/>
                  </a:cubicBezTo>
                  <a:cubicBezTo>
                    <a:pt x="106680" y="902970"/>
                    <a:pt x="3810" y="831850"/>
                    <a:pt x="2540" y="727710"/>
                  </a:cubicBezTo>
                  <a:cubicBezTo>
                    <a:pt x="2540" y="687070"/>
                    <a:pt x="1270" y="647700"/>
                    <a:pt x="1270" y="613410"/>
                  </a:cubicBezTo>
                  <a:cubicBezTo>
                    <a:pt x="0" y="554990"/>
                    <a:pt x="33020" y="502920"/>
                    <a:pt x="83820" y="476250"/>
                  </a:cubicBezTo>
                  <a:cubicBezTo>
                    <a:pt x="307340" y="360680"/>
                    <a:pt x="496570" y="269240"/>
                    <a:pt x="651510" y="87630"/>
                  </a:cubicBezTo>
                  <a:cubicBezTo>
                    <a:pt x="679450" y="54610"/>
                    <a:pt x="721360" y="34290"/>
                    <a:pt x="765810" y="34290"/>
                  </a:cubicBezTo>
                  <a:close/>
                </a:path>
              </a:pathLst>
            </a:custGeom>
            <a:solidFill>
              <a:srgbClr val="FFFFF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FF0000"/>
                </a:solidFill>
              </a:endParaRPr>
            </a:p>
          </p:txBody>
        </p:sp>
      </p:grpSp>
      <p:grpSp>
        <p:nvGrpSpPr>
          <p:cNvPr id="299" name="组合 298"/>
          <p:cNvGrpSpPr>
            <a:grpSpLocks noChangeAspect="1"/>
          </p:cNvGrpSpPr>
          <p:nvPr>
            <p:custDataLst>
              <p:tags r:id="rId9"/>
            </p:custDataLst>
          </p:nvPr>
        </p:nvGrpSpPr>
        <p:grpSpPr>
          <a:xfrm>
            <a:off x="8421370" y="4272280"/>
            <a:ext cx="457200" cy="456523"/>
            <a:chOff x="2995313" y="1281817"/>
            <a:chExt cx="1905000" cy="1902179"/>
          </a:xfrm>
        </p:grpSpPr>
        <p:grpSp>
          <p:nvGrpSpPr>
            <p:cNvPr id="21" name="组合 20"/>
            <p:cNvGrpSpPr/>
            <p:nvPr/>
          </p:nvGrpSpPr>
          <p:grpSpPr>
            <a:xfrm>
              <a:off x="2995313" y="1281817"/>
              <a:ext cx="1905000" cy="1902179"/>
              <a:chOff x="595630" y="612140"/>
              <a:chExt cx="5146040" cy="5138420"/>
            </a:xfrm>
          </p:grpSpPr>
          <p:sp>
            <p:nvSpPr>
              <p:cNvPr id="22" name="任意多边形: 形状 8"/>
              <p:cNvSpPr/>
              <p:nvPr>
                <p:custDataLst>
                  <p:tags r:id="rId10"/>
                </p:custDataLst>
              </p:nvPr>
            </p:nvSpPr>
            <p:spPr>
              <a:xfrm>
                <a:off x="595630" y="927100"/>
                <a:ext cx="5146040" cy="4457700"/>
              </a:xfrm>
              <a:custGeom>
                <a:avLst/>
                <a:gdLst>
                  <a:gd name="connsiteX0" fmla="*/ 3859530 w 5146040"/>
                  <a:gd name="connsiteY0" fmla="*/ 0 h 4457700"/>
                  <a:gd name="connsiteX1" fmla="*/ 1286510 w 5146040"/>
                  <a:gd name="connsiteY1" fmla="*/ 0 h 4457700"/>
                  <a:gd name="connsiteX2" fmla="*/ 0 w 5146040"/>
                  <a:gd name="connsiteY2" fmla="*/ 2228850 h 4457700"/>
                  <a:gd name="connsiteX3" fmla="*/ 1286510 w 5146040"/>
                  <a:gd name="connsiteY3" fmla="*/ 4457700 h 4457700"/>
                  <a:gd name="connsiteX4" fmla="*/ 3859530 w 5146040"/>
                  <a:gd name="connsiteY4" fmla="*/ 4457700 h 4457700"/>
                  <a:gd name="connsiteX5" fmla="*/ 5146040 w 5146040"/>
                  <a:gd name="connsiteY5" fmla="*/ 2228850 h 4457700"/>
                  <a:gd name="connsiteX6" fmla="*/ 3859530 w 5146040"/>
                  <a:gd name="connsiteY6"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solidFill>
                    <a:schemeClr val="accent1">
                      <a:lumMod val="75000"/>
                    </a:schemeClr>
                  </a:solidFill>
                </a:endParaRPr>
              </a:p>
            </p:txBody>
          </p:sp>
          <p:sp>
            <p:nvSpPr>
              <p:cNvPr id="23" name="任意多边形: 形状 9"/>
              <p:cNvSpPr/>
              <p:nvPr>
                <p:custDataLst>
                  <p:tags r:id="rId11"/>
                </p:custDataLst>
              </p:nvPr>
            </p:nvSpPr>
            <p:spPr>
              <a:xfrm>
                <a:off x="624840" y="709930"/>
                <a:ext cx="5036820" cy="4892040"/>
              </a:xfrm>
              <a:custGeom>
                <a:avLst/>
                <a:gdLst>
                  <a:gd name="connsiteX0" fmla="*/ 5036820 w 5036820"/>
                  <a:gd name="connsiteY0" fmla="*/ 1916430 h 4892040"/>
                  <a:gd name="connsiteX1" fmla="*/ 3319780 w 5036820"/>
                  <a:gd name="connsiteY1" fmla="*/ 0 h 4892040"/>
                  <a:gd name="connsiteX2" fmla="*/ 800100 w 5036820"/>
                  <a:gd name="connsiteY2" fmla="*/ 529590 h 4892040"/>
                  <a:gd name="connsiteX3" fmla="*/ 0 w 5036820"/>
                  <a:gd name="connsiteY3" fmla="*/ 2975610 h 4892040"/>
                  <a:gd name="connsiteX4" fmla="*/ 1717040 w 5036820"/>
                  <a:gd name="connsiteY4" fmla="*/ 4892040 h 4892040"/>
                  <a:gd name="connsiteX5" fmla="*/ 4236720 w 5036820"/>
                  <a:gd name="connsiteY5" fmla="*/ 4362450 h 4892040"/>
                  <a:gd name="connsiteX6" fmla="*/ 5036820 w 5036820"/>
                  <a:gd name="connsiteY6" fmla="*/ 1916430 h 4892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75000"/>
                    </a:schemeClr>
                  </a:solidFill>
                </a:endParaRPr>
              </a:p>
            </p:txBody>
          </p:sp>
          <p:sp>
            <p:nvSpPr>
              <p:cNvPr id="24" name="任意多边形: 形状 10"/>
              <p:cNvSpPr/>
              <p:nvPr>
                <p:custDataLst>
                  <p:tags r:id="rId12"/>
                </p:custDataLst>
              </p:nvPr>
            </p:nvSpPr>
            <p:spPr>
              <a:xfrm>
                <a:off x="821690" y="612140"/>
                <a:ext cx="4592320" cy="5138420"/>
              </a:xfrm>
              <a:custGeom>
                <a:avLst/>
                <a:gdLst>
                  <a:gd name="connsiteX0" fmla="*/ 4451350 w 4592320"/>
                  <a:gd name="connsiteY0" fmla="*/ 3976370 h 5138420"/>
                  <a:gd name="connsiteX1" fmla="*/ 4592320 w 4592320"/>
                  <a:gd name="connsiteY1" fmla="*/ 1405890 h 5138420"/>
                  <a:gd name="connsiteX2" fmla="*/ 2437130 w 4592320"/>
                  <a:gd name="connsiteY2" fmla="*/ 0 h 5138420"/>
                  <a:gd name="connsiteX3" fmla="*/ 140970 w 4592320"/>
                  <a:gd name="connsiteY3" fmla="*/ 1162050 h 5138420"/>
                  <a:gd name="connsiteX4" fmla="*/ 0 w 4592320"/>
                  <a:gd name="connsiteY4" fmla="*/ 3732530 h 5138420"/>
                  <a:gd name="connsiteX5" fmla="*/ 2155190 w 4592320"/>
                  <a:gd name="connsiteY5" fmla="*/ 5138420 h 5138420"/>
                  <a:gd name="connsiteX6" fmla="*/ 4451350 w 4592320"/>
                  <a:gd name="connsiteY6" fmla="*/ 3976370 h 513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dirty="0">
                  <a:solidFill>
                    <a:schemeClr val="accent1">
                      <a:lumMod val="75000"/>
                    </a:schemeClr>
                  </a:solidFill>
                </a:endParaRPr>
              </a:p>
            </p:txBody>
          </p:sp>
        </p:grpSp>
        <p:sp>
          <p:nvSpPr>
            <p:cNvPr id="25" name="任意多边形: 形状 12"/>
            <p:cNvSpPr/>
            <p:nvPr>
              <p:custDataLst>
                <p:tags r:id="rId13"/>
              </p:custDataLst>
            </p:nvPr>
          </p:nvSpPr>
          <p:spPr>
            <a:xfrm>
              <a:off x="3599441" y="1633480"/>
              <a:ext cx="697685" cy="1087900"/>
            </a:xfrm>
            <a:custGeom>
              <a:avLst/>
              <a:gdLst/>
              <a:ahLst/>
              <a:cxnLst/>
              <a:rect l="0" t="0" r="0" b="0"/>
              <a:pathLst>
                <a:path w="1884680" h="2938781">
                  <a:moveTo>
                    <a:pt x="417830" y="1035050"/>
                  </a:moveTo>
                  <a:lnTo>
                    <a:pt x="132080" y="979170"/>
                  </a:lnTo>
                  <a:cubicBezTo>
                    <a:pt x="52070" y="963930"/>
                    <a:pt x="0" y="885190"/>
                    <a:pt x="17780" y="806450"/>
                  </a:cubicBezTo>
                  <a:cubicBezTo>
                    <a:pt x="134620" y="271780"/>
                    <a:pt x="443230" y="3810"/>
                    <a:pt x="943610" y="1270"/>
                  </a:cubicBezTo>
                  <a:cubicBezTo>
                    <a:pt x="1236980" y="0"/>
                    <a:pt x="1460500" y="80010"/>
                    <a:pt x="1615440" y="242570"/>
                  </a:cubicBezTo>
                  <a:cubicBezTo>
                    <a:pt x="1769110" y="405130"/>
                    <a:pt x="1846580" y="604520"/>
                    <a:pt x="1847850" y="839470"/>
                  </a:cubicBezTo>
                  <a:cubicBezTo>
                    <a:pt x="1849120" y="1082040"/>
                    <a:pt x="1765300" y="1320800"/>
                    <a:pt x="1597660" y="1553210"/>
                  </a:cubicBezTo>
                  <a:cubicBezTo>
                    <a:pt x="1478280" y="1718310"/>
                    <a:pt x="1285240" y="1903730"/>
                    <a:pt x="1016000" y="2108200"/>
                  </a:cubicBezTo>
                  <a:cubicBezTo>
                    <a:pt x="905510" y="2193290"/>
                    <a:pt x="966470" y="2369820"/>
                    <a:pt x="1104900" y="2369820"/>
                  </a:cubicBezTo>
                  <a:lnTo>
                    <a:pt x="1617979" y="2367280"/>
                  </a:lnTo>
                  <a:cubicBezTo>
                    <a:pt x="1766570" y="2366010"/>
                    <a:pt x="1884679" y="2493010"/>
                    <a:pt x="1873250" y="2641600"/>
                  </a:cubicBezTo>
                  <a:lnTo>
                    <a:pt x="1861820" y="2797810"/>
                  </a:lnTo>
                  <a:cubicBezTo>
                    <a:pt x="1855470" y="2874010"/>
                    <a:pt x="1793240" y="2932430"/>
                    <a:pt x="1717040" y="2932430"/>
                  </a:cubicBezTo>
                  <a:lnTo>
                    <a:pt x="147320" y="2938780"/>
                  </a:lnTo>
                  <a:cubicBezTo>
                    <a:pt x="67310" y="2938780"/>
                    <a:pt x="1270" y="2874010"/>
                    <a:pt x="1270" y="2794000"/>
                  </a:cubicBezTo>
                  <a:lnTo>
                    <a:pt x="0" y="2440940"/>
                  </a:lnTo>
                  <a:cubicBezTo>
                    <a:pt x="0" y="2399030"/>
                    <a:pt x="17780" y="2358390"/>
                    <a:pt x="49530" y="2330450"/>
                  </a:cubicBezTo>
                  <a:cubicBezTo>
                    <a:pt x="547370" y="1897380"/>
                    <a:pt x="859790" y="1590040"/>
                    <a:pt x="985520" y="1408430"/>
                  </a:cubicBezTo>
                  <a:cubicBezTo>
                    <a:pt x="1116330" y="1220470"/>
                    <a:pt x="1181100" y="1042670"/>
                    <a:pt x="1179830" y="875030"/>
                  </a:cubicBezTo>
                  <a:cubicBezTo>
                    <a:pt x="1178560" y="635000"/>
                    <a:pt x="1087120" y="515620"/>
                    <a:pt x="906780" y="516890"/>
                  </a:cubicBezTo>
                  <a:cubicBezTo>
                    <a:pt x="797560" y="516890"/>
                    <a:pt x="718820" y="565150"/>
                    <a:pt x="669290" y="660400"/>
                  </a:cubicBezTo>
                  <a:cubicBezTo>
                    <a:pt x="635000" y="726440"/>
                    <a:pt x="608330" y="811530"/>
                    <a:pt x="590550" y="916940"/>
                  </a:cubicBezTo>
                  <a:cubicBezTo>
                    <a:pt x="575310" y="996950"/>
                    <a:pt x="497840" y="1050290"/>
                    <a:pt x="417830" y="1035050"/>
                  </a:cubicBezTo>
                  <a:close/>
                </a:path>
              </a:pathLst>
            </a:custGeom>
            <a:solidFill>
              <a:srgbClr val="FFFFF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1">
                    <a:lumMod val="60000"/>
                    <a:lumOff val="40000"/>
                  </a:schemeClr>
                </a:solidFill>
              </a:endParaRPr>
            </a:p>
          </p:txBody>
        </p:sp>
      </p:grpSp>
      <p:sp>
        <p:nvSpPr>
          <p:cNvPr id="26" name="文本框 25"/>
          <p:cNvSpPr txBox="1"/>
          <p:nvPr>
            <p:custDataLst>
              <p:tags r:id="rId14"/>
            </p:custDataLst>
          </p:nvPr>
        </p:nvSpPr>
        <p:spPr>
          <a:xfrm>
            <a:off x="8939530" y="2294255"/>
            <a:ext cx="3004820" cy="3926205"/>
          </a:xfrm>
          <a:prstGeom prst="rect">
            <a:avLst/>
          </a:prstGeom>
          <a:noFill/>
        </p:spPr>
        <p:txBody>
          <a:bodyPr wrap="square" lIns="101600" tIns="0" rIns="82550" bIns="0" rtlCol="0" anchor="t" anchorCtr="0">
            <a:normAutofit/>
          </a:bodyPr>
          <a:lstStyle>
            <a:defPPr>
              <a:defRPr lang="zh-CN"/>
            </a:defPPr>
            <a:lvl1pPr fontAlgn="auto">
              <a:lnSpc>
                <a:spcPct val="130000"/>
              </a:lnSpc>
              <a:spcAft>
                <a:spcPts val="1000"/>
              </a:spcAft>
              <a:defRPr sz="1600" spc="150"/>
            </a:lvl1pPr>
          </a:lstStyle>
          <a:p>
            <a:pPr marL="0" lvl="0" indent="0" algn="l" fontAlgn="ctr">
              <a:lnSpc>
                <a:spcPct val="130000"/>
              </a:lnSpc>
              <a:spcBef>
                <a:spcPts val="2535"/>
              </a:spcBef>
              <a:spcAft>
                <a:spcPts val="0"/>
              </a:spcAft>
              <a:buSzPct val="100000"/>
              <a:buNone/>
            </a:pPr>
            <a:r>
              <a:rPr lang="zh-CN" altLang="en-US" sz="16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rPr>
              <a:t>In my daily life, whose contributions do I tend to take for granted, rarely feeling grateful toward them?</a:t>
            </a:r>
            <a:endParaRPr lang="zh-CN" altLang="en-US" sz="20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endParaRPr>
          </a:p>
          <a:p>
            <a:pPr marL="0" lvl="0" indent="0" algn="l" fontAlgn="ctr">
              <a:lnSpc>
                <a:spcPct val="130000"/>
              </a:lnSpc>
              <a:spcBef>
                <a:spcPts val="2535"/>
              </a:spcBef>
              <a:spcAft>
                <a:spcPts val="0"/>
              </a:spcAft>
              <a:buSzPct val="100000"/>
              <a:buNone/>
            </a:pPr>
            <a:r>
              <a:rPr lang="zh-CN" altLang="en-US" sz="16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rPr>
              <a:t>In my life, whom do I regard as unrelated strangers? With what attitude and behavior do I face these "strangers"?</a:t>
            </a:r>
            <a:endParaRPr lang="zh-CN" altLang="en-US" sz="2000" spc="30" dirty="0">
              <a:ln w="3175">
                <a:noFill/>
                <a:prstDash val="dash"/>
              </a:ln>
              <a:solidFill>
                <a:sysClr val="windowText" lastClr="000000">
                  <a:lumMod val="75000"/>
                  <a:lumOff val="25000"/>
                </a:sysClr>
              </a:solidFill>
              <a:latin typeface="Arial" panose="020B0604020202090204" pitchFamily="34" charset="0"/>
              <a:ea typeface="微软雅黑" panose="020B0503020204020204" charset="-122"/>
              <a:sym typeface="+mn-ea"/>
            </a:endParaRPr>
          </a:p>
        </p:txBody>
      </p:sp>
      <p:sp>
        <p:nvSpPr>
          <p:cNvPr id="5" name="文本框 4"/>
          <p:cNvSpPr txBox="1"/>
          <p:nvPr>
            <p:custDataLst>
              <p:tags r:id="rId15"/>
            </p:custDataLst>
          </p:nvPr>
        </p:nvSpPr>
        <p:spPr>
          <a:xfrm>
            <a:off x="8685530" y="1283335"/>
            <a:ext cx="3039110" cy="671195"/>
          </a:xfrm>
          <a:prstGeom prst="rect">
            <a:avLst/>
          </a:prstGeom>
          <a:solidFill>
            <a:schemeClr val="accent3">
              <a:lumMod val="40000"/>
              <a:lumOff val="60000"/>
            </a:schemeClr>
          </a:solidFill>
        </p:spPr>
        <p:txBody>
          <a:bodyPr wrap="square" rtlCol="0" anchor="t">
            <a:normAutofit/>
          </a:bodyPr>
          <a:lstStyle/>
          <a:p>
            <a:pPr algn="ctr" fontAlgn="ctr">
              <a:lnSpc>
                <a:spcPct val="150000"/>
              </a:lnSpc>
            </a:pPr>
            <a:r>
              <a:rPr lang="zh-CN" altLang="en-US" sz="2200" b="1" dirty="0">
                <a:solidFill>
                  <a:schemeClr val="dk1"/>
                </a:solidFill>
                <a:latin typeface="Arial" panose="020B0604020202090204" pitchFamily="34" charset="0"/>
                <a:ea typeface="微软雅黑" panose="020B0503020204020204" charset="-122"/>
                <a:sym typeface="+mn-ea"/>
              </a:rPr>
              <a:t>Discussion &amp; Sharing (10 min)</a:t>
            </a:r>
            <a:r>
              <a:rPr lang="en-US" altLang="zh-CN" sz="1600" b="1" dirty="0">
                <a:solidFill>
                  <a:schemeClr val="dk1"/>
                </a:solidFill>
                <a:latin typeface="Arial" panose="020B0604020202090204" pitchFamily="34" charset="0"/>
                <a:ea typeface="微软雅黑" panose="020B0503020204020204" charset="-122"/>
                <a:sym typeface="+mn-ea"/>
              </a:rPr>
              <a:t/>
            </a:r>
            <a:r>
              <a:rPr lang="zh-CN" altLang="en-US" sz="1600" b="1" dirty="0">
                <a:solidFill>
                  <a:schemeClr val="dk1"/>
                </a:solidFill>
                <a:latin typeface="Arial" panose="020B0604020202090204" pitchFamily="34" charset="0"/>
                <a:ea typeface="微软雅黑" panose="020B0503020204020204" charset="-122"/>
                <a:sym typeface="+mn-ea"/>
              </a:rPr>
              <a:t/>
            </a:r>
            <a:r>
              <a:rPr lang="en-US" altLang="zh-CN" sz="1600" b="1" dirty="0">
                <a:solidFill>
                  <a:schemeClr val="dk1"/>
                </a:solidFill>
                <a:latin typeface="Arial" panose="020B0604020202090204" pitchFamily="34" charset="0"/>
                <a:ea typeface="微软雅黑" panose="020B0503020204020204" charset="-122"/>
                <a:sym typeface="+mn-ea"/>
              </a:rPr>
              <a:t/>
            </a:r>
            <a:endParaRPr lang="en-US" altLang="zh-CN" sz="2000" b="1" dirty="0">
              <a:solidFill>
                <a:schemeClr val="dk1"/>
              </a:solidFill>
              <a:latin typeface="Arial" panose="020B0604020202090204" pitchFamily="34" charset="0"/>
              <a:ea typeface="微软雅黑" panose="020B0503020204020204" charset="-122"/>
              <a:sym typeface="+mn-ea"/>
            </a:endParaRPr>
          </a:p>
        </p:txBody>
      </p:sp>
      <p:sp>
        <p:nvSpPr>
          <p:cNvPr id="2" name="文本框 1"/>
          <p:cNvSpPr txBox="1"/>
          <p:nvPr/>
        </p:nvSpPr>
        <p:spPr>
          <a:xfrm>
            <a:off x="371475" y="365760"/>
            <a:ext cx="7863840" cy="671195"/>
          </a:xfrm>
          <a:prstGeom prst="rect">
            <a:avLst/>
          </a:prstGeom>
          <a:solidFill>
            <a:schemeClr val="accent6">
              <a:lumMod val="20000"/>
              <a:lumOff val="80000"/>
            </a:schemeClr>
          </a:solidFill>
        </p:spPr>
        <p:txBody>
          <a:bodyPr wrap="square" rtlCol="0" anchor="ctr" anchorCtr="0">
            <a:normAutofit/>
          </a:bodyPr>
          <a:p>
            <a:pPr algn="l">
              <a:lnSpc>
                <a:spcPct val="100000"/>
              </a:lnSpc>
            </a:pPr>
            <a:r>
              <a:rPr lang="zh-CN" altLang="en-US" sz="2200">
                <a:ln>
                  <a:noFill/>
                </a:ln>
                <a:solidFill>
                  <a:schemeClr val="bg2">
                    <a:lumMod val="10000"/>
                  </a:schemeClr>
                </a:solidFill>
                <a:latin typeface="Arial" panose="020B0604020202090204" pitchFamily="34" charset="0"/>
                <a:ea typeface="微软雅黑" panose="020B0503020204020204" charset="-122"/>
                <a:cs typeface="微软雅黑" panose="020B0503020204020204" charset="-122"/>
                <a:sym typeface="+mn-ea"/>
              </a:rPr>
              <a:t>Everyone has been kind to you; the entire world is serving you</a:t>
            </a:r>
            <a:endParaRPr lang="zh-CN" altLang="en-US" sz="2800">
              <a:ln>
                <a:noFill/>
              </a:ln>
              <a:solidFill>
                <a:schemeClr val="bg2">
                  <a:lumMod val="10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16"/>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idx="4294967295"/>
            <p:custDataLst>
              <p:tags r:id="rId2"/>
            </p:custDataLst>
          </p:nvPr>
        </p:nvSpPr>
        <p:spPr>
          <a:xfrm>
            <a:off x="1616710" y="217170"/>
            <a:ext cx="8959850" cy="970915"/>
          </a:xfr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In-Class Exercise: Web of Causality (10 min)</a:t>
            </a:r>
            <a:r>
              <a:rPr lang="en-US" altLang="zh-CN"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
            </a:r>
            <a:r>
              <a:rPr lang="en-US" altLang="zh-CN" sz="22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
            </a:r>
            <a:r>
              <a:rPr lang="zh-CN" altLang="en-US" sz="22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
            </a:r>
            <a:r>
              <a:rPr lang="en-US" altLang="zh-CN" sz="22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rPr>
              <a:t/>
            </a:r>
            <a:endParaRPr lang="en-US" altLang="zh-CN" sz="2700" b="1" spc="0">
              <a:solidFill>
                <a:schemeClr val="accent1">
                  <a:lumMod val="50000"/>
                </a:schemeClr>
              </a:solidFill>
              <a:latin typeface="Arial" panose="020B0604020202090204" pitchFamily="34" charset="0"/>
              <a:ea typeface="微软雅黑" panose="020B0503020204020204" charset="-122"/>
              <a:cs typeface="微软雅黑" panose="020B0503020204020204" charset="-122"/>
              <a:sym typeface="+mn-ea"/>
            </a:endParaRPr>
          </a:p>
        </p:txBody>
      </p:sp>
      <p:sp>
        <p:nvSpPr>
          <p:cNvPr id="8" name="内容占位符 7" descr="7b0a202020202262756c6c6574223a20227b5c2263617465676f727949645c223a5c225c222c5c2274656d706c61746549645c223a32303233313634317d220a7d0a"/>
          <p:cNvSpPr/>
          <p:nvPr>
            <p:ph sz="half" idx="1"/>
          </p:nvPr>
        </p:nvSpPr>
        <p:spPr>
          <a:xfrm>
            <a:off x="482600" y="1577340"/>
            <a:ext cx="5895975" cy="4250055"/>
          </a:xfrm>
        </p:spPr>
        <p:txBody>
          <a:bodyPr>
            <a:normAutofit/>
          </a:bodyPr>
          <a:p>
            <a:pPr marL="0" indent="0" algn="l">
              <a:lnSpc>
                <a:spcPct val="150000"/>
              </a:lnSpc>
              <a:buNone/>
            </a:pPr>
            <a:r>
              <a:rPr lang="zh-CN" altLang="en-US" sz="1600">
                <a:latin typeface="微软雅黑" panose="020B0503020204020204" charset="-122"/>
                <a:ea typeface="微软雅黑" panose="020B0503020204020204" charset="-122"/>
                <a:cs typeface="微软雅黑" panose="020B0503020204020204" charset="-122"/>
                <a:sym typeface="+mn-ea"/>
              </a:rPr>
              <a:t>The "atomized" lifestyle of modern society often gives people the illusion of isolation. In reality, all life is deeply interconnected and interdependent.</a:t>
            </a:r>
            <a:endParaRPr lang="zh-CN" altLang="en-US" sz="2000">
              <a:latin typeface="微软雅黑" panose="020B0503020204020204" charset="-122"/>
              <a:ea typeface="微软雅黑" panose="020B0503020204020204" charset="-122"/>
              <a:cs typeface="微软雅黑" panose="020B0503020204020204" charset="-122"/>
            </a:endParaRPr>
          </a:p>
          <a:p>
            <a:pPr marL="457200" indent="-457200" algn="l">
              <a:lnSpc>
                <a:spcPct val="150000"/>
              </a:lnSpc>
              <a:buAutoNum type="arabicPeriod"/>
            </a:pPr>
            <a:r>
              <a:rPr lang="zh-CN" altLang="en-US" sz="1600">
                <a:latin typeface="微软雅黑" panose="020B0503020204020204" charset="-122"/>
                <a:ea typeface="微软雅黑" panose="020B0503020204020204" charset="-122"/>
                <a:cs typeface="微软雅黑" panose="020B0503020204020204" charset="-122"/>
                <a:sym typeface="+mn-ea"/>
              </a:rPr>
              <a:t>Choose something you are grateful for and write it at the center of a piece of paper.</a:t>
            </a:r>
            <a:endParaRPr lang="zh-CN" altLang="en-US" sz="2000">
              <a:latin typeface="微软雅黑" panose="020B0503020204020204" charset="-122"/>
              <a:ea typeface="微软雅黑" panose="020B0503020204020204" charset="-122"/>
              <a:cs typeface="微软雅黑" panose="020B0503020204020204" charset="-122"/>
            </a:endParaRPr>
          </a:p>
          <a:p>
            <a:pPr marL="457200" indent="-457200" algn="l">
              <a:lnSpc>
                <a:spcPct val="150000"/>
              </a:lnSpc>
              <a:buAutoNum type="arabicPeriod"/>
            </a:pPr>
            <a:r>
              <a:rPr lang="zh-CN" altLang="en-US" sz="1600">
                <a:latin typeface="微软雅黑" panose="020B0503020204020204" charset="-122"/>
                <a:ea typeface="微软雅黑" panose="020B0503020204020204" charset="-122"/>
                <a:cs typeface="微软雅黑" panose="020B0503020204020204" charset="-122"/>
                <a:sym typeface="+mn-ea"/>
              </a:rPr>
              <a:t>List out each cause and condition (people, events, things) that made this possible, connecting them with lines — use boxes for events and things, circles for people.</a:t>
            </a:r>
            <a:r>
              <a:rPr lang="zh-CN" altLang="en-US" sz="1600">
                <a:latin typeface="微软雅黑" panose="020B0503020204020204" charset="-122"/>
                <a:ea typeface="微软雅黑" panose="020B0503020204020204" charset="-122"/>
                <a:cs typeface="微软雅黑" panose="020B0503020204020204" charset="-122"/>
                <a:sym typeface="+mn-ea"/>
              </a:rPr>
              <a:t/>
            </a:r>
            <a:r>
              <a:rPr lang="zh-CN" altLang="en-US" sz="1600">
                <a:latin typeface="微软雅黑" panose="020B0503020204020204" charset="-122"/>
                <a:ea typeface="微软雅黑" panose="020B0503020204020204" charset="-122"/>
                <a:cs typeface="微软雅黑" panose="020B0503020204020204" charset="-122"/>
                <a:sym typeface="+mn-ea"/>
              </a:rPr>
              <a:t/>
            </a:r>
            <a:r>
              <a:rPr lang="zh-CN" altLang="en-US" sz="1600">
                <a:latin typeface="微软雅黑" panose="020B0503020204020204" charset="-122"/>
                <a:ea typeface="微软雅黑" panose="020B0503020204020204" charset="-122"/>
                <a:cs typeface="微软雅黑" panose="020B0503020204020204" charset="-122"/>
                <a:sym typeface="+mn-ea"/>
              </a:rPr>
              <a:t/>
            </a:r>
            <a:r>
              <a:rPr lang="zh-CN" altLang="en-US" sz="1600">
                <a:latin typeface="微软雅黑" panose="020B0503020204020204" charset="-122"/>
                <a:ea typeface="微软雅黑" panose="020B0503020204020204" charset="-122"/>
                <a:cs typeface="微软雅黑" panose="020B0503020204020204" charset="-122"/>
                <a:sym typeface="+mn-ea"/>
              </a:rPr>
              <a:t/>
            </a:r>
            <a:endParaRPr lang="zh-CN" altLang="en-US" sz="2000">
              <a:latin typeface="微软雅黑" panose="020B0503020204020204" charset="-122"/>
              <a:ea typeface="微软雅黑" panose="020B0503020204020204" charset="-122"/>
              <a:cs typeface="微软雅黑" panose="020B0503020204020204" charset="-122"/>
            </a:endParaRPr>
          </a:p>
          <a:p>
            <a:pPr marL="457200" indent="-457200" algn="l">
              <a:lnSpc>
                <a:spcPct val="150000"/>
              </a:lnSpc>
              <a:buAutoNum type="arabicPeriod"/>
            </a:pPr>
            <a:r>
              <a:rPr lang="zh-CN" altLang="en-US" sz="1600">
                <a:latin typeface="微软雅黑" panose="020B0503020204020204" charset="-122"/>
                <a:ea typeface="微软雅黑" panose="020B0503020204020204" charset="-122"/>
                <a:cs typeface="微软雅黑" panose="020B0503020204020204" charset="-122"/>
                <a:sym typeface="+mn-ea"/>
              </a:rPr>
              <a:t>Each person or thing also arises dependently rather than independently; list out the causes and conditions that made them possible in turn, forming a "web of causes and conditions."</a:t>
            </a:r>
            <a:endParaRPr lang="zh-CN" altLang="en-US" sz="2000">
              <a:latin typeface="Arial" panose="020B0604020202090204" pitchFamily="34" charset="0"/>
              <a:ea typeface="微软雅黑" panose="020B0503020204020204" charset="-122"/>
              <a:cs typeface="微软雅黑" panose="020B0503020204020204" charset="-122"/>
            </a:endParaRPr>
          </a:p>
        </p:txBody>
      </p:sp>
      <p:pic>
        <p:nvPicPr>
          <p:cNvPr id="3" name="图片 2" descr="/private/var/folders/4n/5m4ktf016qx9chhsdzg_zts40000gn/T/com.kingsoft.wpsoffice.mac/photoeditapp/20251015182945/temp.pngtemp"/>
          <p:cNvPicPr>
            <a:picLocks noChangeAspect="1"/>
          </p:cNvPicPr>
          <p:nvPr/>
        </p:nvPicPr>
        <p:blipFill>
          <a:blip r:embed="rId3"/>
          <a:stretch>
            <a:fillRect/>
          </a:stretch>
        </p:blipFill>
        <p:spPr>
          <a:xfrm>
            <a:off x="6562090" y="1757363"/>
            <a:ext cx="5223510" cy="3751580"/>
          </a:xfrm>
          <a:prstGeom prst="rect">
            <a:avLst/>
          </a:prstGeom>
        </p:spPr>
      </p:pic>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979160" y="1949450"/>
            <a:ext cx="5236845" cy="925830"/>
          </a:xfrm>
        </p:spPr>
        <p:txBody>
          <a:bodyPr vert="horz">
            <a:normAutofit/>
          </a:bodyPr>
          <a:p>
            <a:r>
              <a:rPr lang="zh-CN" altLang="en-US" sz="4000">
                <a:solidFill>
                  <a:schemeClr val="bg2">
                    <a:lumMod val="25000"/>
                  </a:schemeClr>
                </a:solidFill>
                <a:latin typeface="Arial" panose="020B0604020202090204" pitchFamily="34" charset="0"/>
                <a:ea typeface="微软雅黑" panose="020B0503020204020204" charset="-122"/>
                <a:sym typeface="+mn-ea"/>
              </a:rPr>
              <a:t>Interactive Exercise (10 min)</a:t>
            </a:r>
            <a:r>
              <a:rPr lang="en-US" altLang="zh-CN" sz="40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r>
              <a:rPr lang="zh-CN" altLang="en-US" sz="19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endParaRPr lang="zh-CN" altLang="en-US" sz="4890">
              <a:solidFill>
                <a:schemeClr val="bg2">
                  <a:lumMod val="25000"/>
                </a:schemeClr>
              </a:solidFill>
              <a:latin typeface="Arial" panose="020B0604020202090204" pitchFamily="34" charset="0"/>
              <a:ea typeface="微软雅黑" panose="020B0503020204020204" charset="-122"/>
              <a:sym typeface="+mn-ea"/>
            </a:endParaRPr>
          </a:p>
        </p:txBody>
      </p:sp>
      <p:sp>
        <p:nvSpPr>
          <p:cNvPr id="5" name="椭圆 4"/>
          <p:cNvSpPr/>
          <p:nvPr>
            <p:custDataLst>
              <p:tags r:id="rId1"/>
            </p:custDataLst>
          </p:nvPr>
        </p:nvSpPr>
        <p:spPr>
          <a:xfrm>
            <a:off x="-1145540" y="-69532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695950" y="3216910"/>
            <a:ext cx="6278880" cy="2764155"/>
          </a:xfrm>
          <a:prstGeom prst="rect">
            <a:avLst/>
          </a:prstGeom>
          <a:noFill/>
        </p:spPr>
        <p:txBody>
          <a:bodyPr wrap="square" lIns="0" tIns="0" rIns="0" bIns="0" rtlCol="0" anchor="ctr">
            <a:normAutofit/>
          </a:bodyPr>
          <a:p>
            <a:pPr marL="457200" indent="-457200">
              <a:lnSpc>
                <a:spcPct val="200000"/>
              </a:lnSpc>
              <a:buFont typeface="Arial" panose="020B0604020202090204" pitchFamily="34" charset="0"/>
              <a:buBlip>
                <a:blip r:embed="rId3"/>
              </a:buBlip>
            </a:pPr>
            <a:r>
              <a:rPr lang="en-US" altLang="zh-CN" sz="1800">
                <a:solidFill>
                  <a:schemeClr val="bg2">
                    <a:lumMod val="25000"/>
                  </a:schemeClr>
                </a:solidFill>
                <a:latin typeface="Arial" panose="020B0604020202090204" pitchFamily="34" charset="0"/>
                <a:ea typeface="微软雅黑" panose="020B0503020204020204" charset="-122"/>
                <a:sym typeface="+mn-ea"/>
              </a:rPr>
              <a:t>In pairs, exchange your "web of causality" exercises and supplement each other's: What other causes and conditions can I think of? (5 min)</a:t>
            </a:r>
            <a:r>
              <a:rPr lang="zh-CN" altLang="en-US" sz="1800">
                <a:solidFill>
                  <a:schemeClr val="bg2">
                    <a:lumMod val="25000"/>
                  </a:schemeClr>
                </a:solidFill>
                <a:latin typeface="Arial" panose="020B0604020202090204" pitchFamily="34" charset="0"/>
                <a:ea typeface="微软雅黑" panose="020B0503020204020204" charset="-122"/>
                <a:sym typeface="+mn-ea"/>
              </a:rPr>
              <a:t/>
            </a:r>
            <a:r>
              <a:rPr lang="en-US" altLang="zh-CN" sz="1800">
                <a:solidFill>
                  <a:schemeClr val="bg2">
                    <a:lumMod val="25000"/>
                  </a:schemeClr>
                </a:solidFill>
                <a:latin typeface="Arial" panose="020B0604020202090204" pitchFamily="34" charset="0"/>
                <a:ea typeface="微软雅黑" panose="020B0503020204020204" charset="-122"/>
                <a:sym typeface="+mn-ea"/>
              </a:rPr>
              <a:t/>
            </a:r>
            <a:r>
              <a:rPr lang="zh-CN" altLang="en-US" sz="1800">
                <a:solidFill>
                  <a:schemeClr val="bg2">
                    <a:lumMod val="25000"/>
                  </a:schemeClr>
                </a:solidFill>
                <a:latin typeface="Arial" panose="020B0604020202090204" pitchFamily="34" charset="0"/>
                <a:ea typeface="微软雅黑" panose="020B0503020204020204" charset="-122"/>
                <a:sym typeface="+mn-ea"/>
              </a:rPr>
              <a:t/>
            </a:r>
            <a:r>
              <a:rPr lang="en-US" altLang="zh-CN" sz="1800">
                <a:solidFill>
                  <a:schemeClr val="bg2">
                    <a:lumMod val="25000"/>
                  </a:schemeClr>
                </a:solidFill>
                <a:latin typeface="Arial" panose="020B0604020202090204" pitchFamily="34" charset="0"/>
                <a:ea typeface="微软雅黑" panose="020B0503020204020204" charset="-122"/>
                <a:sym typeface="+mn-ea"/>
              </a:rPr>
              <a:t/>
            </a:r>
            <a:endParaRPr lang="zh-CN" altLang="en-US" sz="2200">
              <a:solidFill>
                <a:schemeClr val="bg2">
                  <a:lumMod val="25000"/>
                </a:schemeClr>
              </a:solidFill>
              <a:latin typeface="Arial" panose="020B0604020202090204" pitchFamily="34" charset="0"/>
              <a:ea typeface="微软雅黑" panose="020B0503020204020204" charset="-122"/>
              <a:sym typeface="+mn-ea"/>
            </a:endParaRPr>
          </a:p>
          <a:p>
            <a:pPr marL="457200" indent="-457200">
              <a:lnSpc>
                <a:spcPct val="200000"/>
              </a:lnSpc>
              <a:buFont typeface="Arial" panose="020B0604020202090204" pitchFamily="34" charset="0"/>
              <a:buBlip>
                <a:blip r:embed="rId3"/>
              </a:buBlip>
            </a:pPr>
            <a:r>
              <a:rPr lang="en-US" altLang="zh-CN" sz="1800">
                <a:solidFill>
                  <a:schemeClr val="bg2">
                    <a:lumMod val="25000"/>
                  </a:schemeClr>
                </a:solidFill>
                <a:latin typeface="Arial" panose="020B0604020202090204" pitchFamily="34" charset="0"/>
                <a:ea typeface="微软雅黑" panose="020B0503020204020204" charset="-122"/>
                <a:sym typeface="+mn-ea"/>
              </a:rPr>
              <a:t>Share with each other what you added and your reflections (5 min)</a:t>
            </a:r>
            <a:r>
              <a:rPr lang="zh-CN" altLang="en-US" sz="1800">
                <a:solidFill>
                  <a:schemeClr val="bg2">
                    <a:lumMod val="25000"/>
                  </a:schemeClr>
                </a:solidFill>
                <a:latin typeface="Arial" panose="020B0604020202090204" pitchFamily="34" charset="0"/>
                <a:ea typeface="微软雅黑" panose="020B0503020204020204" charset="-122"/>
                <a:sym typeface="+mn-ea"/>
              </a:rPr>
              <a:t/>
            </a:r>
            <a:r>
              <a:rPr lang="zh-CN" altLang="en-US" sz="1800">
                <a:solidFill>
                  <a:schemeClr val="bg2">
                    <a:lumMod val="25000"/>
                  </a:schemeClr>
                </a:solidFill>
                <a:latin typeface="Arial" panose="020B0604020202090204" pitchFamily="34" charset="0"/>
                <a:ea typeface="微软雅黑" panose="020B0503020204020204" charset="-122"/>
                <a:sym typeface="+mn-ea"/>
              </a:rPr>
              <a:t/>
            </a:r>
            <a:r>
              <a:rPr lang="en-US" altLang="zh-CN" sz="1800">
                <a:solidFill>
                  <a:schemeClr val="bg2">
                    <a:lumMod val="25000"/>
                  </a:schemeClr>
                </a:solidFill>
                <a:latin typeface="Arial" panose="020B0604020202090204" pitchFamily="34" charset="0"/>
                <a:ea typeface="微软雅黑" panose="020B0503020204020204" charset="-122"/>
                <a:sym typeface="+mn-ea"/>
              </a:rPr>
              <a:t/>
            </a:r>
            <a:r>
              <a:rPr lang="zh-CN" altLang="en-US" sz="1800">
                <a:solidFill>
                  <a:schemeClr val="bg2">
                    <a:lumMod val="25000"/>
                  </a:schemeClr>
                </a:solidFill>
                <a:latin typeface="Arial" panose="020B0604020202090204" pitchFamily="34" charset="0"/>
                <a:ea typeface="微软雅黑" panose="020B0503020204020204" charset="-122"/>
                <a:sym typeface="+mn-ea"/>
              </a:rPr>
              <a:t/>
            </a:r>
            <a:r>
              <a:rPr lang="en-US" altLang="zh-CN" sz="1800">
                <a:solidFill>
                  <a:schemeClr val="bg2">
                    <a:lumMod val="25000"/>
                  </a:schemeClr>
                </a:solidFill>
                <a:latin typeface="Arial" panose="020B0604020202090204" pitchFamily="34" charset="0"/>
                <a:ea typeface="微软雅黑" panose="020B0503020204020204" charset="-122"/>
                <a:sym typeface="+mn-ea"/>
              </a:rPr>
              <a:t/>
            </a:r>
            <a:endParaRPr lang="zh-CN" altLang="en-US" sz="2200">
              <a:solidFill>
                <a:schemeClr val="bg2">
                  <a:lumMod val="25000"/>
                </a:schemeClr>
              </a:solidFill>
              <a:latin typeface="Arial" panose="020B0604020202090204" pitchFamily="34" charset="0"/>
              <a:ea typeface="微软雅黑" panose="020B0503020204020204" charset="-122"/>
              <a:sym typeface="+mn-ea"/>
            </a:endParaRPr>
          </a:p>
        </p:txBody>
      </p:sp>
    </p:spTree>
    <p:custDataLst>
      <p:tags r:id="rId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979160" y="1949450"/>
            <a:ext cx="5236845" cy="925830"/>
          </a:xfrm>
        </p:spPr>
        <p:txBody>
          <a:bodyPr vert="horz">
            <a:normAutofit/>
          </a:bodyPr>
          <a:p>
            <a:r>
              <a:rPr lang="zh-CN" altLang="en-US" sz="4000">
                <a:solidFill>
                  <a:schemeClr val="bg2">
                    <a:lumMod val="25000"/>
                  </a:schemeClr>
                </a:solidFill>
                <a:latin typeface="Arial" panose="020B0604020202090204" pitchFamily="34" charset="0"/>
                <a:ea typeface="微软雅黑" panose="020B0503020204020204" charset="-122"/>
                <a:sym typeface="+mn-ea"/>
              </a:rPr>
              <a:t>Discussion &amp; Sharing (10 min)</a:t>
            </a:r>
            <a:r>
              <a:rPr lang="en-US" altLang="zh-CN" sz="40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r>
              <a:rPr lang="zh-CN" altLang="en-US" sz="1900">
                <a:solidFill>
                  <a:schemeClr val="bg2">
                    <a:lumMod val="25000"/>
                  </a:schemeClr>
                </a:solidFill>
                <a:latin typeface="Arial" panose="020B0604020202090204" pitchFamily="34" charset="0"/>
                <a:ea typeface="微软雅黑" panose="020B0503020204020204" charset="-122"/>
                <a:sym typeface="+mn-ea"/>
              </a:rPr>
              <a:t/>
            </a:r>
            <a:r>
              <a:rPr lang="en-US" altLang="zh-CN" sz="1900">
                <a:solidFill>
                  <a:schemeClr val="bg2">
                    <a:lumMod val="25000"/>
                  </a:schemeClr>
                </a:solidFill>
                <a:latin typeface="Arial" panose="020B0604020202090204" pitchFamily="34" charset="0"/>
                <a:ea typeface="微软雅黑" panose="020B0503020204020204" charset="-122"/>
                <a:sym typeface="+mn-ea"/>
              </a:rPr>
              <a:t/>
            </a:r>
            <a:endParaRPr lang="zh-CN" altLang="en-US" sz="4890">
              <a:solidFill>
                <a:schemeClr val="bg2">
                  <a:lumMod val="25000"/>
                </a:schemeClr>
              </a:solidFill>
              <a:latin typeface="Arial" panose="020B0604020202090204" pitchFamily="34" charset="0"/>
              <a:ea typeface="微软雅黑" panose="020B0503020204020204" charset="-122"/>
              <a:sym typeface="+mn-ea"/>
            </a:endParaRPr>
          </a:p>
        </p:txBody>
      </p:sp>
      <p:sp>
        <p:nvSpPr>
          <p:cNvPr id="5" name="椭圆 4"/>
          <p:cNvSpPr/>
          <p:nvPr>
            <p:custDataLst>
              <p:tags r:id="rId1"/>
            </p:custDataLst>
          </p:nvPr>
        </p:nvSpPr>
        <p:spPr>
          <a:xfrm>
            <a:off x="-1145540" y="-69532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
        <p:nvSpPr>
          <p:cNvPr id="10" name="项标题" descr="7b0a202020202262756c6c6574223a20227b5c2263617465676f727949645c223a5c225c222c5c2274656d706c61746549645c223a32303233313638347d220a7d0a"/>
          <p:cNvSpPr txBox="1"/>
          <p:nvPr>
            <p:custDataLst>
              <p:tags r:id="rId2"/>
            </p:custDataLst>
          </p:nvPr>
        </p:nvSpPr>
        <p:spPr>
          <a:xfrm>
            <a:off x="5695950" y="3216910"/>
            <a:ext cx="6278880" cy="2387600"/>
          </a:xfrm>
          <a:prstGeom prst="rect">
            <a:avLst/>
          </a:prstGeom>
          <a:noFill/>
        </p:spPr>
        <p:txBody>
          <a:bodyPr wrap="square" lIns="0" tIns="0" rIns="0" bIns="0" rtlCol="0" anchor="ctr">
            <a:normAutofit/>
          </a:bodyPr>
          <a:p>
            <a:pPr marL="457200" indent="-457200">
              <a:lnSpc>
                <a:spcPct val="200000"/>
              </a:lnSpc>
              <a:buFont typeface="Arial" panose="020B0604020202090204" pitchFamily="34" charset="0"/>
              <a:buBlip>
                <a:blip r:embed="rId3"/>
              </a:buBlip>
            </a:pPr>
            <a:r>
              <a:rPr lang="zh-CN" sz="1900">
                <a:solidFill>
                  <a:schemeClr val="bg2">
                    <a:lumMod val="25000"/>
                  </a:schemeClr>
                </a:solidFill>
                <a:latin typeface="Arial" panose="020B0604020202090204" pitchFamily="34" charset="0"/>
                <a:ea typeface="微软雅黑" panose="020B0503020204020204" charset="-122"/>
                <a:sym typeface="+mn-ea"/>
              </a:rPr>
              <a:t>What thoughts and feelings arose during the exercise?</a:t>
            </a:r>
            <a:endParaRPr lang="zh-CN" sz="2400">
              <a:solidFill>
                <a:schemeClr val="bg2">
                  <a:lumMod val="25000"/>
                </a:schemeClr>
              </a:solidFill>
              <a:latin typeface="Arial" panose="020B0604020202090204" pitchFamily="34" charset="0"/>
              <a:ea typeface="微软雅黑" panose="020B0503020204020204" charset="-122"/>
              <a:sym typeface="+mn-ea"/>
            </a:endParaRPr>
          </a:p>
          <a:p>
            <a:pPr marL="457200" indent="-457200">
              <a:lnSpc>
                <a:spcPct val="200000"/>
              </a:lnSpc>
              <a:buFont typeface="Arial" panose="020B0604020202090204" pitchFamily="34" charset="0"/>
              <a:buBlip>
                <a:blip r:embed="rId3"/>
              </a:buBlip>
            </a:pPr>
            <a:r>
              <a:rPr lang="zh-CN" sz="1900">
                <a:solidFill>
                  <a:schemeClr val="bg2">
                    <a:lumMod val="25000"/>
                  </a:schemeClr>
                </a:solidFill>
                <a:latin typeface="Arial" panose="020B0604020202090204" pitchFamily="34" charset="0"/>
                <a:ea typeface="微软雅黑" panose="020B0503020204020204" charset="-122"/>
                <a:sym typeface="+mn-ea"/>
              </a:rPr>
              <a:t>Share one chain of causes and conditions that particularly moved you</a:t>
            </a:r>
            <a:endParaRPr lang="zh-CN" sz="2400">
              <a:solidFill>
                <a:schemeClr val="bg2">
                  <a:lumMod val="25000"/>
                </a:schemeClr>
              </a:solidFill>
              <a:latin typeface="Arial" panose="020B0604020202090204" pitchFamily="34" charset="0"/>
              <a:ea typeface="微软雅黑" panose="020B0503020204020204" charset="-122"/>
              <a:sym typeface="+mn-ea"/>
            </a:endParaRPr>
          </a:p>
          <a:p>
            <a:pPr marL="457200" indent="-457200">
              <a:lnSpc>
                <a:spcPct val="200000"/>
              </a:lnSpc>
              <a:buFont typeface="Arial" panose="020B0604020202090204" pitchFamily="34" charset="0"/>
              <a:buBlip>
                <a:blip r:embed="rId3"/>
              </a:buBlip>
            </a:pPr>
            <a:r>
              <a:rPr lang="zh-CN" sz="1900">
                <a:solidFill>
                  <a:schemeClr val="bg2">
                    <a:lumMod val="25000"/>
                  </a:schemeClr>
                </a:solidFill>
                <a:latin typeface="Arial" panose="020B0604020202090204" pitchFamily="34" charset="0"/>
                <a:ea typeface="微软雅黑" panose="020B0503020204020204" charset="-122"/>
                <a:sym typeface="+mn-ea"/>
              </a:rPr>
              <a:t>What causes and conditions have I never thought to feel grateful for?</a:t>
            </a:r>
            <a:endParaRPr lang="zh-CN" altLang="en-US" sz="2400" spc="300" dirty="0">
              <a:solidFill>
                <a:schemeClr val="bg2">
                  <a:lumMod val="25000"/>
                </a:schemeClr>
              </a:solidFill>
              <a:latin typeface="Arial" panose="020B0604020202090204" pitchFamily="34" charset="0"/>
              <a:ea typeface="微软雅黑" panose="020B0503020204020204" charset="-122"/>
              <a:cs typeface="微软雅黑" panose="020B0503020204020204" charset="-122"/>
              <a:sym typeface="+mn-ea"/>
            </a:endParaRPr>
          </a:p>
        </p:txBody>
      </p:sp>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normAutofit/>
          </a:bodyPr>
          <a:lstStyle/>
          <a:p>
            <a:r>
              <a:rPr lang="zh-CN" altLang="en-US" sz="3200">
                <a:solidFill>
                  <a:schemeClr val="accent4">
                    <a:lumMod val="50000"/>
                  </a:schemeClr>
                </a:solidFill>
                <a:latin typeface="Arial" panose="020B0604020202090204" pitchFamily="34" charset="0"/>
                <a:ea typeface="微软雅黑" panose="020B0503020204020204" charset="-122"/>
                <a:cs typeface="微软雅黑" panose="020B0503020204020204" charset="-122"/>
              </a:rPr>
              <a:t>Seeing and Feeling Grateful for Everything You Have</a:t>
            </a:r>
            <a:endParaRPr lang="zh-CN" altLang="en-US" sz="4000">
              <a:solidFill>
                <a:schemeClr val="accent4">
                  <a:lumMod val="50000"/>
                </a:schemeClr>
              </a:solidFill>
              <a:latin typeface="Arial" panose="020B0604020202090204" pitchFamily="34" charset="0"/>
              <a:ea typeface="微软雅黑" panose="020B0503020204020204" charset="-122"/>
              <a:cs typeface="微软雅黑" panose="020B0503020204020204" charset="-122"/>
            </a:endParaRPr>
          </a:p>
        </p:txBody>
      </p:sp>
      <p:sp useBgFill="1">
        <p:nvSpPr>
          <p:cNvPr id="5" name="矩形 4"/>
          <p:cNvSpPr/>
          <p:nvPr>
            <p:custDataLst>
              <p:tags r:id="rId2"/>
            </p:custDataLst>
          </p:nvPr>
        </p:nvSpPr>
        <p:spPr>
          <a:xfrm>
            <a:off x="701040" y="1828800"/>
            <a:ext cx="10800715" cy="3823970"/>
          </a:xfrm>
          <a:prstGeom prst="rect">
            <a:avLst/>
          </a:prstGeom>
          <a:ln>
            <a:noFill/>
          </a:ln>
          <a:effectLst>
            <a:outerShdw blurRad="127000" dist="38100" dir="5400000" algn="t" rotWithShape="0">
              <a:schemeClr val="dk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00" rIns="360000" numCol="1" spcCol="0" rtlCol="0" fromWordArt="0" anchor="ctr" anchorCtr="0" forceAA="0" compatLnSpc="1">
            <a:noAutofit/>
          </a:bodyPr>
          <a:lstStyle/>
          <a:p>
            <a:pPr algn="just">
              <a:lnSpc>
                <a:spcPct val="130000"/>
              </a:lnSpc>
            </a:pPr>
            <a:endParaRPr lang="zh-CN" altLang="en-US" spc="150" dirty="0">
              <a:ln w="3175">
                <a:noFill/>
                <a:prstDash val="dash"/>
              </a:ln>
              <a:solidFill>
                <a:srgbClr val="262626"/>
              </a:solidFill>
              <a:uFillTx/>
              <a:latin typeface="+mn-ea"/>
              <a:ea typeface="微软雅黑" panose="020B0503020204020204" charset="-122"/>
              <a:cs typeface="微软雅黑" panose="020B0503020204020204" charset="-122"/>
              <a:sym typeface="+mn-ea"/>
            </a:endParaRPr>
          </a:p>
        </p:txBody>
      </p:sp>
      <p:sp>
        <p:nvSpPr>
          <p:cNvPr id="6" name="文本框 5"/>
          <p:cNvSpPr txBox="1"/>
          <p:nvPr>
            <p:custDataLst>
              <p:tags r:id="rId3"/>
            </p:custDataLst>
          </p:nvPr>
        </p:nvSpPr>
        <p:spPr>
          <a:xfrm>
            <a:off x="1143635" y="2055495"/>
            <a:ext cx="9916160" cy="3355340"/>
          </a:xfrm>
          <a:prstGeom prst="rect">
            <a:avLst/>
          </a:prstGeom>
          <a:noFill/>
        </p:spPr>
        <p:txBody>
          <a:bodyPr wrap="square" lIns="0" tIns="0" rIns="0" bIns="0" rtlCol="0" anchor="ctr" anchorCtr="0">
            <a:normAutofit/>
          </a:bodyPr>
          <a:lstStyle/>
          <a:p>
            <a:pPr marL="0" lvl="0" indent="0" fontAlgn="auto">
              <a:lnSpc>
                <a:spcPct val="150000"/>
              </a:lnSpc>
            </a:pPr>
            <a:r>
              <a:rPr lang="zh-CN" altLang="en-US" sz="19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Living in this world, we are both independent individuals and part of a greater whole, sustained by the nourishment of all things and the protection of all beings. That we are here today is likewise made possible by countless causes and conditions, so we should feel grateful for all of it. The Buddhist teaching of "repaying the four great kindnesses" means remembering with gratitude the kindness of parents, teachers, the nation, and all sentient beings, and vowing to repay them. When gratitude arises in us, our heart becomes joyful and tender, and we naturally think of doing something for society and for all beings. This is the foundation for growing compassion.</a:t>
            </a:r>
            <a:r>
              <a:rPr lang="en-US" altLang="zh-CN" sz="19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zh-CN" altLang="en-US" sz="19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en-US" altLang="zh-CN" sz="19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r>
              <a:rPr lang="zh-CN" altLang="en-US" sz="19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rPr>
              <a:t/>
            </a:r>
            <a:endParaRPr lang="zh-CN" altLang="en-US" sz="2400" kern="0" dirty="0">
              <a:ln>
                <a:noFill/>
                <a:prstDash val="sysDot"/>
              </a:ln>
              <a:solidFill>
                <a:schemeClr val="tx1">
                  <a:lumMod val="85000"/>
                  <a:lumOff val="15000"/>
                </a:schemeClr>
              </a:solidFill>
              <a:latin typeface="Arial" panose="020B0604020202090204" pitchFamily="34" charset="0"/>
              <a:ea typeface="微软雅黑" panose="020B0503020204020204" charset="-122"/>
              <a:cs typeface="Hiragino Sans GB W3" panose="020B0300000000000000" charset="-122"/>
              <a:sym typeface="+mn-ea"/>
            </a:endParaRPr>
          </a:p>
        </p:txBody>
      </p:sp>
      <p:sp>
        <p:nvSpPr>
          <p:cNvPr id="19" name="椭圆 18"/>
          <p:cNvSpPr/>
          <p:nvPr>
            <p:custDataLst>
              <p:tags r:id="rId4"/>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5"/>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p:cNvSpPr>
            <a:spLocks noGrp="1"/>
          </p:cNvSpPr>
          <p:nvPr>
            <p:custDataLst>
              <p:tags r:id="rId1"/>
            </p:custDataLst>
          </p:nvPr>
        </p:nvSpPr>
        <p:spPr>
          <a:xfrm>
            <a:off x="1191895" y="3217545"/>
            <a:ext cx="4293870" cy="2220595"/>
          </a:xfrm>
          <a:prstGeom prst="rect">
            <a:avLst/>
          </a:prstGeom>
        </p:spPr>
        <p:txBody>
          <a:bodyPr vert="horz" wrap="square" lIns="0" tIns="0" rIns="0" bIns="0" rtlCol="0" anchor="t" anchorCtr="0">
            <a:normAutofit/>
          </a:bodyPr>
          <a:lstStyle>
            <a:lvl1pPr algn="l" defTabSz="914400" rtl="0" eaLnBrk="1" latinLnBrk="0" hangingPunct="1">
              <a:lnSpc>
                <a:spcPct val="100000"/>
              </a:lnSpc>
              <a:spcBef>
                <a:spcPct val="0"/>
              </a:spcBef>
              <a:buNone/>
              <a:defRPr sz="4800" b="1" kern="1200">
                <a:solidFill>
                  <a:srgbClr val="000000">
                    <a:lumMod val="85000"/>
                    <a:lumOff val="15000"/>
                  </a:srgbClr>
                </a:solidFill>
                <a:latin typeface="+mj-lt"/>
                <a:ea typeface="+mj-ea"/>
                <a:cs typeface="+mj-cs"/>
              </a:defRPr>
            </a:lvl1pPr>
          </a:lstStyle>
          <a:p>
            <a:pPr>
              <a:lnSpc>
                <a:spcPct val="150000"/>
              </a:lnSpc>
            </a:pPr>
            <a:r>
              <a:rPr lang="zh-CN" altLang="en-US">
                <a:latin typeface="Arial" panose="020B0604020202090204" pitchFamily="34" charset="0"/>
                <a:ea typeface="微软雅黑" panose="020B0503020204020204" charset="-122"/>
              </a:rPr>
              <a:t>Summary &amp; Practice Plan</a:t>
            </a:r>
            <a:r>
              <a:rPr lang="en-US" altLang="zh-CN">
                <a:latin typeface="Arial" panose="020B0604020202090204" pitchFamily="34" charset="0"/>
                <a:ea typeface="微软雅黑" panose="020B0503020204020204" charset="-122"/>
              </a:rPr>
              <a:t/>
            </a:r>
            <a:r>
              <a:rPr lang="zh-CN" altLang="en-US">
                <a:latin typeface="Arial" panose="020B0604020202090204" pitchFamily="34" charset="0"/>
                <a:ea typeface="微软雅黑" panose="020B0503020204020204" charset="-122"/>
              </a:rPr>
              <a:t/>
            </a:r>
            <a:endParaRPr lang="zh-CN" altLang="en-US">
              <a:latin typeface="Arial" panose="020B0604020202090204" pitchFamily="34" charset="0"/>
              <a:ea typeface="微软雅黑" panose="020B0503020204020204" charset="-122"/>
            </a:endParaRPr>
          </a:p>
        </p:txBody>
      </p:sp>
      <p:sp>
        <p:nvSpPr>
          <p:cNvPr id="12" name="节编号"/>
          <p:cNvSpPr>
            <a:spLocks noGrp="1"/>
          </p:cNvSpPr>
          <p:nvPr>
            <p:custDataLst>
              <p:tags r:id="rId2"/>
            </p:custDataLst>
          </p:nvPr>
        </p:nvSpPr>
        <p:spPr>
          <a:xfrm>
            <a:off x="1190625" y="1855094"/>
            <a:ext cx="4264546" cy="1224000"/>
          </a:xfrm>
          <a:prstGeom prst="rect">
            <a:avLst/>
          </a:prstGeom>
        </p:spPr>
        <p:txBody>
          <a:bodyPr vert="horz" wrap="none" lIns="0" tIns="0" rIns="0" bIns="0" rtlCol="0" anchor="ctr">
            <a:normAutofit/>
          </a:bodyPr>
          <a:lstStyle>
            <a:lvl1pPr marL="0" indent="0" algn="l" defTabSz="914400" rtl="0" eaLnBrk="1" latinLnBrk="0" hangingPunct="1">
              <a:lnSpc>
                <a:spcPct val="130000"/>
              </a:lnSpc>
              <a:spcBef>
                <a:spcPts val="1000"/>
              </a:spcBef>
              <a:buFont typeface="Arial" panose="020B0604020202090204" pitchFamily="34" charset="0"/>
              <a:buNone/>
              <a:defRPr sz="5400" b="1" kern="1200">
                <a:solidFill>
                  <a:srgbClr val="8D624F"/>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90204" pitchFamily="34" charset="0"/>
              <a:buChar char="•"/>
              <a:defRPr sz="2000" kern="1200">
                <a:solidFill>
                  <a:srgbClr val="000000">
                    <a:lumMod val="65000"/>
                    <a:lumOff val="35000"/>
                  </a:srgb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90204" pitchFamily="34" charset="0"/>
              <a:buChar char="•"/>
              <a:defRPr sz="1800" kern="1200">
                <a:solidFill>
                  <a:srgbClr val="000000">
                    <a:lumMod val="65000"/>
                    <a:lumOff val="35000"/>
                  </a:srgb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90204" pitchFamily="34" charset="0"/>
              <a:buChar char="•"/>
              <a:defRPr sz="1600" kern="1200">
                <a:solidFill>
                  <a:srgbClr val="000000">
                    <a:lumMod val="65000"/>
                    <a:lumOff val="35000"/>
                  </a:srgb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90204" pitchFamily="34" charset="0"/>
              <a:buChar char="•"/>
              <a:defRPr sz="1400" kern="1200">
                <a:solidFill>
                  <a:srgbClr val="000000">
                    <a:lumMod val="65000"/>
                    <a:lumOff val="3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rgbClr val="000000"/>
                </a:solidFill>
                <a:latin typeface="+mn-lt"/>
                <a:ea typeface="+mn-ea"/>
                <a:cs typeface="+mn-cs"/>
              </a:defRPr>
            </a:lvl9pPr>
          </a:lstStyle>
          <a:p>
            <a:r>
              <a:rPr lang="en-US" altLang="zh-CN">
                <a:latin typeface="Arial" panose="020B0604020202090204" pitchFamily="34" charset="0"/>
                <a:ea typeface="微软雅黑" panose="020B0503020204020204" charset="-122"/>
              </a:rPr>
              <a:t>PART 06</a:t>
            </a:r>
            <a:r>
              <a:rPr lang="zh-CN" altLang="en-US">
                <a:latin typeface="Arial" panose="020B0604020202090204" pitchFamily="34" charset="0"/>
                <a:ea typeface="微软雅黑" panose="020B0503020204020204" charset="-122"/>
              </a:rPr>
              <a:t/>
            </a:r>
            <a:r>
              <a:rPr lang="en-US" altLang="zh-CN">
                <a:latin typeface="Arial" panose="020B0604020202090204" pitchFamily="34" charset="0"/>
                <a:ea typeface="微软雅黑" panose="020B0503020204020204" charset="-122"/>
              </a:rPr>
              <a:t/>
            </a:r>
            <a:endParaRPr lang="en-US" altLang="zh-CN">
              <a:latin typeface="Arial" panose="020B0604020202090204" pitchFamily="34" charset="0"/>
              <a:ea typeface="微软雅黑" panose="020B0503020204020204" charset="-122"/>
            </a:endParaRPr>
          </a:p>
        </p:txBody>
      </p:sp>
      <p:sp>
        <p:nvSpPr>
          <p:cNvPr id="3" name="弦形 2"/>
          <p:cNvSpPr/>
          <p:nvPr/>
        </p:nvSpPr>
        <p:spPr>
          <a:xfrm>
            <a:off x="10685780" y="1906905"/>
            <a:ext cx="3002915" cy="3029585"/>
          </a:xfrm>
          <a:prstGeom prst="chord">
            <a:avLst>
              <a:gd name="adj1" fmla="val 5338894"/>
              <a:gd name="adj2" fmla="val 16200000"/>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normAutofit/>
          </a:bodyPr>
          <a:p>
            <a:r>
              <a:rPr lang="zh-CN" altLang="en-US">
                <a:solidFill>
                  <a:schemeClr val="bg2">
                    <a:lumMod val="25000"/>
                  </a:schemeClr>
                </a:solidFill>
                <a:latin typeface="Arial" panose="020B0604020202090204" pitchFamily="34" charset="0"/>
                <a:ea typeface="微软雅黑" panose="020B0503020204020204" charset="-122"/>
              </a:rPr>
              <a:t>Key Points Review</a:t>
            </a:r>
            <a:endParaRPr lang="zh-CN" altLang="en-US">
              <a:solidFill>
                <a:schemeClr val="bg2">
                  <a:lumMod val="25000"/>
                </a:schemeClr>
              </a:solidFill>
              <a:latin typeface="Arial" panose="020B0604020202090204" pitchFamily="34" charset="0"/>
              <a:ea typeface="微软雅黑" panose="020B0503020204020204" charset="-122"/>
            </a:endParaRPr>
          </a:p>
        </p:txBody>
      </p:sp>
      <p:sp>
        <p:nvSpPr>
          <p:cNvPr id="3" name="内容占位符 2"/>
          <p:cNvSpPr>
            <a:spLocks noGrp="1"/>
          </p:cNvSpPr>
          <p:nvPr>
            <p:ph idx="1"/>
            <p:custDataLst>
              <p:tags r:id="rId2"/>
            </p:custDataLst>
          </p:nvPr>
        </p:nvSpPr>
        <p:spPr/>
        <p:txBody>
          <a:bodyPr>
            <a:normAutofit/>
          </a:bodyPr>
          <a:p>
            <a:pPr marL="457200" indent="-457200">
              <a:lnSpc>
                <a:spcPct val="200000"/>
              </a:lnSpc>
              <a:buAutoNum type="arabicPeriod"/>
            </a:pPr>
            <a:r>
              <a:rPr lang="zh-CN" altLang="en-US">
                <a:latin typeface="Arial" panose="020B0604020202090204" pitchFamily="34" charset="0"/>
                <a:ea typeface="微软雅黑" panose="020B0503020204020204" charset="-122"/>
                <a:cs typeface="Hiragino Sans GB W3" panose="020B0300000000000000" charset="-122"/>
              </a:rPr>
              <a:t>What is the essence of gratitude?</a:t>
            </a:r>
            <a:endParaRPr lang="zh-CN" altLang="en-US">
              <a:latin typeface="Arial" panose="020B0604020202090204" pitchFamily="34" charset="0"/>
              <a:ea typeface="微软雅黑" panose="020B0503020204020204" charset="-122"/>
              <a:cs typeface="Hiragino Sans GB W3" panose="020B0300000000000000" charset="-122"/>
            </a:endParaRPr>
          </a:p>
          <a:p>
            <a:pPr marL="800100" lvl="1" indent="-342900">
              <a:lnSpc>
                <a:spcPct val="200000"/>
              </a:lnSpc>
            </a:pPr>
            <a:r>
              <a:rPr lang="zh-CN" altLang="en-US" sz="1800">
                <a:latin typeface="Arial" panose="020B0604020202090204" pitchFamily="34" charset="0"/>
                <a:ea typeface="微软雅黑" panose="020B0503020204020204" charset="-122"/>
                <a:cs typeface="Hiragino Sans GB W3" panose="020B0300000000000000" charset="-122"/>
              </a:rPr>
              <a:t>Being grateful for everything you have, and appreciating all those who have contributed.</a:t>
            </a:r>
            <a:endParaRPr lang="en-US" altLang="zh-CN" sz="2200">
              <a:latin typeface="Arial" panose="020B0604020202090204" pitchFamily="34" charset="0"/>
              <a:ea typeface="微软雅黑" panose="020B0503020204020204" charset="-122"/>
              <a:cs typeface="Hiragino Sans GB W3" panose="020B0300000000000000" charset="-122"/>
            </a:endParaRPr>
          </a:p>
          <a:p>
            <a:pPr marL="457200" indent="-457200">
              <a:lnSpc>
                <a:spcPct val="200000"/>
              </a:lnSpc>
              <a:buAutoNum type="arabicPeriod"/>
            </a:pPr>
            <a:r>
              <a:rPr lang="zh-CN" altLang="en-US">
                <a:latin typeface="Arial" panose="020B0604020202090204" pitchFamily="34" charset="0"/>
                <a:ea typeface="微软雅黑" panose="020B0503020204020204" charset="-122"/>
                <a:cs typeface="Hiragino Sans GB W3" panose="020B0300000000000000" charset="-122"/>
              </a:rPr>
              <a:t>What are the benefits of cultivating gratitude?</a:t>
            </a:r>
            <a:endParaRPr lang="zh-CN" altLang="en-US">
              <a:latin typeface="Arial" panose="020B0604020202090204" pitchFamily="34" charset="0"/>
              <a:ea typeface="微软雅黑" panose="020B0503020204020204" charset="-122"/>
              <a:cs typeface="Hiragino Sans GB W3" panose="020B0300000000000000" charset="-122"/>
            </a:endParaRPr>
          </a:p>
          <a:p>
            <a:pPr marL="800100" lvl="1" indent="-342900">
              <a:lnSpc>
                <a:spcPct val="200000"/>
              </a:lnSpc>
            </a:pPr>
            <a:r>
              <a:rPr lang="zh-CN" altLang="en-US" sz="1800">
                <a:latin typeface="Arial" panose="020B0604020202090204" pitchFamily="34" charset="0"/>
                <a:ea typeface="微软雅黑" panose="020B0503020204020204" charset="-122"/>
                <a:cs typeface="Hiragino Sans GB W3" panose="020B0300000000000000" charset="-122"/>
              </a:rPr>
              <a:t>Happiness, joy, merit, harmony...</a:t>
            </a:r>
            <a:endParaRPr lang="en-US" altLang="zh-CN" sz="2200">
              <a:latin typeface="Arial" panose="020B0604020202090204" pitchFamily="34" charset="0"/>
              <a:ea typeface="微软雅黑" panose="020B0503020204020204" charset="-122"/>
              <a:cs typeface="Hiragino Sans GB W3" panose="020B0300000000000000" charset="-122"/>
            </a:endParaRPr>
          </a:p>
          <a:p>
            <a:pPr marL="457200" indent="-457200">
              <a:lnSpc>
                <a:spcPct val="200000"/>
              </a:lnSpc>
              <a:buAutoNum type="arabicPeriod"/>
            </a:pPr>
            <a:r>
              <a:rPr lang="zh-CN" altLang="en-US">
                <a:latin typeface="Arial" panose="020B0604020202090204" pitchFamily="34" charset="0"/>
                <a:ea typeface="微软雅黑" panose="020B0503020204020204" charset="-122"/>
                <a:cs typeface="Hiragino Sans GB W3" panose="020B0300000000000000" charset="-122"/>
              </a:rPr>
              <a:t>How to Cultivate Gratitude</a:t>
            </a:r>
            <a:endParaRPr lang="zh-CN" altLang="en-US">
              <a:latin typeface="Arial" panose="020B0604020202090204" pitchFamily="34" charset="0"/>
              <a:ea typeface="微软雅黑" panose="020B0503020204020204" charset="-122"/>
              <a:cs typeface="Hiragino Sans GB W3" panose="020B0300000000000000" charset="-122"/>
            </a:endParaRPr>
          </a:p>
          <a:p>
            <a:pPr marL="800100" lvl="1" indent="-342900" algn="l">
              <a:lnSpc>
                <a:spcPct val="200000"/>
              </a:lnSpc>
            </a:pPr>
            <a:r>
              <a:rPr lang="zh-CN" altLang="en-US" sz="1800">
                <a:latin typeface="Arial" panose="020B0604020202090204" pitchFamily="34" charset="0"/>
                <a:ea typeface="微软雅黑" panose="020B0503020204020204" charset="-122"/>
                <a:cs typeface="Hiragino Sans GB W3" panose="020B0300000000000000" charset="-122"/>
              </a:rPr>
              <a:t>[Gratitude Journal] Actively noticing the people, events, and things in life worth feeling grateful for</a:t>
            </a:r>
            <a:r>
              <a:rPr lang="zh-CN" altLang="en-US" sz="1800">
                <a:latin typeface="Arial" panose="020B0604020202090204" pitchFamily="34" charset="0"/>
                <a:ea typeface="微软雅黑" panose="020B0503020204020204" charset="-122"/>
                <a:cs typeface="Hiragino Sans GB W3" panose="020B0300000000000000" charset="-122"/>
              </a:rPr>
              <a:t/>
            </a:r>
            <a:endParaRPr lang="zh-CN" altLang="en-US" sz="2200">
              <a:latin typeface="Arial" panose="020B0604020202090204" pitchFamily="34" charset="0"/>
              <a:ea typeface="微软雅黑" panose="020B0503020204020204" charset="-122"/>
              <a:cs typeface="Hiragino Sans GB W3" panose="020B0300000000000000" charset="-122"/>
            </a:endParaRPr>
          </a:p>
          <a:p>
            <a:pPr marL="800100" lvl="1" indent="-342900" algn="l">
              <a:lnSpc>
                <a:spcPct val="200000"/>
              </a:lnSpc>
            </a:pPr>
            <a:r>
              <a:rPr lang="zh-CN" altLang="en-US" sz="1800">
                <a:latin typeface="Arial" panose="020B0604020202090204" pitchFamily="34" charset="0"/>
                <a:ea typeface="微软雅黑" panose="020B0503020204020204" charset="-122"/>
                <a:cs typeface="Hiragino Sans GB W3" panose="020B0300000000000000" charset="-122"/>
              </a:rPr>
              <a:t>[Web of Causality] Establishing gratitude through the perspective of dependent origination</a:t>
            </a:r>
            <a:r>
              <a:rPr lang="zh-CN" altLang="en-US" sz="1800">
                <a:latin typeface="Arial" panose="020B0604020202090204" pitchFamily="34" charset="0"/>
                <a:ea typeface="微软雅黑" panose="020B0503020204020204" charset="-122"/>
                <a:cs typeface="Hiragino Sans GB W3" panose="020B0300000000000000" charset="-122"/>
              </a:rPr>
              <a:t/>
            </a:r>
            <a:endParaRPr lang="zh-CN" altLang="en-US" sz="2200">
              <a:latin typeface="Arial" panose="020B0604020202090204" pitchFamily="34" charset="0"/>
              <a:ea typeface="微软雅黑" panose="020B0503020204020204" charset="-122"/>
              <a:cs typeface="Hiragino Sans GB W3" panose="020B0300000000000000" charset="-122"/>
            </a:endParaRPr>
          </a:p>
        </p:txBody>
      </p:sp>
      <p:sp>
        <p:nvSpPr>
          <p:cNvPr id="2" name="灯片编号占位符 1"/>
          <p:cNvSpPr>
            <a:spLocks noGrp="1"/>
          </p:cNvSpPr>
          <p:nvPr>
            <p:ph type="sldNum" sz="quarter" idx="12"/>
          </p:nvPr>
        </p:nvSpPr>
        <p:spPr/>
        <p:txBody>
          <a:bodyPr/>
          <a:p>
            <a:fld id="{BE5F26B5-172A-4DC2-B0B7-181CFC56B87C}" type="slidenum">
              <a:rPr lang="zh-CN" altLang="en-US" smtClean="0">
                <a:latin typeface="Arial" panose="020B0604020202090204" pitchFamily="34" charset="0"/>
                <a:ea typeface="微软雅黑" panose="020B0503020204020204" charset="-122"/>
              </a:rPr>
            </a:fld>
            <a:endParaRPr lang="zh-CN" altLang="en-US" smtClean="0">
              <a:latin typeface="Arial" panose="020B0604020202090204" pitchFamily="34" charset="0"/>
              <a:ea typeface="微软雅黑" panose="020B0503020204020204" charset="-122"/>
            </a:endParaRPr>
          </a:p>
        </p:txBody>
      </p:sp>
      <p:sp>
        <p:nvSpPr>
          <p:cNvPr id="19" name="椭圆 18"/>
          <p:cNvSpPr/>
          <p:nvPr>
            <p:custDataLst>
              <p:tags r:id="rId3"/>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vert="horz" wrap="square" lIns="0" tIns="0" rIns="0" bIns="0" rtlCol="0" anchor="b">
            <a:normAutofit/>
          </a:bodyPr>
          <a:lstStyle/>
          <a:p>
            <a:pPr lvl="0" algn="l">
              <a:buClrTx/>
              <a:buSzTx/>
              <a:buFontTx/>
            </a:pPr>
            <a:r>
              <a:rPr lang="zh-CN" altLang="en-US" sz="2900" dirty="0">
                <a:solidFill>
                  <a:schemeClr val="accent1">
                    <a:lumMod val="50000"/>
                  </a:schemeClr>
                </a:solidFill>
                <a:latin typeface="Arial" panose="020B0604020202090204" pitchFamily="34" charset="0"/>
                <a:ea typeface="微软雅黑" panose="020B0503020204020204" charset="-122"/>
                <a:sym typeface="+mn-ea"/>
              </a:rPr>
              <a:t>Purpose of the Practice</a:t>
            </a:r>
            <a:endParaRPr lang="zh-CN" altLang="en-US" sz="3600" dirty="0">
              <a:solidFill>
                <a:schemeClr val="accent1">
                  <a:lumMod val="50000"/>
                </a:schemeClr>
              </a:solidFill>
              <a:latin typeface="Arial" panose="020B0604020202090204" pitchFamily="34" charset="0"/>
              <a:ea typeface="微软雅黑" panose="020B0503020204020204" charset="-122"/>
              <a:sym typeface="+mn-ea"/>
            </a:endParaRPr>
          </a:p>
        </p:txBody>
      </p:sp>
      <p:sp>
        <p:nvSpPr>
          <p:cNvPr id="19" name="椭圆 18"/>
          <p:cNvSpPr/>
          <p:nvPr>
            <p:custDataLst>
              <p:tags r:id="rId2"/>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Hiragino Sans GB W3" panose="020B0300000000000000" charset="-122"/>
              <a:ea typeface="Hiragino Sans GB W3" panose="020B0300000000000000" charset="-122"/>
            </a:endParaRPr>
          </a:p>
        </p:txBody>
      </p:sp>
      <p:sp>
        <p:nvSpPr>
          <p:cNvPr id="3" name="灯片编号占位符 2"/>
          <p:cNvSpPr>
            <a:spLocks noGrp="1"/>
          </p:cNvSpPr>
          <p:nvPr>
            <p:ph type="sldNum" sz="quarter" idx="12"/>
          </p:nvPr>
        </p:nvSpPr>
        <p:spPr>
          <a:xfrm>
            <a:off x="8753983" y="6007735"/>
            <a:ext cx="2743200" cy="365125"/>
          </a:xfrm>
        </p:spPr>
        <p:txBody>
          <a:bodyPr/>
          <a:p>
            <a:fld id="{BE5F26B5-172A-4DC2-B0B7-181CFC56B87C}" type="slidenum">
              <a:rPr lang="zh-CN" altLang="en-US" smtClean="0">
                <a:latin typeface="Hiragino Sans GB W3" panose="020B0300000000000000" charset="-122"/>
                <a:ea typeface="Hiragino Sans GB W3" panose="020B0300000000000000" charset="-122"/>
              </a:rPr>
            </a:fld>
            <a:endParaRPr lang="zh-CN" altLang="en-US" smtClean="0">
              <a:latin typeface="Hiragino Sans GB W3" panose="020B0300000000000000" charset="-122"/>
              <a:ea typeface="Hiragino Sans GB W3" panose="020B0300000000000000" charset="-122"/>
            </a:endParaRPr>
          </a:p>
        </p:txBody>
      </p:sp>
      <p:sp>
        <p:nvSpPr>
          <p:cNvPr id="50" name="矩形: 圆角 44"/>
          <p:cNvSpPr/>
          <p:nvPr>
            <p:custDataLst>
              <p:tags r:id="rId3"/>
            </p:custDataLst>
          </p:nvPr>
        </p:nvSpPr>
        <p:spPr>
          <a:xfrm>
            <a:off x="695960" y="1366520"/>
            <a:ext cx="10800080" cy="1473200"/>
          </a:xfrm>
          <a:prstGeom prst="roundRect">
            <a:avLst>
              <a:gd name="adj" fmla="val 5124"/>
            </a:avLst>
          </a:prstGeom>
          <a:gradFill>
            <a:gsLst>
              <a:gs pos="0">
                <a:schemeClr val="accent1">
                  <a:lumMod val="5000"/>
                  <a:lumOff val="95000"/>
                  <a:alpha val="0"/>
                </a:schemeClr>
              </a:gs>
              <a:gs pos="100000">
                <a:schemeClr val="accent1">
                  <a:lumMod val="20000"/>
                  <a:lumOff val="80000"/>
                  <a:alpha val="20000"/>
                </a:schemeClr>
              </a:gs>
            </a:gsLst>
            <a:lin ang="0" scaled="0"/>
          </a:gradFill>
          <a:ln w="9525">
            <a:gradFill flip="none" rotWithShape="1">
              <a:gsLst>
                <a:gs pos="0">
                  <a:schemeClr val="accent1">
                    <a:lumMod val="20000"/>
                    <a:lumOff val="80000"/>
                    <a:alpha val="100000"/>
                  </a:schemeClr>
                </a:gs>
                <a:gs pos="100000">
                  <a:schemeClr val="accent1">
                    <a:lumMod val="60000"/>
                    <a:lumOff val="40000"/>
                    <a:alpha val="100000"/>
                  </a:schemeClr>
                </a:gs>
              </a:gsLst>
              <a:lin ang="10800000" scaled="1"/>
              <a:tileRect/>
            </a:gradFill>
            <a:round/>
          </a:ln>
        </p:spPr>
        <p:txBody>
          <a:bodyPr vert="horz" wrap="square" lIns="91440" tIns="45720" rIns="91440" bIns="45720" numCol="1" anchor="t" anchorCtr="0" compatLnSpc="1"/>
          <a:p>
            <a:endParaRPr lang="zh-CN" altLang="en-US">
              <a:solidFill>
                <a:schemeClr val="tx1"/>
              </a:solidFill>
              <a:latin typeface="Hiragino Sans GB W3" panose="020B0300000000000000" charset="-122"/>
              <a:ea typeface="Hiragino Sans GB W3" panose="020B0300000000000000" charset="-122"/>
            </a:endParaRPr>
          </a:p>
        </p:txBody>
      </p:sp>
      <p:sp>
        <p:nvSpPr>
          <p:cNvPr id="51" name="矩形 50"/>
          <p:cNvSpPr/>
          <p:nvPr>
            <p:custDataLst>
              <p:tags r:id="rId4"/>
            </p:custDataLst>
          </p:nvPr>
        </p:nvSpPr>
        <p:spPr>
          <a:xfrm>
            <a:off x="937260" y="1367155"/>
            <a:ext cx="2272030" cy="1472566"/>
          </a:xfrm>
          <a:prstGeom prst="rect">
            <a:avLst/>
          </a:prstGeom>
          <a:noFill/>
        </p:spPr>
        <p:txBody>
          <a:bodyPr wrap="square" lIns="0" tIns="0" rIns="0" bIns="0" rtlCol="0" anchor="ctr">
            <a:normAutofit/>
          </a:bodyPr>
          <a:p>
            <a:pPr algn="ctr">
              <a:spcBef>
                <a:spcPct val="0"/>
              </a:spcBef>
              <a:spcAft>
                <a:spcPct val="0"/>
              </a:spcAft>
            </a:pPr>
            <a:r>
              <a:rPr lang="zh-CN" altLang="en-US" sz="2200" b="1" dirty="0">
                <a:solidFill>
                  <a:schemeClr val="accent2"/>
                </a:solidFill>
                <a:latin typeface="Arial" panose="020B0604020202090204" pitchFamily="34" charset="0"/>
                <a:ea typeface="微软雅黑" panose="020B0503020204020204" charset="-122"/>
                <a:cs typeface="+mn-ea"/>
                <a:sym typeface="+mn-ea"/>
              </a:rPr>
              <a:t>Self-Reflection</a:t>
            </a:r>
            <a:endParaRPr lang="zh-CN" altLang="en-US" sz="2800" b="1" dirty="0">
              <a:solidFill>
                <a:schemeClr val="accent2"/>
              </a:solidFill>
              <a:latin typeface="Arial" panose="020B0604020202090204" pitchFamily="34" charset="0"/>
              <a:ea typeface="微软雅黑" panose="020B0503020204020204" charset="-122"/>
              <a:cs typeface="+mn-ea"/>
              <a:sym typeface="+mn-ea"/>
            </a:endParaRPr>
          </a:p>
        </p:txBody>
      </p:sp>
      <p:sp>
        <p:nvSpPr>
          <p:cNvPr id="52" name="矩形 51"/>
          <p:cNvSpPr/>
          <p:nvPr>
            <p:custDataLst>
              <p:tags r:id="rId5"/>
            </p:custDataLst>
          </p:nvPr>
        </p:nvSpPr>
        <p:spPr>
          <a:xfrm>
            <a:off x="3572510" y="1367155"/>
            <a:ext cx="7923528" cy="1472566"/>
          </a:xfrm>
          <a:prstGeom prst="rect">
            <a:avLst/>
          </a:prstGeom>
          <a:noFill/>
        </p:spPr>
        <p:txBody>
          <a:bodyPr wrap="square" lIns="0" tIns="0" rIns="0" bIns="0" rtlCol="0" anchor="ctr" anchorCtr="0">
            <a:normAutofit/>
          </a:bodyPr>
          <a:p>
            <a:pPr>
              <a:lnSpc>
                <a:spcPct val="150000"/>
              </a:lnSpc>
              <a:spcBef>
                <a:spcPct val="0"/>
              </a:spcBef>
              <a:spcAft>
                <a:spcPct val="0"/>
              </a:spcAft>
            </a:pPr>
            <a:r>
              <a:rPr lang="zh-CN" altLang="en-US" sz="1900" dirty="0">
                <a:solidFill>
                  <a:schemeClr val="tx1">
                    <a:lumMod val="85000"/>
                    <a:lumOff val="15000"/>
                  </a:schemeClr>
                </a:solidFill>
                <a:latin typeface="Arial" panose="020B0604020202090204" pitchFamily="34" charset="0"/>
                <a:ea typeface="微软雅黑" panose="020B0503020204020204" charset="-122"/>
                <a:cs typeface="+mn-ea"/>
                <a:sym typeface="+mn-ea"/>
              </a:rPr>
              <a:t>Build the habit of consciously facing present-moment people and events with gratitude across different life situations.</a:t>
            </a:r>
            <a:endParaRPr lang="zh-CN" altLang="en-US" sz="2400" dirty="0">
              <a:solidFill>
                <a:schemeClr val="tx1">
                  <a:lumMod val="85000"/>
                  <a:lumOff val="15000"/>
                </a:schemeClr>
              </a:solidFill>
              <a:latin typeface="Arial" panose="020B0604020202090204" pitchFamily="34" charset="0"/>
              <a:ea typeface="微软雅黑" panose="020B0503020204020204" charset="-122"/>
              <a:cs typeface="+mn-ea"/>
              <a:sym typeface="+mn-ea"/>
            </a:endParaRPr>
          </a:p>
        </p:txBody>
      </p:sp>
      <p:cxnSp>
        <p:nvCxnSpPr>
          <p:cNvPr id="53" name="直接连接符 52"/>
          <p:cNvCxnSpPr/>
          <p:nvPr>
            <p:custDataLst>
              <p:tags r:id="rId6"/>
            </p:custDataLst>
          </p:nvPr>
        </p:nvCxnSpPr>
        <p:spPr>
          <a:xfrm>
            <a:off x="3368040" y="1645920"/>
            <a:ext cx="0" cy="915035"/>
          </a:xfrm>
          <a:prstGeom prst="line">
            <a:avLst/>
          </a:prstGeom>
          <a:ln w="12700">
            <a:gradFill flip="none" rotWithShape="1">
              <a:gsLst>
                <a:gs pos="0">
                  <a:schemeClr val="accent1">
                    <a:alpha val="0"/>
                  </a:schemeClr>
                </a:gs>
                <a:gs pos="53000">
                  <a:schemeClr val="accent1">
                    <a:alpha val="10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4" name="矩形: 圆角 44"/>
          <p:cNvSpPr/>
          <p:nvPr>
            <p:custDataLst>
              <p:tags r:id="rId7"/>
            </p:custDataLst>
          </p:nvPr>
        </p:nvSpPr>
        <p:spPr>
          <a:xfrm>
            <a:off x="695960" y="3088640"/>
            <a:ext cx="10800080" cy="1473200"/>
          </a:xfrm>
          <a:prstGeom prst="roundRect">
            <a:avLst>
              <a:gd name="adj" fmla="val 5124"/>
            </a:avLst>
          </a:prstGeom>
          <a:gradFill>
            <a:gsLst>
              <a:gs pos="0">
                <a:schemeClr val="accent2">
                  <a:lumMod val="5000"/>
                  <a:lumOff val="95000"/>
                  <a:alpha val="0"/>
                </a:schemeClr>
              </a:gs>
              <a:gs pos="100000">
                <a:schemeClr val="accent2">
                  <a:lumMod val="20000"/>
                  <a:lumOff val="80000"/>
                  <a:alpha val="20000"/>
                </a:schemeClr>
              </a:gs>
            </a:gsLst>
            <a:lin ang="0" scaled="0"/>
          </a:gradFill>
          <a:ln w="9525">
            <a:gradFill flip="none" rotWithShape="1">
              <a:gsLst>
                <a:gs pos="0">
                  <a:schemeClr val="accent2">
                    <a:lumMod val="20000"/>
                    <a:lumOff val="80000"/>
                    <a:alpha val="100000"/>
                  </a:schemeClr>
                </a:gs>
                <a:gs pos="100000">
                  <a:schemeClr val="accent2">
                    <a:lumMod val="60000"/>
                    <a:lumOff val="40000"/>
                    <a:alpha val="100000"/>
                  </a:schemeClr>
                </a:gs>
              </a:gsLst>
              <a:lin ang="10800000" scaled="1"/>
              <a:tileRect/>
            </a:gradFill>
            <a:round/>
          </a:ln>
        </p:spPr>
        <p:txBody>
          <a:bodyPr vert="horz" wrap="square" lIns="91440" tIns="45720" rIns="91440" bIns="45720" numCol="1" anchor="t" anchorCtr="0" compatLnSpc="1"/>
          <a:p>
            <a:endParaRPr lang="zh-CN" altLang="en-US" b="1">
              <a:solidFill>
                <a:schemeClr val="tx1"/>
              </a:solidFill>
              <a:latin typeface="Hiragino Sans GB W6" panose="020B0300000000000000" charset="-122"/>
              <a:ea typeface="Hiragino Sans GB W6" panose="020B0300000000000000" charset="-122"/>
            </a:endParaRPr>
          </a:p>
        </p:txBody>
      </p:sp>
      <p:sp>
        <p:nvSpPr>
          <p:cNvPr id="55" name="矩形 54"/>
          <p:cNvSpPr/>
          <p:nvPr>
            <p:custDataLst>
              <p:tags r:id="rId8"/>
            </p:custDataLst>
          </p:nvPr>
        </p:nvSpPr>
        <p:spPr>
          <a:xfrm>
            <a:off x="3572510" y="3089275"/>
            <a:ext cx="7923527" cy="1472566"/>
          </a:xfrm>
          <a:prstGeom prst="rect">
            <a:avLst/>
          </a:prstGeom>
          <a:noFill/>
        </p:spPr>
        <p:txBody>
          <a:bodyPr wrap="square" lIns="0" tIns="0" rIns="0" bIns="0" rtlCol="0" anchor="ctr" anchorCtr="0">
            <a:normAutofit/>
          </a:bodyPr>
          <a:p>
            <a:pPr>
              <a:lnSpc>
                <a:spcPct val="150000"/>
              </a:lnSpc>
              <a:spcBef>
                <a:spcPct val="0"/>
              </a:spcBef>
              <a:spcAft>
                <a:spcPct val="0"/>
              </a:spcAft>
            </a:pPr>
            <a:r>
              <a:rPr lang="zh-CN" altLang="en-US" sz="1900" dirty="0">
                <a:solidFill>
                  <a:schemeClr val="tx1">
                    <a:lumMod val="85000"/>
                    <a:lumOff val="15000"/>
                  </a:schemeClr>
                </a:solidFill>
                <a:latin typeface="Arial" panose="020B0604020202090204" pitchFamily="34" charset="0"/>
                <a:ea typeface="微软雅黑" panose="020B0503020204020204" charset="-122"/>
                <a:cs typeface="+mn-ea"/>
                <a:sym typeface="+mn-ea"/>
              </a:rPr>
              <a:t>Build the habit of noticing kindness and good things in life (no matter how small).</a:t>
            </a:r>
            <a:endParaRPr lang="zh-CN" altLang="en-US" sz="2400" dirty="0">
              <a:solidFill>
                <a:schemeClr val="tx1">
                  <a:lumMod val="85000"/>
                  <a:lumOff val="15000"/>
                </a:schemeClr>
              </a:solidFill>
              <a:latin typeface="Arial" panose="020B0604020202090204" pitchFamily="34" charset="0"/>
              <a:ea typeface="微软雅黑" panose="020B0503020204020204" charset="-122"/>
              <a:cs typeface="+mn-ea"/>
              <a:sym typeface="+mn-ea"/>
            </a:endParaRPr>
          </a:p>
        </p:txBody>
      </p:sp>
      <p:cxnSp>
        <p:nvCxnSpPr>
          <p:cNvPr id="57" name="直接连接符 56"/>
          <p:cNvCxnSpPr/>
          <p:nvPr>
            <p:custDataLst>
              <p:tags r:id="rId9"/>
            </p:custDataLst>
          </p:nvPr>
        </p:nvCxnSpPr>
        <p:spPr>
          <a:xfrm>
            <a:off x="3368040" y="3368040"/>
            <a:ext cx="0" cy="915035"/>
          </a:xfrm>
          <a:prstGeom prst="line">
            <a:avLst/>
          </a:prstGeom>
          <a:ln w="12700">
            <a:gradFill flip="none" rotWithShape="1">
              <a:gsLst>
                <a:gs pos="0">
                  <a:schemeClr val="accent2">
                    <a:alpha val="0"/>
                  </a:schemeClr>
                </a:gs>
                <a:gs pos="53000">
                  <a:schemeClr val="accent2">
                    <a:alpha val="100000"/>
                  </a:schemeClr>
                </a:gs>
                <a:gs pos="100000">
                  <a:schemeClr val="accent2">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58" name="矩形: 圆角 44"/>
          <p:cNvSpPr/>
          <p:nvPr>
            <p:custDataLst>
              <p:tags r:id="rId10"/>
            </p:custDataLst>
          </p:nvPr>
        </p:nvSpPr>
        <p:spPr>
          <a:xfrm>
            <a:off x="695960" y="4810760"/>
            <a:ext cx="10800080" cy="1473200"/>
          </a:xfrm>
          <a:prstGeom prst="roundRect">
            <a:avLst>
              <a:gd name="adj" fmla="val 5124"/>
            </a:avLst>
          </a:prstGeom>
          <a:gradFill>
            <a:gsLst>
              <a:gs pos="0">
                <a:schemeClr val="accent1">
                  <a:lumMod val="5000"/>
                  <a:lumOff val="95000"/>
                  <a:alpha val="0"/>
                </a:schemeClr>
              </a:gs>
              <a:gs pos="100000">
                <a:schemeClr val="accent1">
                  <a:lumMod val="20000"/>
                  <a:lumOff val="80000"/>
                  <a:alpha val="20000"/>
                </a:schemeClr>
              </a:gs>
            </a:gsLst>
            <a:lin ang="0" scaled="0"/>
          </a:gradFill>
          <a:ln w="9525">
            <a:gradFill flip="none" rotWithShape="1">
              <a:gsLst>
                <a:gs pos="0">
                  <a:schemeClr val="accent1">
                    <a:lumMod val="20000"/>
                    <a:lumOff val="80000"/>
                    <a:alpha val="100000"/>
                  </a:schemeClr>
                </a:gs>
                <a:gs pos="100000">
                  <a:schemeClr val="accent1">
                    <a:lumMod val="60000"/>
                    <a:lumOff val="40000"/>
                    <a:alpha val="100000"/>
                  </a:schemeClr>
                </a:gs>
              </a:gsLst>
              <a:lin ang="10800000" scaled="1"/>
              <a:tileRect/>
            </a:gradFill>
            <a:round/>
          </a:ln>
        </p:spPr>
        <p:txBody>
          <a:bodyPr vert="horz" wrap="square" lIns="91440" tIns="45720" rIns="91440" bIns="45720" numCol="1" anchor="t" anchorCtr="0" compatLnSpc="1"/>
          <a:p>
            <a:endParaRPr lang="zh-CN" altLang="en-US">
              <a:solidFill>
                <a:schemeClr val="tx1"/>
              </a:solidFill>
              <a:latin typeface="Hiragino Sans GB W3" panose="020B0300000000000000" charset="-122"/>
              <a:ea typeface="Hiragino Sans GB W3" panose="020B0300000000000000" charset="-122"/>
            </a:endParaRPr>
          </a:p>
        </p:txBody>
      </p:sp>
      <p:sp>
        <p:nvSpPr>
          <p:cNvPr id="59" name="矩形 58"/>
          <p:cNvSpPr/>
          <p:nvPr>
            <p:custDataLst>
              <p:tags r:id="rId11"/>
            </p:custDataLst>
          </p:nvPr>
        </p:nvSpPr>
        <p:spPr>
          <a:xfrm>
            <a:off x="3572510" y="4810760"/>
            <a:ext cx="7923525" cy="1472568"/>
          </a:xfrm>
          <a:prstGeom prst="rect">
            <a:avLst/>
          </a:prstGeom>
          <a:noFill/>
        </p:spPr>
        <p:txBody>
          <a:bodyPr wrap="square" lIns="0" tIns="0" rIns="0" bIns="0" rtlCol="0" anchor="ctr" anchorCtr="0">
            <a:normAutofit/>
          </a:bodyPr>
          <a:p>
            <a:pPr>
              <a:lnSpc>
                <a:spcPct val="150000"/>
              </a:lnSpc>
              <a:spcBef>
                <a:spcPct val="0"/>
              </a:spcBef>
              <a:spcAft>
                <a:spcPct val="0"/>
              </a:spcAft>
            </a:pPr>
            <a:r>
              <a:rPr lang="zh-CN" altLang="en-US" sz="1900" dirty="0">
                <a:solidFill>
                  <a:schemeClr val="tx1">
                    <a:lumMod val="85000"/>
                    <a:lumOff val="15000"/>
                  </a:schemeClr>
                </a:solidFill>
                <a:latin typeface="Arial" panose="020B0604020202090204" pitchFamily="34" charset="0"/>
                <a:ea typeface="微软雅黑" panose="020B0503020204020204" charset="-122"/>
                <a:cs typeface="+mn-ea"/>
              </a:rPr>
              <a:t>Build a universal sense of gratitude and a broad sense of connectedness, feeling that we live within a vast web of causality, thereby weakening self-centeredness and the sense of isolation.</a:t>
            </a:r>
            <a:endParaRPr lang="zh-CN" altLang="en-US" sz="2400" dirty="0">
              <a:solidFill>
                <a:schemeClr val="tx1">
                  <a:lumMod val="85000"/>
                  <a:lumOff val="15000"/>
                </a:schemeClr>
              </a:solidFill>
              <a:latin typeface="Arial" panose="020B0604020202090204" pitchFamily="34" charset="0"/>
              <a:ea typeface="微软雅黑" panose="020B0503020204020204" charset="-122"/>
              <a:cs typeface="+mn-ea"/>
            </a:endParaRPr>
          </a:p>
        </p:txBody>
      </p:sp>
      <p:cxnSp>
        <p:nvCxnSpPr>
          <p:cNvPr id="60" name="直接连接符 59"/>
          <p:cNvCxnSpPr/>
          <p:nvPr>
            <p:custDataLst>
              <p:tags r:id="rId12"/>
            </p:custDataLst>
          </p:nvPr>
        </p:nvCxnSpPr>
        <p:spPr>
          <a:xfrm>
            <a:off x="3368040" y="5089525"/>
            <a:ext cx="0" cy="915035"/>
          </a:xfrm>
          <a:prstGeom prst="line">
            <a:avLst/>
          </a:prstGeom>
          <a:ln w="12700">
            <a:gradFill flip="none" rotWithShape="1">
              <a:gsLst>
                <a:gs pos="0">
                  <a:schemeClr val="accent1">
                    <a:alpha val="0"/>
                  </a:schemeClr>
                </a:gs>
                <a:gs pos="53000">
                  <a:schemeClr val="accent1">
                    <a:alpha val="100000"/>
                  </a:schemeClr>
                </a:gs>
                <a:gs pos="100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64" name="矩形 63"/>
          <p:cNvSpPr/>
          <p:nvPr>
            <p:custDataLst>
              <p:tags r:id="rId13"/>
            </p:custDataLst>
          </p:nvPr>
        </p:nvSpPr>
        <p:spPr>
          <a:xfrm>
            <a:off x="937260" y="3089275"/>
            <a:ext cx="2272030" cy="1472566"/>
          </a:xfrm>
          <a:prstGeom prst="rect">
            <a:avLst/>
          </a:prstGeom>
          <a:noFill/>
        </p:spPr>
        <p:txBody>
          <a:bodyPr wrap="square" lIns="0" tIns="0" rIns="0" bIns="0" rtlCol="0" anchor="ctr">
            <a:normAutofit/>
          </a:bodyPr>
          <a:p>
            <a:pPr algn="ctr">
              <a:spcBef>
                <a:spcPct val="0"/>
              </a:spcBef>
              <a:spcAft>
                <a:spcPct val="0"/>
              </a:spcAft>
            </a:pPr>
            <a:r>
              <a:rPr lang="zh-CN" altLang="en-US" sz="2200" b="1" dirty="0">
                <a:solidFill>
                  <a:schemeClr val="accent1"/>
                </a:solidFill>
                <a:latin typeface="Arial" panose="020B0604020202090204" pitchFamily="34" charset="0"/>
                <a:ea typeface="微软雅黑" panose="020B0503020204020204" charset="-122"/>
                <a:cs typeface="+mn-ea"/>
                <a:sym typeface="+mn-ea"/>
              </a:rPr>
              <a:t>Gratitude Journal</a:t>
            </a:r>
            <a:endParaRPr lang="zh-CN" altLang="en-US" sz="2800" b="1" dirty="0">
              <a:solidFill>
                <a:schemeClr val="accent1"/>
              </a:solidFill>
              <a:latin typeface="Arial" panose="020B0604020202090204" pitchFamily="34" charset="0"/>
              <a:ea typeface="微软雅黑" panose="020B0503020204020204" charset="-122"/>
              <a:cs typeface="+mn-ea"/>
              <a:sym typeface="+mn-ea"/>
            </a:endParaRPr>
          </a:p>
        </p:txBody>
      </p:sp>
      <p:sp>
        <p:nvSpPr>
          <p:cNvPr id="66" name="矩形 65"/>
          <p:cNvSpPr/>
          <p:nvPr>
            <p:custDataLst>
              <p:tags r:id="rId14"/>
            </p:custDataLst>
          </p:nvPr>
        </p:nvSpPr>
        <p:spPr>
          <a:xfrm>
            <a:off x="937260" y="4810125"/>
            <a:ext cx="2272030" cy="1473836"/>
          </a:xfrm>
          <a:prstGeom prst="rect">
            <a:avLst/>
          </a:prstGeom>
          <a:noFill/>
        </p:spPr>
        <p:txBody>
          <a:bodyPr wrap="square" lIns="0" tIns="0" rIns="0" bIns="0" rtlCol="0" anchor="ctr">
            <a:normAutofit/>
          </a:bodyPr>
          <a:p>
            <a:pPr algn="ctr">
              <a:spcBef>
                <a:spcPct val="0"/>
              </a:spcBef>
              <a:spcAft>
                <a:spcPct val="0"/>
              </a:spcAft>
            </a:pPr>
            <a:r>
              <a:rPr lang="zh-CN" altLang="en-US" sz="2200" b="1" dirty="0">
                <a:solidFill>
                  <a:schemeClr val="accent4">
                    <a:lumMod val="75000"/>
                  </a:schemeClr>
                </a:solidFill>
                <a:latin typeface="Arial" panose="020B0604020202090204" pitchFamily="34" charset="0"/>
                <a:ea typeface="微软雅黑" panose="020B0503020204020204" charset="-122"/>
                <a:cs typeface="+mn-ea"/>
              </a:rPr>
              <a:t>Web of Causality</a:t>
            </a:r>
            <a:endParaRPr lang="zh-CN" altLang="en-US" sz="2800" b="1" dirty="0">
              <a:solidFill>
                <a:schemeClr val="accent4">
                  <a:lumMod val="75000"/>
                </a:schemeClr>
              </a:solidFill>
              <a:latin typeface="Arial" panose="020B0604020202090204" pitchFamily="34" charset="0"/>
              <a:ea typeface="微软雅黑" panose="020B0503020204020204" charset="-122"/>
              <a:cs typeface="+mn-ea"/>
            </a:endParaRPr>
          </a:p>
        </p:txBody>
      </p:sp>
    </p:spTree>
    <p:custDataLst>
      <p:tags r:id="rId15"/>
    </p:custDataLst>
  </p:cSld>
  <p:clrMapOvr>
    <a:masterClrMapping/>
  </p:clrMapOvr>
  <p:timing>
    <p:tnLst>
      <p:par>
        <p:cTn id="1" dur="indefinite" restart="never" nodeType="tmRoot"/>
      </p:par>
    </p:tnLst>
    <p:bldLst>
      <p:bldP spid="51" grpId="0"/>
      <p:bldP spid="64" grpId="0"/>
      <p:bldP spid="66" grpId="0"/>
      <p:bldP spid="51" grpId="1"/>
      <p:bldP spid="64" grpId="1"/>
      <p:bldP spid="51" grpId="2"/>
      <p:bldP spid="66" grpId="1"/>
      <p:bldP spid="64" grpId="2"/>
      <p:bldP spid="66" grpId="2"/>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椭圆 18"/>
          <p:cNvSpPr/>
          <p:nvPr>
            <p:custDataLst>
              <p:tags r:id="rId1"/>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4" name="灯片编号占位符 3"/>
          <p:cNvSpPr>
            <a:spLocks noGrp="1"/>
          </p:cNvSpPr>
          <p:nvPr>
            <p:ph type="sldNum" sz="quarter" idx="12"/>
          </p:nvPr>
        </p:nvSpPr>
        <p:spPr/>
        <p:txBody>
          <a:bodyPr/>
          <a:p>
            <a:fld id="{BE5F26B5-172A-4DC2-B0B7-181CFC56B87C}" type="slidenum">
              <a:rPr lang="zh-CN" altLang="en-US" smtClean="0"/>
            </a:fld>
            <a:endParaRPr lang="zh-CN" altLang="en-US"/>
          </a:p>
        </p:txBody>
      </p:sp>
      <p:sp>
        <p:nvSpPr>
          <p:cNvPr id="9" name="标题 8"/>
          <p:cNvSpPr/>
          <p:nvPr>
            <p:ph type="title"/>
            <p:custDataLst>
              <p:tags r:id="rId2"/>
            </p:custDataLst>
          </p:nvPr>
        </p:nvSpPr>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solidFill>
                <a:effectLst/>
                <a:latin typeface="+mj-lt"/>
                <a:ea typeface="+mj-ea"/>
                <a:cs typeface="+mj-cs"/>
              </a:defRPr>
            </a:lvl1pPr>
          </a:lstStyle>
          <a:p>
            <a:pPr lvl="0" algn="ctr">
              <a:lnSpc>
                <a:spcPct val="150000"/>
              </a:lnSpc>
              <a:buClrTx/>
              <a:buSzTx/>
              <a:buFontTx/>
            </a:pPr>
            <a:r>
              <a:rPr lang="zh-CN" altLang="en-US" b="1" spc="0">
                <a:solidFill>
                  <a:schemeClr val="accent1">
                    <a:lumMod val="50000"/>
                  </a:schemeClr>
                </a:solidFill>
                <a:latin typeface="Arial" panose="020B0604020202090204" pitchFamily="34" charset="0"/>
                <a:ea typeface="微软雅黑" panose="020B0503020204020204" charset="-122"/>
                <a:cs typeface="Hiragino Sans GB W3" panose="020B0300000000000000" charset="-122"/>
                <a:sym typeface="+mn-ea"/>
              </a:rPr>
              <a:t>Practice Plan</a:t>
            </a:r>
            <a:endParaRPr lang="zh-CN" altLang="en-US" b="1" spc="0">
              <a:solidFill>
                <a:schemeClr val="accent1">
                  <a:lumMod val="50000"/>
                </a:schemeClr>
              </a:solidFill>
              <a:latin typeface="Arial" panose="020B0604020202090204" pitchFamily="34" charset="0"/>
              <a:ea typeface="微软雅黑" panose="020B0503020204020204" charset="-122"/>
              <a:cs typeface="Hiragino Sans GB W3" panose="020B0300000000000000" charset="-122"/>
              <a:sym typeface="+mn-ea"/>
            </a:endParaRPr>
          </a:p>
        </p:txBody>
      </p:sp>
      <p:graphicFrame>
        <p:nvGraphicFramePr>
          <p:cNvPr id="2" name="表格 1"/>
          <p:cNvGraphicFramePr/>
          <p:nvPr>
            <p:custDataLst>
              <p:tags r:id="rId3"/>
            </p:custDataLst>
          </p:nvPr>
        </p:nvGraphicFramePr>
        <p:xfrm>
          <a:off x="619760" y="1468755"/>
          <a:ext cx="10801350" cy="2851785"/>
        </p:xfrm>
        <a:graphic>
          <a:graphicData uri="http://schemas.openxmlformats.org/drawingml/2006/table">
            <a:tbl>
              <a:tblPr firstRow="1" bandRow="1">
                <a:tableStyleId>{5C22544A-7EE6-4342-B048-85BDC9FD1C3A}</a:tableStyleId>
              </a:tblPr>
              <a:tblGrid>
                <a:gridCol w="1775460"/>
                <a:gridCol w="4600575"/>
                <a:gridCol w="4425315"/>
              </a:tblGrid>
              <a:tr h="935990">
                <a:tc>
                  <a:txBody>
                    <a:bodyPr>
                      <a:normAutofit/>
                    </a:bodyPr>
                    <a:p>
                      <a:pPr marL="0" indent="304800" algn="ctr">
                        <a:lnSpc>
                          <a:spcPct val="150000"/>
                        </a:lnSpc>
                        <a:spcBef>
                          <a:spcPct val="0"/>
                        </a:spcBef>
                        <a:spcAft>
                          <a:spcPct val="0"/>
                        </a:spcAft>
                      </a:pPr>
                      <a:endParaRPr sz="2200" b="0">
                        <a:solidFill>
                          <a:srgbClr val="0C0C0C"/>
                        </a:solidFill>
                        <a:latin typeface="Arial" panose="020B0604020202090204" pitchFamily="34" charset="0"/>
                        <a:ea typeface="微软雅黑" panose="020B0503020204020204" charset="-122"/>
                      </a:endParaRPr>
                    </a:p>
                  </a:txBody>
                  <a:tcPr marL="68580" marR="68580" marT="0" marB="0" anchor="ctr" anchorCtr="0"/>
                </a:tc>
                <a:tc>
                  <a:txBody>
                    <a:bodyPr>
                      <a:normAutofit/>
                    </a:bodyPr>
                    <a:p>
                      <a:r>
                        <a:rPr/>
                        <a:t>Daily Formal Loving-Kindness Practice</a:t>
                      </a:r>
                    </a:p>
                  </a:txBody>
                  <a:tcPr marL="68580" marR="68580" marT="0" marB="0" anchor="ctr" anchorCtr="0"/>
                </a:tc>
                <a:tc>
                  <a:txBody>
                    <a:bodyPr>
                      <a:normAutofit/>
                    </a:bodyPr>
                    <a:p>
                      <a:r>
                        <a:rPr/>
                        <a:t>Daily Gratitude Practice</a:t>
                      </a:r>
                    </a:p>
                  </a:txBody>
                  <a:tcPr marL="68580" marR="68580" marT="0" marB="0" anchor="ctr" anchorCtr="0"/>
                </a:tc>
              </a:tr>
              <a:tr h="958850">
                <a:tc>
                  <a:txBody>
                    <a:bodyPr>
                      <a:normAutofit/>
                    </a:bodyPr>
                    <a:p>
                      <a:r>
                        <a:rPr/>
                        <a:t>Week 1</a:t>
                      </a:r>
                    </a:p>
                  </a:txBody>
                  <a:tcPr marL="68580" marR="68580" marT="0" marB="0" anchor="ctr" anchorCtr="0"/>
                </a:tc>
                <a:tc>
                  <a:txBody>
                    <a:bodyPr>
                      <a:normAutofit/>
                    </a:bodyPr>
                    <a:p>
                      <a:r>
                        <a:rPr/>
                        <a:t>Loving-kindness toward oneself — 15 min</a:t>
                      </a:r>
                    </a:p>
                  </a:txBody>
                  <a:tcPr marL="68580" marR="68580" marT="0" marB="0" anchor="ctr" anchorCtr="0"/>
                </a:tc>
                <a:tc>
                  <a:txBody>
                    <a:bodyPr>
                      <a:normAutofit/>
                    </a:bodyPr>
                    <a:p>
                      <a:r>
                        <a:rPr/>
                        <a:t>Gratitude Journal</a:t>
                      </a:r>
                    </a:p>
                  </a:txBody>
                  <a:tcPr marL="68580" marR="68580" marT="0" marB="0" anchor="ctr" anchorCtr="0"/>
                </a:tc>
              </a:tr>
              <a:tr h="956945">
                <a:tc>
                  <a:txBody>
                    <a:bodyPr>
                      <a:normAutofit/>
                    </a:bodyPr>
                    <a:p>
                      <a:r>
                        <a:rPr/>
                        <a:t>Week 2</a:t>
                      </a:r>
                    </a:p>
                  </a:txBody>
                  <a:tcPr marL="68580" marR="68580" marT="0" marB="0" anchor="ctr" anchorCtr="0"/>
                </a:tc>
                <a:tc>
                  <a:txBody>
                    <a:bodyPr>
                      <a:normAutofit/>
                    </a:bodyPr>
                    <a:p>
                      <a:r>
                        <a:rPr/>
                        <a:t>Loving-kindness toward oneself — 15 min</a:t>
                      </a:r>
                    </a:p>
                  </a:txBody>
                  <a:tcPr marL="68580" marR="68580" marT="0" marB="0" anchor="ctr" anchorCtr="0"/>
                </a:tc>
                <a:tc>
                  <a:txBody>
                    <a:bodyPr>
                      <a:normAutofit/>
                    </a:bodyPr>
                    <a:p>
                      <a:r>
                        <a:rPr/>
                        <a:t>Web of Causality</a:t>
                      </a:r>
                    </a:p>
                  </a:txBody>
                  <a:tcPr marL="68580" marR="68580" marT="0" marB="0" anchor="ctr" anchorCtr="0"/>
                </a:tc>
              </a:tr>
            </a:tbl>
          </a:graphicData>
        </a:graphic>
      </p:graphicFrame>
      <p:sp>
        <p:nvSpPr>
          <p:cNvPr id="5" name="文本框 4"/>
          <p:cNvSpPr txBox="1"/>
          <p:nvPr/>
        </p:nvSpPr>
        <p:spPr>
          <a:xfrm>
            <a:off x="695960" y="4525645"/>
            <a:ext cx="10725785" cy="1626235"/>
          </a:xfrm>
          <a:prstGeom prst="rect">
            <a:avLst/>
          </a:prstGeom>
          <a:solidFill>
            <a:schemeClr val="accent3">
              <a:lumMod val="40000"/>
              <a:lumOff val="60000"/>
            </a:schemeClr>
          </a:solidFill>
        </p:spPr>
        <p:txBody>
          <a:bodyPr wrap="square" rtlCol="0">
            <a:normAutofit/>
          </a:bodyPr>
          <a:lstStyle/>
          <a:p>
            <a:pPr algn="l">
              <a:lnSpc>
                <a:spcPct val="150000"/>
              </a:lnSpc>
            </a:pPr>
            <a:r>
              <a:rPr lang="en-US" altLang="zh-CN" sz="1800">
                <a:latin typeface="Arial" panose="020B0604020202090204" pitchFamily="34" charset="0"/>
                <a:ea typeface="微软雅黑" panose="020B0503020204020204" charset="-122"/>
                <a:cs typeface="Hiragino Sans GB W3" panose="020B0300000000000000" charset="-122"/>
              </a:rPr>
              <a:t>1. Practice requirements: formal + daily life practice at least 5 days per week</a:t>
            </a:r>
            <a:r>
              <a:rPr lang="zh-CN" altLang="en-US" sz="1800">
                <a:latin typeface="Arial" panose="020B0604020202090204" pitchFamily="34" charset="0"/>
                <a:ea typeface="微软雅黑" panose="020B0503020204020204" charset="-122"/>
                <a:cs typeface="Hiragino Sans GB W3" panose="020B0300000000000000" charset="-122"/>
              </a:rPr>
              <a:t/>
            </a:r>
            <a:r>
              <a:rPr lang="en-US" altLang="zh-CN" sz="1800">
                <a:latin typeface="Arial" panose="020B0604020202090204" pitchFamily="34" charset="0"/>
                <a:ea typeface="微软雅黑" panose="020B0503020204020204" charset="-122"/>
                <a:cs typeface="Hiragino Sans GB W3" panose="020B0300000000000000" charset="-122"/>
              </a:rPr>
              <a:t/>
            </a:r>
            <a:r>
              <a:rPr lang="zh-CN" altLang="en-US" sz="1800">
                <a:latin typeface="Arial" panose="020B0604020202090204" pitchFamily="34" charset="0"/>
                <a:ea typeface="微软雅黑" panose="020B0503020204020204" charset="-122"/>
                <a:cs typeface="Hiragino Sans GB W3" panose="020B0300000000000000" charset="-122"/>
              </a:rPr>
              <a:t/>
            </a:r>
            <a:r>
              <a:rPr lang="en-US" altLang="zh-CN" sz="1800">
                <a:latin typeface="Arial" panose="020B0604020202090204" pitchFamily="34" charset="0"/>
                <a:ea typeface="微软雅黑" panose="020B0503020204020204" charset="-122"/>
                <a:cs typeface="Hiragino Sans GB W3" panose="020B0300000000000000" charset="-122"/>
              </a:rPr>
              <a:t/>
            </a:r>
            <a:r>
              <a:rPr lang="zh-CN" altLang="en-US" sz="1800">
                <a:latin typeface="Arial" panose="020B0604020202090204" pitchFamily="34" charset="0"/>
                <a:ea typeface="微软雅黑" panose="020B0503020204020204" charset="-122"/>
                <a:cs typeface="Hiragino Sans GB W3" panose="020B0300000000000000" charset="-122"/>
              </a:rPr>
              <a:t/>
            </a:r>
            <a:endParaRPr lang="zh-CN" altLang="en-US" sz="2200">
              <a:latin typeface="Arial" panose="020B0604020202090204" pitchFamily="34" charset="0"/>
              <a:ea typeface="微软雅黑" panose="020B0503020204020204" charset="-122"/>
              <a:cs typeface="Hiragino Sans GB W3" panose="020B0300000000000000" charset="-122"/>
            </a:endParaRPr>
          </a:p>
          <a:p>
            <a:pPr algn="l">
              <a:lnSpc>
                <a:spcPct val="150000"/>
              </a:lnSpc>
            </a:pPr>
            <a:r>
              <a:rPr lang="en-US" altLang="zh-CN" sz="1800">
                <a:latin typeface="Arial" panose="020B0604020202090204" pitchFamily="34" charset="0"/>
                <a:ea typeface="微软雅黑" panose="020B0503020204020204" charset="-122"/>
                <a:cs typeface="Hiragino Sans GB W3" panose="020B0300000000000000" charset="-122"/>
              </a:rPr>
              <a:t>2. Daily sharing: share your daily practice and reflections in the class group</a:t>
            </a:r>
            <a:r>
              <a:rPr lang="zh-CN" altLang="en-US" sz="1800">
                <a:latin typeface="Arial" panose="020B0604020202090204" pitchFamily="34" charset="0"/>
                <a:ea typeface="微软雅黑" panose="020B0503020204020204" charset="-122"/>
                <a:cs typeface="Hiragino Sans GB W3" panose="020B0300000000000000" charset="-122"/>
              </a:rPr>
              <a:t/>
            </a:r>
            <a:endParaRPr lang="zh-CN" altLang="en-US" sz="2200">
              <a:latin typeface="Arial" panose="020B0604020202090204" pitchFamily="34" charset="0"/>
              <a:ea typeface="微软雅黑" panose="020B0503020204020204" charset="-122"/>
              <a:cs typeface="Hiragino Sans GB W3" panose="020B0300000000000000" charset="-122"/>
            </a:endParaRPr>
          </a:p>
          <a:p>
            <a:pPr algn="l">
              <a:lnSpc>
                <a:spcPct val="150000"/>
              </a:lnSpc>
            </a:pPr>
            <a:r>
              <a:rPr lang="en-US" altLang="zh-CN" sz="1800">
                <a:latin typeface="Arial" panose="020B0604020202090204" pitchFamily="34" charset="0"/>
                <a:ea typeface="微软雅黑" panose="020B0503020204020204" charset="-122"/>
                <a:cs typeface="Hiragino Sans GB W3" panose="020B0300000000000000" charset="-122"/>
              </a:rPr>
              <a:t>3. After each weekly class discussion, 2-3 classmates share their practice reflections for the week</a:t>
            </a:r>
            <a:r>
              <a:rPr lang="zh-CN" altLang="en-US" sz="1800">
                <a:latin typeface="Arial" panose="020B0604020202090204" pitchFamily="34" charset="0"/>
                <a:ea typeface="微软雅黑" panose="020B0503020204020204" charset="-122"/>
                <a:cs typeface="Hiragino Sans GB W3" panose="020B0300000000000000" charset="-122"/>
              </a:rPr>
              <a:t/>
            </a:r>
            <a:r>
              <a:rPr lang="en-US" altLang="zh-CN" sz="1800">
                <a:latin typeface="Arial" panose="020B0604020202090204" pitchFamily="34" charset="0"/>
                <a:ea typeface="微软雅黑" panose="020B0503020204020204" charset="-122"/>
                <a:cs typeface="Hiragino Sans GB W3" panose="020B0300000000000000" charset="-122"/>
              </a:rPr>
              <a:t/>
            </a:r>
            <a:r>
              <a:rPr lang="zh-CN" altLang="en-US" sz="1800">
                <a:latin typeface="Arial" panose="020B0604020202090204" pitchFamily="34" charset="0"/>
                <a:ea typeface="微软雅黑" panose="020B0503020204020204" charset="-122"/>
                <a:cs typeface="Hiragino Sans GB W3" panose="020B0300000000000000" charset="-122"/>
              </a:rPr>
              <a:t/>
            </a:r>
            <a:endParaRPr lang="zh-CN" altLang="en-US" sz="2200">
              <a:latin typeface="Arial" panose="020B0604020202090204" pitchFamily="34" charset="0"/>
              <a:ea typeface="微软雅黑" panose="020B0503020204020204" charset="-122"/>
              <a:cs typeface="Hiragino Sans GB W3" panose="020B0300000000000000" charset="-122"/>
            </a:endParaRPr>
          </a:p>
        </p:txBody>
      </p:sp>
      <p:sp>
        <p:nvSpPr>
          <p:cNvPr id="3" name="文本框 2"/>
          <p:cNvSpPr txBox="1"/>
          <p:nvPr/>
        </p:nvSpPr>
        <p:spPr>
          <a:xfrm>
            <a:off x="14625955" y="2309495"/>
            <a:ext cx="4064000" cy="368300"/>
          </a:xfrm>
          <a:prstGeom prst="rect">
            <a:avLst/>
          </a:prstGeom>
          <a:noFill/>
        </p:spPr>
        <p:txBody>
          <a:bodyPr wrap="square" rtlCol="0">
            <a:spAutoFit/>
          </a:bodyPr>
          <a:p>
            <a:endParaRPr lang="zh-CN" altLang="en-US"/>
          </a:p>
        </p:txBody>
      </p:sp>
    </p:spTree>
    <p:custDataLst>
      <p:tags r:id="rId4"/>
    </p:custData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灯片编号占位符 2"/>
          <p:cNvSpPr>
            <a:spLocks noGrp="1"/>
          </p:cNvSpPr>
          <p:nvPr>
            <p:ph type="sldNum" sz="quarter" idx="12"/>
          </p:nvPr>
        </p:nvSpPr>
        <p:spPr/>
        <p:txBody>
          <a:bodyPr/>
          <a:p>
            <a:fld id="{BE5F26B5-172A-4DC2-B0B7-181CFC56B87C}" type="slidenum">
              <a:rPr lang="zh-CN" altLang="en-US" smtClean="0"/>
            </a:fld>
            <a:endParaRPr lang="zh-CN" altLang="en-US"/>
          </a:p>
        </p:txBody>
      </p:sp>
      <p:sp>
        <p:nvSpPr>
          <p:cNvPr id="4" name="文本框 3"/>
          <p:cNvSpPr txBox="1"/>
          <p:nvPr/>
        </p:nvSpPr>
        <p:spPr>
          <a:xfrm>
            <a:off x="6442075" y="2188845"/>
            <a:ext cx="4064000" cy="2553335"/>
          </a:xfrm>
          <a:prstGeom prst="rect">
            <a:avLst/>
          </a:prstGeom>
          <a:noFill/>
        </p:spPr>
        <p:txBody>
          <a:bodyPr wrap="square" rtlCol="0">
            <a:normAutofit/>
          </a:bodyPr>
          <a:p>
            <a:pPr algn="ctr">
              <a:lnSpc>
                <a:spcPct val="200000"/>
              </a:lnSpc>
            </a:pPr>
            <a:r>
              <a:rPr lang="zh-CN" altLang="en-US" sz="3200">
                <a:solidFill>
                  <a:schemeClr val="tx1"/>
                </a:solidFill>
                <a:latin typeface="微软雅黑" panose="020B0503020204020204" charset="-122"/>
                <a:ea typeface="微软雅黑" panose="020B0503020204020204" charset="-122"/>
              </a:rPr>
              <a:t>Recite Together</a:t>
            </a:r>
            <a:endParaRPr lang="zh-CN" altLang="en-US" sz="4000">
              <a:solidFill>
                <a:schemeClr val="accent5">
                  <a:lumMod val="50000"/>
                </a:schemeClr>
              </a:solidFill>
              <a:latin typeface="微软雅黑" panose="020B0503020204020204" charset="-122"/>
              <a:ea typeface="微软雅黑" panose="020B0503020204020204" charset="-122"/>
            </a:endParaRPr>
          </a:p>
          <a:p>
            <a:pPr algn="ctr">
              <a:lnSpc>
                <a:spcPct val="200000"/>
              </a:lnSpc>
            </a:pPr>
            <a:r>
              <a:rPr lang="zh-CN" altLang="en-US" sz="3200">
                <a:solidFill>
                  <a:schemeClr val="accent5">
                    <a:lumMod val="50000"/>
                  </a:schemeClr>
                </a:solidFill>
                <a:latin typeface="微软雅黑" panose="020B0503020204020204" charset="-122"/>
                <a:ea typeface="微软雅黑" panose="020B0503020204020204" charset="-122"/>
              </a:rPr>
              <a:t>"Gratitude Prayer"</a:t>
            </a:r>
            <a:r>
              <a:rPr lang="zh-CN" altLang="en-US" sz="3200" dirty="0">
                <a:solidFill>
                  <a:schemeClr val="dk1"/>
                </a:solidFill>
                <a:uFillTx/>
                <a:latin typeface="Arial" panose="020B0604020202090204" pitchFamily="34" charset="0"/>
                <a:ea typeface="微软雅黑" panose="020B0503020204020204" charset="-122"/>
                <a:cs typeface="+mn-ea"/>
                <a:sym typeface="+mn-ea"/>
              </a:rPr>
              <a:t/>
            </a:r>
            <a:r>
              <a:rPr lang="zh-CN" altLang="en-US" sz="3200">
                <a:solidFill>
                  <a:schemeClr val="accent5">
                    <a:lumMod val="50000"/>
                  </a:schemeClr>
                </a:solidFill>
                <a:latin typeface="微软雅黑" panose="020B0503020204020204" charset="-122"/>
                <a:ea typeface="微软雅黑" panose="020B0503020204020204" charset="-122"/>
              </a:rPr>
              <a:t/>
            </a:r>
            <a:endParaRPr lang="zh-CN" altLang="en-US" sz="4000">
              <a:solidFill>
                <a:schemeClr val="accent5">
                  <a:lumMod val="50000"/>
                </a:schemeClr>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BE5F26B5-172A-4DC2-B0B7-181CFC56B87C}" type="slidenum">
              <a:rPr lang="zh-CN" altLang="en-US" smtClean="0"/>
            </a:fld>
            <a:endParaRPr lang="zh-CN" altLang="en-US"/>
          </a:p>
        </p:txBody>
      </p:sp>
      <p:sp>
        <p:nvSpPr>
          <p:cNvPr id="15" name="文本框 14"/>
          <p:cNvSpPr txBox="1"/>
          <p:nvPr>
            <p:custDataLst>
              <p:tags r:id="rId1"/>
            </p:custDataLst>
          </p:nvPr>
        </p:nvSpPr>
        <p:spPr>
          <a:xfrm>
            <a:off x="609605" y="806458"/>
            <a:ext cx="10972876" cy="762000"/>
          </a:xfrm>
          <a:prstGeom prst="rect">
            <a:avLst/>
          </a:prstGeom>
          <a:noFill/>
        </p:spPr>
        <p:txBody>
          <a:bodyPr wrap="square" lIns="63500" tIns="25400" rIns="63500" bIns="25400" rtlCol="0" anchor="t" anchorCtr="0">
            <a:normAutofit/>
          </a:bodyPr>
          <a:p>
            <a:pPr marL="0" indent="0" algn="ctr">
              <a:lnSpc>
                <a:spcPct val="100000"/>
              </a:lnSpc>
              <a:spcBef>
                <a:spcPts val="0"/>
              </a:spcBef>
              <a:spcAft>
                <a:spcPts val="0"/>
              </a:spcAft>
              <a:buSzPct val="100000"/>
              <a:buNone/>
            </a:pPr>
            <a:r>
              <a:rPr lang="zh-CN" altLang="en-US" sz="3200" b="1" spc="160" dirty="0">
                <a:solidFill>
                  <a:schemeClr val="accent1">
                    <a:lumMod val="50000"/>
                  </a:schemeClr>
                </a:solidFill>
                <a:uFillTx/>
                <a:latin typeface="Arial" panose="020B0604020202090204" pitchFamily="34" charset="0"/>
                <a:ea typeface="微软雅黑" panose="020B0503020204020204" charset="-122"/>
                <a:sym typeface="+mn-ea"/>
              </a:rPr>
              <a:t>Gratitude Prayer</a:t>
            </a:r>
            <a:endParaRPr lang="zh-CN" altLang="en-US" sz="4000" b="1" spc="160" dirty="0">
              <a:solidFill>
                <a:schemeClr val="accent1">
                  <a:lumMod val="50000"/>
                </a:schemeClr>
              </a:solidFill>
              <a:uFillTx/>
              <a:latin typeface="Arial" panose="020B0604020202090204" pitchFamily="34" charset="0"/>
              <a:ea typeface="微软雅黑" panose="020B0503020204020204" charset="-122"/>
              <a:sym typeface="+mn-ea"/>
            </a:endParaRPr>
          </a:p>
        </p:txBody>
      </p:sp>
      <p:sp>
        <p:nvSpPr>
          <p:cNvPr id="6" name="Title 6"/>
          <p:cNvSpPr txBox="1"/>
          <p:nvPr>
            <p:custDataLst>
              <p:tags r:id="rId2"/>
            </p:custDataLst>
          </p:nvPr>
        </p:nvSpPr>
        <p:spPr>
          <a:xfrm>
            <a:off x="1168400" y="1981200"/>
            <a:ext cx="9855200" cy="39624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ctr" fontAlgn="ctr">
              <a:lnSpc>
                <a:spcPct val="150000"/>
              </a:lnSpc>
              <a:spcBef>
                <a:spcPts val="1000"/>
              </a:spcBef>
              <a:spcAft>
                <a:spcPts val="0"/>
              </a:spcAft>
              <a:buSzPct val="100000"/>
            </a:pPr>
            <a:r>
              <a:rPr lang="zh-CN" altLang="en-US" sz="18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Grateful for nature's gifts, grateful for our parents' nurturing,</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18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Grateful for our teachers' guidance, grateful for our country's nourishment,</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18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Grateful for the support of all sentient beings, grateful for the protection of the Three Jewels.</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18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May we be grateful for all that we have, and may our gratitude inspire us to give generously,</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18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May this gratitude bring comfort to all beings, awaken hearts long closed, and dissolve all barriers between self and other,</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18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May people open their hearts in gratitude and care for one another,</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a:p>
            <a:pPr lvl="0" indent="0" algn="ctr" fontAlgn="ctr">
              <a:lnSpc>
                <a:spcPct val="150000"/>
              </a:lnSpc>
              <a:spcBef>
                <a:spcPts val="1000"/>
              </a:spcBef>
              <a:spcAft>
                <a:spcPts val="0"/>
              </a:spcAft>
              <a:buSzPct val="100000"/>
            </a:pPr>
            <a:r>
              <a:rPr lang="zh-CN" altLang="en-US" sz="18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rPr>
              <a:t>May the world be filled with warmth through gratitude, and may peace prevail everywhere.</a:t>
            </a:r>
            <a:endParaRPr lang="zh-CN" altLang="en-US" sz="2200" spc="100" dirty="0">
              <a:ln w="3175">
                <a:noFill/>
                <a:prstDash val="dash"/>
              </a:ln>
              <a:solidFill>
                <a:schemeClr val="tx1">
                  <a:lumMod val="95000"/>
                  <a:lumOff val="5000"/>
                </a:schemeClr>
              </a:solidFill>
              <a:uFillTx/>
              <a:latin typeface="Arial" panose="020B0604020202090204" pitchFamily="34" charset="0"/>
              <a:ea typeface="微软雅黑" panose="020B0503020204020204" charset="-122"/>
              <a:cs typeface="微软雅黑" panose="020B0503020204020204" charset="-122"/>
              <a:sym typeface="+mn-ea"/>
            </a:endParaRPr>
          </a:p>
        </p:txBody>
      </p:sp>
      <p:sp>
        <p:nvSpPr>
          <p:cNvPr id="19" name="椭圆 18"/>
          <p:cNvSpPr/>
          <p:nvPr>
            <p:custDataLst>
              <p:tags r:id="rId3"/>
            </p:custDataLst>
          </p:nvPr>
        </p:nvSpPr>
        <p:spPr>
          <a:xfrm>
            <a:off x="10768330" y="-819785"/>
            <a:ext cx="2245995" cy="2140585"/>
          </a:xfrm>
          <a:prstGeom prst="ellipse">
            <a:avLst/>
          </a:prstGeom>
          <a:solidFill>
            <a:schemeClr val="accent1">
              <a:lumMod val="60000"/>
              <a:lumOff val="40000"/>
              <a:alpha val="90000"/>
            </a:schemeClr>
          </a:solidFill>
          <a:ln w="12700" cap="flat"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4"/>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8"/>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8.xml><?xml version="1.0" encoding="utf-8"?>
<p:tagLst xmlns:p="http://schemas.openxmlformats.org/presentationml/2006/main">
  <p:tag name="KSO_WM_UNIT_TYPE" val="i"/>
  <p:tag name="KSO_WM_UNIT_INDEX" val="25"/>
  <p:tag name="KSO_WM_BEAUTIFY_FLAG" val="#wm#"/>
  <p:tag name="KSO_WM_TAG_VERSION" val="3.0"/>
  <p:tag name="KSO_WM_UNIT_ID" val="_1*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37"/>
  <p:tag name="KSO_WM_BEAUTIFY_FLAG" val="#wm#"/>
  <p:tag name="KSO_WM_TAG_VERSION" val="3.0"/>
  <p:tag name="KSO_WM_UNIT_ID" val="_1*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11"/>
  <p:tag name="KSO_WM_BEAUTIFY_FLAG" val="#wm#"/>
  <p:tag name="KSO_WM_TAG_VERSION" val="3.0"/>
  <p:tag name="KSO_WM_UNIT_ID" val="_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12"/>
  <p:tag name="KSO_WM_BEAUTIFY_FLAG" val="#wm#"/>
  <p:tag name="KSO_WM_TAG_VERSION" val="3.0"/>
  <p:tag name="KSO_WM_UNIT_ID" val="_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i"/>
  <p:tag name="KSO_WM_UNIT_INDEX" val="13"/>
  <p:tag name="KSO_WM_BEAUTIFY_FLAG" val="#wm#"/>
  <p:tag name="KSO_WM_TAG_VERSION" val="3.0"/>
  <p:tag name="KSO_WM_UNIT_ID" val="_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14"/>
  <p:tag name="KSO_WM_BEAUTIFY_FLAG" val="#wm#"/>
  <p:tag name="KSO_WM_TAG_VERSION" val="3.0"/>
  <p:tag name="KSO_WM_UNIT_ID" val="_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15"/>
  <p:tag name="KSO_WM_BEAUTIFY_FLAG" val="#wm#"/>
  <p:tag name="KSO_WM_TAG_VERSION" val="3.0"/>
  <p:tag name="KSO_WM_UNIT_ID" val="_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16"/>
  <p:tag name="KSO_WM_BEAUTIFY_FLAG" val="#wm#"/>
  <p:tag name="KSO_WM_TAG_VERSION" val="3.0"/>
  <p:tag name="KSO_WM_UNIT_ID" val="_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17"/>
  <p:tag name="KSO_WM_BEAUTIFY_FLAG" val="#wm#"/>
  <p:tag name="KSO_WM_TAG_VERSION" val="3.0"/>
  <p:tag name="KSO_WM_UNIT_ID" val="_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18"/>
  <p:tag name="KSO_WM_BEAUTIFY_FLAG" val="#wm#"/>
  <p:tag name="KSO_WM_TAG_VERSION" val="3.0"/>
  <p:tag name="KSO_WM_UNIT_ID" val="_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19"/>
  <p:tag name="KSO_WM_BEAUTIFY_FLAG" val="#wm#"/>
  <p:tag name="KSO_WM_TAG_VERSION" val="3.0"/>
  <p:tag name="KSO_WM_UNIT_ID" val="_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20"/>
  <p:tag name="KSO_WM_BEAUTIFY_FLAG" val="#wm#"/>
  <p:tag name="KSO_WM_TAG_VERSION" val="3.0"/>
  <p:tag name="KSO_WM_UNIT_ID" val="_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21"/>
  <p:tag name="KSO_WM_BEAUTIFY_FLAG" val="#wm#"/>
  <p:tag name="KSO_WM_TAG_VERSION" val="3.0"/>
  <p:tag name="KSO_WM_UNIT_ID" val="_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TYPE" val="i"/>
  <p:tag name="KSO_WM_UNIT_INDEX" val="22"/>
  <p:tag name="KSO_WM_BEAUTIFY_FLAG" val="#wm#"/>
  <p:tag name="KSO_WM_TAG_VERSION" val="3.0"/>
  <p:tag name="KSO_WM_UNIT_ID" val="_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TYPE" val="i"/>
  <p:tag name="KSO_WM_UNIT_INDEX" val="23"/>
  <p:tag name="KSO_WM_BEAUTIFY_FLAG" val="#wm#"/>
  <p:tag name="KSO_WM_TAG_VERSION" val="3.0"/>
  <p:tag name="KSO_WM_UNIT_ID" val="_1*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i"/>
  <p:tag name="KSO_WM_UNIT_INDEX" val="24"/>
  <p:tag name="KSO_WM_BEAUTIFY_FLAG" val="#wm#"/>
  <p:tag name="KSO_WM_TAG_VERSION" val="3.0"/>
  <p:tag name="KSO_WM_UNIT_ID" val="_1*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i"/>
  <p:tag name="KSO_WM_UNIT_INDEX" val="26"/>
  <p:tag name="KSO_WM_BEAUTIFY_FLAG" val="#wm#"/>
  <p:tag name="KSO_WM_TAG_VERSION" val="3.0"/>
  <p:tag name="KSO_WM_UNIT_ID" val="_1*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TYPE" val="i"/>
  <p:tag name="KSO_WM_UNIT_INDEX" val="27"/>
  <p:tag name="KSO_WM_BEAUTIFY_FLAG" val="#wm#"/>
  <p:tag name="KSO_WM_TAG_VERSION" val="3.0"/>
  <p:tag name="KSO_WM_UNIT_ID" val="_1*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34"/>
  <p:tag name="KSO_WM_BEAUTIFY_FLAG" val="#wm#"/>
  <p:tag name="KSO_WM_TAG_VERSION" val="3.0"/>
  <p:tag name="KSO_WM_UNIT_ID" val="_1*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36"/>
  <p:tag name="KSO_WM_BEAUTIFY_FLAG" val="#wm#"/>
  <p:tag name="KSO_WM_TAG_VERSION" val="3.0"/>
  <p:tag name="KSO_WM_UNIT_ID" val="_1*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32"/>
  <p:tag name="KSO_WM_BEAUTIFY_FLAG" val="#wm#"/>
  <p:tag name="KSO_WM_TAG_VERSION" val="3.0"/>
  <p:tag name="KSO_WM_UNIT_ID" val="_1*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33"/>
  <p:tag name="KSO_WM_BEAUTIFY_FLAG" val="#wm#"/>
  <p:tag name="KSO_WM_TAG_VERSION" val="3.0"/>
  <p:tag name="KSO_WM_UNIT_ID" val="_1*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30"/>
  <p:tag name="KSO_WM_BEAUTIFY_FLAG" val="#wm#"/>
  <p:tag name="KSO_WM_TAG_VERSION" val="3.0"/>
  <p:tag name="KSO_WM_UNIT_ID" val="_1*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31"/>
  <p:tag name="KSO_WM_BEAUTIFY_FLAG" val="#wm#"/>
  <p:tag name="KSO_WM_TAG_VERSION" val="3.0"/>
  <p:tag name="KSO_WM_UNIT_ID" val="_1*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i"/>
  <p:tag name="KSO_WM_UNIT_INDEX" val="28"/>
  <p:tag name="KSO_WM_BEAUTIFY_FLAG" val="#wm#"/>
  <p:tag name="KSO_WM_TAG_VERSION" val="3.0"/>
  <p:tag name="KSO_WM_UNIT_ID" val="_1*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TYPE" val="i"/>
  <p:tag name="KSO_WM_UNIT_INDEX" val="29"/>
  <p:tag name="KSO_WM_BEAUTIFY_FLAG" val="#wm#"/>
  <p:tag name="KSO_WM_TAG_VERSION" val="3.0"/>
  <p:tag name="KSO_WM_UNIT_ID" val="_1*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38"/>
  <p:tag name="KSO_WM_BEAUTIFY_FLAG" val="#wm#"/>
  <p:tag name="KSO_WM_TAG_VERSION" val="3.0"/>
  <p:tag name="KSO_WM_UNIT_ID" val="_1*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i"/>
  <p:tag name="KSO_WM_UNIT_INDEX" val="35"/>
  <p:tag name="KSO_WM_BEAUTIFY_FLAG" val="#wm#"/>
  <p:tag name="KSO_WM_TAG_VERSION" val="3.0"/>
  <p:tag name="KSO_WM_UNIT_ID" val="_1*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40"/>
</p:tagLst>
</file>

<file path=ppt/tags/tag47.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TYPE" val="i"/>
  <p:tag name="KSO_WM_UNIT_INDEX" val="18"/>
  <p:tag name="KSO_WM_BEAUTIFY_FLAG" val="#wm#"/>
  <p:tag name="KSO_WM_TAG_VERSION" val="3.0"/>
  <p:tag name="KSO_WM_UNIT_ID" val="_3*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TYPE" val="i"/>
  <p:tag name="KSO_WM_UNIT_INDEX" val="33"/>
  <p:tag name="KSO_WM_BEAUTIFY_FLAG" val="#wm#"/>
  <p:tag name="KSO_WM_TAG_VERSION" val="3.0"/>
  <p:tag name="KSO_WM_UNIT_ID" val="_3*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4.xml><?xml version="1.0" encoding="utf-8"?>
<p:tagLst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TYPE" val="i"/>
  <p:tag name="KSO_WM_UNIT_INDEX" val="10"/>
  <p:tag name="KSO_WM_BEAUTIFY_FLAG" val="#wm#"/>
  <p:tag name="KSO_WM_TAG_VERSION" val="3.0"/>
  <p:tag name="KSO_WM_UNIT_ID" val="_3*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TYPE" val="i"/>
  <p:tag name="KSO_WM_UNIT_INDEX" val="31"/>
  <p:tag name="KSO_WM_BEAUTIFY_FLAG" val="#wm#"/>
  <p:tag name="KSO_WM_TAG_VERSION" val="3.0"/>
  <p:tag name="KSO_WM_UNIT_ID" val="_3*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TYPE" val="i"/>
  <p:tag name="KSO_WM_UNIT_INDEX" val="32"/>
  <p:tag name="KSO_WM_BEAUTIFY_FLAG" val="#wm#"/>
  <p:tag name="KSO_WM_TAG_VERSION" val="3.0"/>
  <p:tag name="KSO_WM_UNIT_ID" val="_3*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TYPE" val="i"/>
  <p:tag name="KSO_WM_UNIT_INDEX" val="30"/>
  <p:tag name="KSO_WM_BEAUTIFY_FLAG" val="#wm#"/>
  <p:tag name="KSO_WM_TAG_VERSION" val="3.0"/>
  <p:tag name="KSO_WM_UNIT_ID" val="_3*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i"/>
  <p:tag name="KSO_WM_UNIT_INDEX" val="29"/>
  <p:tag name="KSO_WM_BEAUTIFY_FLAG" val="#wm#"/>
  <p:tag name="KSO_WM_TAG_VERSION" val="3.0"/>
  <p:tag name="KSO_WM_UNIT_ID" val="_3*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TYPE" val="i"/>
  <p:tag name="KSO_WM_UNIT_INDEX" val="22"/>
  <p:tag name="KSO_WM_BEAUTIFY_FLAG" val="#wm#"/>
  <p:tag name="KSO_WM_TAG_VERSION" val="3.0"/>
  <p:tag name="KSO_WM_UNIT_ID" val="_3*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TYPE" val="i"/>
  <p:tag name="KSO_WM_UNIT_INDEX" val="21"/>
  <p:tag name="KSO_WM_BEAUTIFY_FLAG" val="#wm#"/>
  <p:tag name="KSO_WM_TAG_VERSION" val="3.0"/>
  <p:tag name="KSO_WM_UNIT_ID" val="_3*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26"/>
  <p:tag name="KSO_WM_BEAUTIFY_FLAG" val="#wm#"/>
  <p:tag name="KSO_WM_TAG_VERSION" val="3.0"/>
  <p:tag name="KSO_WM_UNIT_ID" val="_3*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i"/>
  <p:tag name="KSO_WM_UNIT_INDEX" val="28"/>
  <p:tag name="KSO_WM_BEAUTIFY_FLAG" val="#wm#"/>
  <p:tag name="KSO_WM_TAG_VERSION" val="3.0"/>
  <p:tag name="KSO_WM_UNIT_ID" val="_3*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i"/>
  <p:tag name="KSO_WM_UNIT_INDEX" val="12"/>
  <p:tag name="KSO_WM_BEAUTIFY_FLAG" val="#wm#"/>
  <p:tag name="KSO_WM_TAG_VERSION" val="3.0"/>
  <p:tag name="KSO_WM_UNIT_ID" val="_3*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i"/>
  <p:tag name="KSO_WM_UNIT_INDEX" val="27"/>
  <p:tag name="KSO_WM_BEAUTIFY_FLAG" val="#wm#"/>
  <p:tag name="KSO_WM_TAG_VERSION" val="3.0"/>
  <p:tag name="KSO_WM_UNIT_ID" val="_3*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24"/>
  <p:tag name="KSO_WM_BEAUTIFY_FLAG" val="#wm#"/>
  <p:tag name="KSO_WM_TAG_VERSION" val="3.0"/>
  <p:tag name="KSO_WM_UNIT_ID" val="_3*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19"/>
  <p:tag name="KSO_WM_BEAUTIFY_FLAG" val="#wm#"/>
  <p:tag name="KSO_WM_TAG_VERSION" val="3.0"/>
  <p:tag name="KSO_WM_UNIT_ID" val="_3*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23"/>
  <p:tag name="KSO_WM_BEAUTIFY_FLAG" val="#wm#"/>
  <p:tag name="KSO_WM_TAG_VERSION" val="3.0"/>
  <p:tag name="KSO_WM_UNIT_ID" val="_3*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TYPE" val="i"/>
  <p:tag name="KSO_WM_UNIT_INDEX" val="25"/>
  <p:tag name="KSO_WM_BEAUTIFY_FLAG" val="#wm#"/>
  <p:tag name="KSO_WM_TAG_VERSION" val="3.0"/>
  <p:tag name="KSO_WM_UNIT_ID" val="_3*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TYPE" val="i"/>
  <p:tag name="KSO_WM_UNIT_INDEX" val="20"/>
  <p:tag name="KSO_WM_BEAUTIFY_FLAG" val="#wm#"/>
  <p:tag name="KSO_WM_TAG_VERSION" val="3.0"/>
  <p:tag name="KSO_WM_UNIT_ID" val="_3*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TYPE" val="i"/>
  <p:tag name="KSO_WM_UNIT_INDEX" val="14"/>
  <p:tag name="KSO_WM_BEAUTIFY_FLAG" val="#wm#"/>
  <p:tag name="KSO_WM_TAG_VERSION" val="3.0"/>
  <p:tag name="KSO_WM_UNIT_ID" val="_3*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TYPE" val="i"/>
  <p:tag name="KSO_WM_UNIT_INDEX" val="13"/>
  <p:tag name="KSO_WM_BEAUTIFY_FLAG" val="#wm#"/>
  <p:tag name="KSO_WM_TAG_VERSION" val="3.0"/>
  <p:tag name="KSO_WM_UNIT_ID" val="_3*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17"/>
  <p:tag name="KSO_WM_BEAUTIFY_FLAG" val="#wm#"/>
  <p:tag name="KSO_WM_TAG_VERSION" val="3.0"/>
  <p:tag name="KSO_WM_UNIT_ID" val="_3*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i"/>
  <p:tag name="KSO_WM_UNIT_INDEX" val="15"/>
  <p:tag name="KSO_WM_BEAUTIFY_FLAG" val="#wm#"/>
  <p:tag name="KSO_WM_TAG_VERSION" val="3.0"/>
  <p:tag name="KSO_WM_UNIT_ID" val="_3*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TYPE" val="i"/>
  <p:tag name="KSO_WM_UNIT_INDEX" val="11"/>
  <p:tag name="KSO_WM_BEAUTIFY_FLAG" val="#wm#"/>
  <p:tag name="KSO_WM_TAG_VERSION" val="3.0"/>
  <p:tag name="KSO_WM_UNIT_ID" val="_3*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TYPE" val="i"/>
  <p:tag name="KSO_WM_UNIT_INDEX" val="16"/>
  <p:tag name="KSO_WM_BEAUTIFY_FLAG" val="#wm#"/>
  <p:tag name="KSO_WM_TAG_VERSION" val="3.0"/>
  <p:tag name="KSO_WM_UNIT_ID" val="_3*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1"/>
</p:tagLst>
</file>

<file path=ppt/tags/tag83.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1"/>
</p:tagLst>
</file>

<file path=ppt/tags/tag87.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6"/>
</p:tagLst>
</file>

<file path=ppt/tags/tag8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9.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27"/>
  <p:tag name="KSO_WM_BEAUTIFY_FLAG" val="#wm#"/>
  <p:tag name="KSO_WM_TAG_VERSION" val="3.0"/>
  <p:tag name="KSO_WM_UNIT_ID" val="_4*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38"/>
  <p:tag name="KSO_WM_BEAUTIFY_FLAG" val="#wm#"/>
  <p:tag name="KSO_WM_TAG_VERSION" val="3.0"/>
  <p:tag name="KSO_WM_UNIT_ID" val="_4*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UNIT_TYPE" val="i"/>
  <p:tag name="KSO_WM_UNIT_INDEX" val="33"/>
  <p:tag name="KSO_WM_BEAUTIFY_FLAG" val="#wm#"/>
  <p:tag name="KSO_WM_TAG_VERSION" val="3.0"/>
  <p:tag name="KSO_WM_UNIT_ID" val="_4*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32"/>
  <p:tag name="KSO_WM_BEAUTIFY_FLAG" val="#wm#"/>
  <p:tag name="KSO_WM_TAG_VERSION" val="3.0"/>
  <p:tag name="KSO_WM_UNIT_ID" val="_4*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i"/>
  <p:tag name="KSO_WM_UNIT_INDEX" val="28"/>
  <p:tag name="KSO_WM_BEAUTIFY_FLAG" val="#wm#"/>
  <p:tag name="KSO_WM_TAG_VERSION" val="3.0"/>
  <p:tag name="KSO_WM_UNIT_ID" val="_4*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7.xml><?xml version="1.0" encoding="utf-8"?>
<p:tagLst xmlns:p="http://schemas.openxmlformats.org/presentationml/2006/main">
  <p:tag name="KSO_WM_UNIT_TYPE" val="i"/>
  <p:tag name="KSO_WM_UNIT_INDEX" val="25"/>
  <p:tag name="KSO_WM_BEAUTIFY_FLAG" val="#wm#"/>
  <p:tag name="KSO_WM_TAG_VERSION" val="3.0"/>
  <p:tag name="KSO_WM_UNIT_ID" val="_4*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8.xml><?xml version="1.0" encoding="utf-8"?>
<p:tagLst xmlns:p="http://schemas.openxmlformats.org/presentationml/2006/main">
  <p:tag name="KSO_WM_UNIT_TYPE" val="i"/>
  <p:tag name="KSO_WM_UNIT_INDEX" val="36"/>
  <p:tag name="KSO_WM_BEAUTIFY_FLAG" val="#wm#"/>
  <p:tag name="KSO_WM_TAG_VERSION" val="3.0"/>
  <p:tag name="KSO_WM_UNIT_ID" val="_4*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TYPE" val="i"/>
  <p:tag name="KSO_WM_UNIT_INDEX" val="37"/>
  <p:tag name="KSO_WM_BEAUTIFY_FLAG" val="#wm#"/>
  <p:tag name="KSO_WM_TAG_VERSION" val="3.0"/>
  <p:tag name="KSO_WM_UNIT_ID" val="_4*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TYPE" val="i"/>
  <p:tag name="KSO_WM_UNIT_INDEX" val="35"/>
  <p:tag name="KSO_WM_BEAUTIFY_FLAG" val="#wm#"/>
  <p:tag name="KSO_WM_TAG_VERSION" val="3.0"/>
  <p:tag name="KSO_WM_UNIT_ID" val="_4*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UNIT_TYPE" val="i"/>
  <p:tag name="KSO_WM_UNIT_INDEX" val="34"/>
  <p:tag name="KSO_WM_BEAUTIFY_FLAG" val="#wm#"/>
  <p:tag name="KSO_WM_TAG_VERSION" val="3.0"/>
  <p:tag name="KSO_WM_UNIT_ID" val="_4*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2.xml><?xml version="1.0" encoding="utf-8"?>
<p:tagLst xmlns:p="http://schemas.openxmlformats.org/presentationml/2006/main">
  <p:tag name="KSO_WM_UNIT_TYPE" val="i"/>
  <p:tag name="KSO_WM_UNIT_INDEX" val="31"/>
  <p:tag name="KSO_WM_BEAUTIFY_FLAG" val="#wm#"/>
  <p:tag name="KSO_WM_TAG_VERSION" val="3.0"/>
  <p:tag name="KSO_WM_UNIT_ID" val="_4*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3.xml><?xml version="1.0" encoding="utf-8"?>
<p:tagLst xmlns:p="http://schemas.openxmlformats.org/presentationml/2006/main">
  <p:tag name="KSO_WM_UNIT_TYPE" val="i"/>
  <p:tag name="KSO_WM_UNIT_INDEX" val="30"/>
  <p:tag name="KSO_WM_BEAUTIFY_FLAG" val="#wm#"/>
  <p:tag name="KSO_WM_TAG_VERSION" val="3.0"/>
  <p:tag name="KSO_WM_UNIT_ID" val="_4*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4.xml><?xml version="1.0" encoding="utf-8"?>
<p:tagLst xmlns:p="http://schemas.openxmlformats.org/presentationml/2006/main">
  <p:tag name="KSO_WM_UNIT_TYPE" val="i"/>
  <p:tag name="KSO_WM_UNIT_INDEX" val="19"/>
  <p:tag name="KSO_WM_BEAUTIFY_FLAG" val="#wm#"/>
  <p:tag name="KSO_WM_TAG_VERSION" val="3.0"/>
  <p:tag name="KSO_WM_UNIT_ID" val="_4*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5.xml><?xml version="1.0" encoding="utf-8"?>
<p:tagLst xmlns:p="http://schemas.openxmlformats.org/presentationml/2006/main">
  <p:tag name="KSO_WM_UNIT_TYPE" val="i"/>
  <p:tag name="KSO_WM_UNIT_INDEX" val="17"/>
  <p:tag name="KSO_WM_BEAUTIFY_FLAG" val="#wm#"/>
  <p:tag name="KSO_WM_TAG_VERSION" val="3.0"/>
  <p:tag name="KSO_WM_UNIT_ID" val="_4*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6.xml><?xml version="1.0" encoding="utf-8"?>
<p:tagLst xmlns:p="http://schemas.openxmlformats.org/presentationml/2006/main">
  <p:tag name="KSO_WM_UNIT_TYPE" val="i"/>
  <p:tag name="KSO_WM_UNIT_INDEX" val="14"/>
  <p:tag name="KSO_WM_BEAUTIFY_FLAG" val="#wm#"/>
  <p:tag name="KSO_WM_TAG_VERSION" val="3.0"/>
  <p:tag name="KSO_WM_UNIT_ID" val="_4*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7.xml><?xml version="1.0" encoding="utf-8"?>
<p:tagLst xmlns:p="http://schemas.openxmlformats.org/presentationml/2006/main">
  <p:tag name="KSO_WM_UNIT_TYPE" val="i"/>
  <p:tag name="KSO_WM_UNIT_INDEX" val="12"/>
  <p:tag name="KSO_WM_BEAUTIFY_FLAG" val="#wm#"/>
  <p:tag name="KSO_WM_TAG_VERSION" val="3.0"/>
  <p:tag name="KSO_WM_UNIT_ID" val="_4*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8.xml><?xml version="1.0" encoding="utf-8"?>
<p:tagLst xmlns:p="http://schemas.openxmlformats.org/presentationml/2006/main">
  <p:tag name="KSO_WM_UNIT_TYPE" val="i"/>
  <p:tag name="KSO_WM_UNIT_INDEX" val="9"/>
  <p:tag name="KSO_WM_BEAUTIFY_FLAG" val="#wm#"/>
  <p:tag name="KSO_WM_TAG_VERSION" val="3.0"/>
  <p:tag name="KSO_WM_UNIT_ID" val="_4*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9.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0.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1.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2.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4.xml><?xml version="1.0" encoding="utf-8"?>
<p:tagLst xmlns:p="http://schemas.openxmlformats.org/presentationml/2006/main">
  <p:tag name="KSO_WM_UNIT_ID" val="_4*i*3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YPE" val="i"/>
  <p:tag name="KSO_WM_UNIT_INDEX" val="38"/>
</p:tagLst>
</file>

<file path=ppt/tags/tag115.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6.xml><?xml version="1.0" encoding="utf-8"?>
<p:tagLst xmlns:p="http://schemas.openxmlformats.org/presentationml/2006/main">
  <p:tag name="KSO_WM_UNIT_TYPE" val="i"/>
  <p:tag name="KSO_WM_UNIT_INDEX" val="10"/>
  <p:tag name="KSO_WM_BEAUTIFY_FLAG" val="#wm#"/>
  <p:tag name="KSO_WM_TAG_VERSION" val="3.0"/>
  <p:tag name="KSO_WM_UNIT_ID" val="_4*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7.xml><?xml version="1.0" encoding="utf-8"?>
<p:tagLst xmlns:p="http://schemas.openxmlformats.org/presentationml/2006/main">
  <p:tag name="KSO_WM_UNIT_TYPE" val="i"/>
  <p:tag name="KSO_WM_UNIT_INDEX" val="11"/>
  <p:tag name="KSO_WM_BEAUTIFY_FLAG" val="#wm#"/>
  <p:tag name="KSO_WM_TAG_VERSION" val="3.0"/>
  <p:tag name="KSO_WM_UNIT_ID" val="_4*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8.xml><?xml version="1.0" encoding="utf-8"?>
<p:tagLst xmlns:p="http://schemas.openxmlformats.org/presentationml/2006/main">
  <p:tag name="KSO_WM_UNIT_TYPE" val="i"/>
  <p:tag name="KSO_WM_UNIT_INDEX" val="24"/>
  <p:tag name="KSO_WM_BEAUTIFY_FLAG" val="#wm#"/>
  <p:tag name="KSO_WM_TAG_VERSION" val="3.0"/>
  <p:tag name="KSO_WM_UNIT_ID" val="_4*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9.xml><?xml version="1.0" encoding="utf-8"?>
<p:tagLst xmlns:p="http://schemas.openxmlformats.org/presentationml/2006/main">
  <p:tag name="KSO_WM_UNIT_TYPE" val="i"/>
  <p:tag name="KSO_WM_UNIT_INDEX" val="26"/>
  <p:tag name="KSO_WM_BEAUTIFY_FLAG" val="#wm#"/>
  <p:tag name="KSO_WM_TAG_VERSION" val="3.0"/>
  <p:tag name="KSO_WM_UNIT_ID" val="_4*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0.xml><?xml version="1.0" encoding="utf-8"?>
<p:tagLst xmlns:p="http://schemas.openxmlformats.org/presentationml/2006/main">
  <p:tag name="KSO_WM_UNIT_TYPE" val="i"/>
  <p:tag name="KSO_WM_UNIT_INDEX" val="20"/>
  <p:tag name="KSO_WM_BEAUTIFY_FLAG" val="#wm#"/>
  <p:tag name="KSO_WM_TAG_VERSION" val="3.0"/>
  <p:tag name="KSO_WM_UNIT_ID" val="_4*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1.xml><?xml version="1.0" encoding="utf-8"?>
<p:tagLst xmlns:p="http://schemas.openxmlformats.org/presentationml/2006/main">
  <p:tag name="KSO_WM_UNIT_TYPE" val="i"/>
  <p:tag name="KSO_WM_UNIT_INDEX" val="21"/>
  <p:tag name="KSO_WM_BEAUTIFY_FLAG" val="#wm#"/>
  <p:tag name="KSO_WM_TAG_VERSION" val="3.0"/>
  <p:tag name="KSO_WM_UNIT_ID" val="_4*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2.xml><?xml version="1.0" encoding="utf-8"?>
<p:tagLst xmlns:p="http://schemas.openxmlformats.org/presentationml/2006/main">
  <p:tag name="KSO_WM_UNIT_TYPE" val="i"/>
  <p:tag name="KSO_WM_UNIT_INDEX" val="16"/>
  <p:tag name="KSO_WM_BEAUTIFY_FLAG" val="#wm#"/>
  <p:tag name="KSO_WM_TAG_VERSION" val="3.0"/>
  <p:tag name="KSO_WM_UNIT_ID" val="_4*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3.xml><?xml version="1.0" encoding="utf-8"?>
<p:tagLst xmlns:p="http://schemas.openxmlformats.org/presentationml/2006/main">
  <p:tag name="KSO_WM_UNIT_TYPE" val="i"/>
  <p:tag name="KSO_WM_UNIT_INDEX" val="18"/>
  <p:tag name="KSO_WM_BEAUTIFY_FLAG" val="#wm#"/>
  <p:tag name="KSO_WM_TAG_VERSION" val="3.0"/>
  <p:tag name="KSO_WM_UNIT_ID" val="_4*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4.xml><?xml version="1.0" encoding="utf-8"?>
<p:tagLst xmlns:p="http://schemas.openxmlformats.org/presentationml/2006/main">
  <p:tag name="KSO_WM_UNIT_TYPE" val="i"/>
  <p:tag name="KSO_WM_UNIT_INDEX" val="13"/>
  <p:tag name="KSO_WM_BEAUTIFY_FLAG" val="#wm#"/>
  <p:tag name="KSO_WM_TAG_VERSION" val="3.0"/>
  <p:tag name="KSO_WM_UNIT_ID" val="_4*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5.xml><?xml version="1.0" encoding="utf-8"?>
<p:tagLst xmlns:p="http://schemas.openxmlformats.org/presentationml/2006/main">
  <p:tag name="KSO_WM_UNIT_TYPE" val="i"/>
  <p:tag name="KSO_WM_UNIT_INDEX" val="15"/>
  <p:tag name="KSO_WM_BEAUTIFY_FLAG" val="#wm#"/>
  <p:tag name="KSO_WM_TAG_VERSION" val="3.0"/>
  <p:tag name="KSO_WM_UNIT_ID" val="_4*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TYPE" val="i"/>
  <p:tag name="KSO_WM_UNIT_INDEX" val="29"/>
  <p:tag name="KSO_WM_BEAUTIFY_FLAG" val="#wm#"/>
  <p:tag name="KSO_WM_TAG_VERSION" val="3.0"/>
  <p:tag name="KSO_WM_UNIT_ID" val="_4*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7.xml><?xml version="1.0" encoding="utf-8"?>
<p:tagLst xmlns:p="http://schemas.openxmlformats.org/presentationml/2006/main">
  <p:tag name="KSO_WM_UNIT_TYPE" val="i"/>
  <p:tag name="KSO_WM_UNIT_INDEX" val="23"/>
  <p:tag name="KSO_WM_BEAUTIFY_FLAG" val="#wm#"/>
  <p:tag name="KSO_WM_TAG_VERSION" val="3.0"/>
  <p:tag name="KSO_WM_UNIT_ID" val="_4*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2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0.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2.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3.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4.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135.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136.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137.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138.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9.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0.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4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43.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4.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5.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6.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7.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8.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9.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2.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3.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5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5.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6.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158.xml><?xml version="1.0" encoding="utf-8"?>
<p:tagLst xmlns:p="http://schemas.openxmlformats.org/presentationml/2006/main">
  <p:tag name="KSO_WM_UNIT_TYPE" val="i"/>
  <p:tag name="KSO_WM_UNIT_INDEX" val="12"/>
  <p:tag name="KSO_WM_BEAUTIFY_FLAG" val="#wm#"/>
  <p:tag name="KSO_WM_TAG_VERSION" val="3.0"/>
  <p:tag name="KSO_WM_UNIT_ID" val="_11*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9.xml><?xml version="1.0" encoding="utf-8"?>
<p:tagLst xmlns:p="http://schemas.openxmlformats.org/presentationml/2006/main">
  <p:tag name="KSO_WM_UNIT_TYPE" val="i"/>
  <p:tag name="KSO_WM_UNIT_INDEX" val="30"/>
  <p:tag name="KSO_WM_BEAUTIFY_FLAG" val="#wm#"/>
  <p:tag name="KSO_WM_TAG_VERSION" val="3.0"/>
  <p:tag name="KSO_WM_UNIT_ID" val="_11*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0.xml><?xml version="1.0" encoding="utf-8"?>
<p:tagLst xmlns:p="http://schemas.openxmlformats.org/presentationml/2006/main">
  <p:tag name="KSO_WM_UNIT_TYPE" val="i"/>
  <p:tag name="KSO_WM_UNIT_INDEX" val="38"/>
  <p:tag name="KSO_WM_BEAUTIFY_FLAG" val="#wm#"/>
  <p:tag name="KSO_WM_TAG_VERSION" val="3.0"/>
  <p:tag name="KSO_WM_UNIT_ID" val="_11*i*3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1.xml><?xml version="1.0" encoding="utf-8"?>
<p:tagLst xmlns:p="http://schemas.openxmlformats.org/presentationml/2006/main">
  <p:tag name="KSO_WM_UNIT_TYPE" val="i"/>
  <p:tag name="KSO_WM_UNIT_INDEX" val="33"/>
  <p:tag name="KSO_WM_BEAUTIFY_FLAG" val="#wm#"/>
  <p:tag name="KSO_WM_TAG_VERSION" val="3.0"/>
  <p:tag name="KSO_WM_UNIT_ID" val="_11*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2.xml><?xml version="1.0" encoding="utf-8"?>
<p:tagLst xmlns:p="http://schemas.openxmlformats.org/presentationml/2006/main">
  <p:tag name="KSO_WM_UNIT_TYPE" val="i"/>
  <p:tag name="KSO_WM_UNIT_INDEX" val="32"/>
  <p:tag name="KSO_WM_BEAUTIFY_FLAG" val="#wm#"/>
  <p:tag name="KSO_WM_TAG_VERSION" val="3.0"/>
  <p:tag name="KSO_WM_UNIT_ID" val="_11*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3.xml><?xml version="1.0" encoding="utf-8"?>
<p:tagLst xmlns:p="http://schemas.openxmlformats.org/presentationml/2006/main">
  <p:tag name="KSO_WM_UNIT_TYPE" val="i"/>
  <p:tag name="KSO_WM_UNIT_INDEX" val="23"/>
  <p:tag name="KSO_WM_BEAUTIFY_FLAG" val="#wm#"/>
  <p:tag name="KSO_WM_TAG_VERSION" val="3.0"/>
  <p:tag name="KSO_WM_UNIT_ID" val="_11*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4.xml><?xml version="1.0" encoding="utf-8"?>
<p:tagLst xmlns:p="http://schemas.openxmlformats.org/presentationml/2006/main">
  <p:tag name="KSO_WM_UNIT_TYPE" val="i"/>
  <p:tag name="KSO_WM_UNIT_INDEX" val="21"/>
  <p:tag name="KSO_WM_BEAUTIFY_FLAG" val="#wm#"/>
  <p:tag name="KSO_WM_TAG_VERSION" val="3.0"/>
  <p:tag name="KSO_WM_UNIT_ID" val="_11*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5.xml><?xml version="1.0" encoding="utf-8"?>
<p:tagLst xmlns:p="http://schemas.openxmlformats.org/presentationml/2006/main">
  <p:tag name="KSO_WM_UNIT_TYPE" val="i"/>
  <p:tag name="KSO_WM_UNIT_INDEX" val="36"/>
  <p:tag name="KSO_WM_BEAUTIFY_FLAG" val="#wm#"/>
  <p:tag name="KSO_WM_TAG_VERSION" val="3.0"/>
  <p:tag name="KSO_WM_UNIT_ID" val="_11*i*3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6.xml><?xml version="1.0" encoding="utf-8"?>
<p:tagLst xmlns:p="http://schemas.openxmlformats.org/presentationml/2006/main">
  <p:tag name="KSO_WM_UNIT_TYPE" val="i"/>
  <p:tag name="KSO_WM_UNIT_INDEX" val="37"/>
  <p:tag name="KSO_WM_BEAUTIFY_FLAG" val="#wm#"/>
  <p:tag name="KSO_WM_TAG_VERSION" val="3.0"/>
  <p:tag name="KSO_WM_UNIT_ID" val="_11*i*3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7.xml><?xml version="1.0" encoding="utf-8"?>
<p:tagLst xmlns:p="http://schemas.openxmlformats.org/presentationml/2006/main">
  <p:tag name="KSO_WM_UNIT_TYPE" val="i"/>
  <p:tag name="KSO_WM_UNIT_INDEX" val="35"/>
  <p:tag name="KSO_WM_BEAUTIFY_FLAG" val="#wm#"/>
  <p:tag name="KSO_WM_TAG_VERSION" val="3.0"/>
  <p:tag name="KSO_WM_UNIT_ID" val="_11*i*3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8.xml><?xml version="1.0" encoding="utf-8"?>
<p:tagLst xmlns:p="http://schemas.openxmlformats.org/presentationml/2006/main">
  <p:tag name="KSO_WM_UNIT_TYPE" val="i"/>
  <p:tag name="KSO_WM_UNIT_INDEX" val="34"/>
  <p:tag name="KSO_WM_BEAUTIFY_FLAG" val="#wm#"/>
  <p:tag name="KSO_WM_TAG_VERSION" val="3.0"/>
  <p:tag name="KSO_WM_UNIT_ID" val="_11*i*3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9.xml><?xml version="1.0" encoding="utf-8"?>
<p:tagLst xmlns:p="http://schemas.openxmlformats.org/presentationml/2006/main">
  <p:tag name="KSO_WM_UNIT_TYPE" val="i"/>
  <p:tag name="KSO_WM_UNIT_INDEX" val="29"/>
  <p:tag name="KSO_WM_BEAUTIFY_FLAG" val="#wm#"/>
  <p:tag name="KSO_WM_TAG_VERSION" val="3.0"/>
  <p:tag name="KSO_WM_UNIT_ID" val="_11*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0.xml><?xml version="1.0" encoding="utf-8"?>
<p:tagLst xmlns:p="http://schemas.openxmlformats.org/presentationml/2006/main">
  <p:tag name="KSO_WM_UNIT_TYPE" val="i"/>
  <p:tag name="KSO_WM_UNIT_INDEX" val="26"/>
  <p:tag name="KSO_WM_BEAUTIFY_FLAG" val="#wm#"/>
  <p:tag name="KSO_WM_TAG_VERSION" val="3.0"/>
  <p:tag name="KSO_WM_UNIT_ID" val="_11*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1.xml><?xml version="1.0" encoding="utf-8"?>
<p:tagLst xmlns:p="http://schemas.openxmlformats.org/presentationml/2006/main">
  <p:tag name="KSO_WM_UNIT_TYPE" val="i"/>
  <p:tag name="KSO_WM_UNIT_INDEX" val="18"/>
  <p:tag name="KSO_WM_BEAUTIFY_FLAG" val="#wm#"/>
  <p:tag name="KSO_WM_TAG_VERSION" val="3.0"/>
  <p:tag name="KSO_WM_UNIT_ID" val="_11*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2.xml><?xml version="1.0" encoding="utf-8"?>
<p:tagLst xmlns:p="http://schemas.openxmlformats.org/presentationml/2006/main">
  <p:tag name="KSO_WM_UNIT_TYPE" val="i"/>
  <p:tag name="KSO_WM_UNIT_INDEX" val="16"/>
  <p:tag name="KSO_WM_BEAUTIFY_FLAG" val="#wm#"/>
  <p:tag name="KSO_WM_TAG_VERSION" val="3.0"/>
  <p:tag name="KSO_WM_UNIT_ID" val="_11*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3.xml><?xml version="1.0" encoding="utf-8"?>
<p:tagLst xmlns:p="http://schemas.openxmlformats.org/presentationml/2006/main">
  <p:tag name="KSO_WM_UNIT_TYPE" val="i"/>
  <p:tag name="KSO_WM_UNIT_INDEX" val="11"/>
  <p:tag name="KSO_WM_BEAUTIFY_FLAG" val="#wm#"/>
  <p:tag name="KSO_WM_TAG_VERSION" val="3.0"/>
  <p:tag name="KSO_WM_UNIT_ID" val="_11*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4.xml><?xml version="1.0" encoding="utf-8"?>
<p:tagLst xmlns:p="http://schemas.openxmlformats.org/presentationml/2006/main">
  <p:tag name="KSO_WM_UNIT_TYPE" val="i"/>
  <p:tag name="KSO_WM_UNIT_INDEX" val="13"/>
  <p:tag name="KSO_WM_BEAUTIFY_FLAG" val="#wm#"/>
  <p:tag name="KSO_WM_TAG_VERSION" val="3.0"/>
  <p:tag name="KSO_WM_UNIT_ID" val="_11*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5.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6.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7.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8.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9.xml><?xml version="1.0" encoding="utf-8"?>
<p:tagLst xmlns:p="http://schemas.openxmlformats.org/presentationml/2006/main">
  <p:tag name="KSO_WM_UNIT_TYPE" val="i"/>
  <p:tag name="KSO_WM_UNIT_INDEX" val="7"/>
  <p:tag name="KSO_WM_BEAUTIFY_FLAG" val="#wm#"/>
  <p:tag name="KSO_WM_TAG_VERSION" val="3.0"/>
  <p:tag name="KSO_WM_UNIT_ID" val="_1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0.xml><?xml version="1.0" encoding="utf-8"?>
<p:tagLst xmlns:p="http://schemas.openxmlformats.org/presentationml/2006/main">
  <p:tag name="KSO_WM_UNIT_TYPE" val="i"/>
  <p:tag name="KSO_WM_UNIT_INDEX" val="9"/>
  <p:tag name="KSO_WM_BEAUTIFY_FLAG" val="#wm#"/>
  <p:tag name="KSO_WM_TAG_VERSION" val="3.0"/>
  <p:tag name="KSO_WM_UNIT_ID" val="_1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1.xml><?xml version="1.0" encoding="utf-8"?>
<p:tagLst xmlns:p="http://schemas.openxmlformats.org/presentationml/2006/main">
  <p:tag name="KSO_WM_UNIT_ID" val="_11*i*3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YPE" val="i"/>
  <p:tag name="KSO_WM_UNIT_INDEX" val="38"/>
</p:tagLst>
</file>

<file path=ppt/tags/tag182.xml><?xml version="1.0" encoding="utf-8"?>
<p:tagLst xmlns:p="http://schemas.openxmlformats.org/presentationml/2006/main">
  <p:tag name="KSO_WM_UNIT_TYPE" val="i"/>
  <p:tag name="KSO_WM_UNIT_INDEX" val="10"/>
  <p:tag name="KSO_WM_BEAUTIFY_FLAG" val="#wm#"/>
  <p:tag name="KSO_WM_TAG_VERSION" val="3.0"/>
  <p:tag name="KSO_WM_UNIT_ID" val="_1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3.xml><?xml version="1.0" encoding="utf-8"?>
<p:tagLst xmlns:p="http://schemas.openxmlformats.org/presentationml/2006/main">
  <p:tag name="KSO_WM_UNIT_TYPE" val="i"/>
  <p:tag name="KSO_WM_UNIT_INDEX" val="14"/>
  <p:tag name="KSO_WM_BEAUTIFY_FLAG" val="#wm#"/>
  <p:tag name="KSO_WM_TAG_VERSION" val="3.0"/>
  <p:tag name="KSO_WM_UNIT_ID" val="_11*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4.xml><?xml version="1.0" encoding="utf-8"?>
<p:tagLst xmlns:p="http://schemas.openxmlformats.org/presentationml/2006/main">
  <p:tag name="KSO_WM_UNIT_TYPE" val="i"/>
  <p:tag name="KSO_WM_UNIT_INDEX" val="15"/>
  <p:tag name="KSO_WM_BEAUTIFY_FLAG" val="#wm#"/>
  <p:tag name="KSO_WM_TAG_VERSION" val="3.0"/>
  <p:tag name="KSO_WM_UNIT_ID" val="_11*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5.xml><?xml version="1.0" encoding="utf-8"?>
<p:tagLst xmlns:p="http://schemas.openxmlformats.org/presentationml/2006/main">
  <p:tag name="KSO_WM_UNIT_TYPE" val="i"/>
  <p:tag name="KSO_WM_UNIT_INDEX" val="27"/>
  <p:tag name="KSO_WM_BEAUTIFY_FLAG" val="#wm#"/>
  <p:tag name="KSO_WM_TAG_VERSION" val="3.0"/>
  <p:tag name="KSO_WM_UNIT_ID" val="_11*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6.xml><?xml version="1.0" encoding="utf-8"?>
<p:tagLst xmlns:p="http://schemas.openxmlformats.org/presentationml/2006/main">
  <p:tag name="KSO_WM_UNIT_TYPE" val="i"/>
  <p:tag name="KSO_WM_UNIT_INDEX" val="28"/>
  <p:tag name="KSO_WM_BEAUTIFY_FLAG" val="#wm#"/>
  <p:tag name="KSO_WM_TAG_VERSION" val="3.0"/>
  <p:tag name="KSO_WM_UNIT_ID" val="_11*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7.xml><?xml version="1.0" encoding="utf-8"?>
<p:tagLst xmlns:p="http://schemas.openxmlformats.org/presentationml/2006/main">
  <p:tag name="KSO_WM_UNIT_TYPE" val="i"/>
  <p:tag name="KSO_WM_UNIT_INDEX" val="24"/>
  <p:tag name="KSO_WM_BEAUTIFY_FLAG" val="#wm#"/>
  <p:tag name="KSO_WM_TAG_VERSION" val="3.0"/>
  <p:tag name="KSO_WM_UNIT_ID" val="_11*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8.xml><?xml version="1.0" encoding="utf-8"?>
<p:tagLst xmlns:p="http://schemas.openxmlformats.org/presentationml/2006/main">
  <p:tag name="KSO_WM_UNIT_TYPE" val="i"/>
  <p:tag name="KSO_WM_UNIT_INDEX" val="25"/>
  <p:tag name="KSO_WM_BEAUTIFY_FLAG" val="#wm#"/>
  <p:tag name="KSO_WM_TAG_VERSION" val="3.0"/>
  <p:tag name="KSO_WM_UNIT_ID" val="_11*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9.xml><?xml version="1.0" encoding="utf-8"?>
<p:tagLst xmlns:p="http://schemas.openxmlformats.org/presentationml/2006/main">
  <p:tag name="KSO_WM_UNIT_TYPE" val="i"/>
  <p:tag name="KSO_WM_UNIT_INDEX" val="20"/>
  <p:tag name="KSO_WM_BEAUTIFY_FLAG" val="#wm#"/>
  <p:tag name="KSO_WM_TAG_VERSION" val="3.0"/>
  <p:tag name="KSO_WM_UNIT_ID" val="_11*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0.xml><?xml version="1.0" encoding="utf-8"?>
<p:tagLst xmlns:p="http://schemas.openxmlformats.org/presentationml/2006/main">
  <p:tag name="KSO_WM_UNIT_TYPE" val="i"/>
  <p:tag name="KSO_WM_UNIT_INDEX" val="22"/>
  <p:tag name="KSO_WM_BEAUTIFY_FLAG" val="#wm#"/>
  <p:tag name="KSO_WM_TAG_VERSION" val="3.0"/>
  <p:tag name="KSO_WM_UNIT_ID" val="_11*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1.xml><?xml version="1.0" encoding="utf-8"?>
<p:tagLst xmlns:p="http://schemas.openxmlformats.org/presentationml/2006/main">
  <p:tag name="KSO_WM_UNIT_TYPE" val="i"/>
  <p:tag name="KSO_WM_UNIT_INDEX" val="17"/>
  <p:tag name="KSO_WM_BEAUTIFY_FLAG" val="#wm#"/>
  <p:tag name="KSO_WM_TAG_VERSION" val="3.0"/>
  <p:tag name="KSO_WM_UNIT_ID" val="_11*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2.xml><?xml version="1.0" encoding="utf-8"?>
<p:tagLst xmlns:p="http://schemas.openxmlformats.org/presentationml/2006/main">
  <p:tag name="KSO_WM_UNIT_TYPE" val="i"/>
  <p:tag name="KSO_WM_UNIT_INDEX" val="19"/>
  <p:tag name="KSO_WM_BEAUTIFY_FLAG" val="#wm#"/>
  <p:tag name="KSO_WM_TAG_VERSION" val="3.0"/>
  <p:tag name="KSO_WM_UNIT_ID" val="_11*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3.xml><?xml version="1.0" encoding="utf-8"?>
<p:tagLst xmlns:p="http://schemas.openxmlformats.org/presentationml/2006/main">
  <p:tag name="KSO_WM_UNIT_TYPE" val="i"/>
  <p:tag name="KSO_WM_UNIT_INDEX" val="31"/>
  <p:tag name="KSO_WM_BEAUTIFY_FLAG" val="#wm#"/>
  <p:tag name="KSO_WM_TAG_VERSION" val="3.0"/>
  <p:tag name="KSO_WM_UNIT_ID" val="_11*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5.xml><?xml version="1.0" encoding="utf-8"?>
<p:tagLst xmlns:p="http://schemas.openxmlformats.org/presentationml/2006/main">
  <p:tag name="KSO_WM_UNIT_TYPE" val="a"/>
  <p:tag name="KSO_WM_UNIT_INDEX" val="1"/>
  <p:tag name="KSO_WM_BEAUTIFY_FLAG" val="#wm#"/>
  <p:tag name="KSO_WM_TAG_VERSION" val="3.0"/>
  <p:tag name="KSO_WM_UNIT_PRESET_TEXT" val="编辑母版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6"/>
</p:tagLst>
</file>

<file path=ppt/tags/tag196.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9"/>
</p:tagLst>
</file>

<file path=ppt/tags/tag197.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8.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0.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3"/>
</p:tagLst>
</file>

<file path=ppt/tags/tag201.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202.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580"/>
</p:tagLst>
</file>

<file path=ppt/tags/tag203.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50"/>
  <p:tag name="KSO_WM_TEMPLATE_CATEGORY" val="custom"/>
  <p:tag name="KSO_WM_TEMPLATE_INDEX" val="20238580"/>
</p:tagLst>
</file>

<file path=ppt/tags/tag20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6.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7.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8.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9.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0.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1.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2.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3.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4.xml><?xml version="1.0" encoding="utf-8"?>
<p:tagLst xmlns:p="http://schemas.openxmlformats.org/presentationml/2006/main">
  <p:tag name="KSO_WM_UNIT_TYPE" val="i"/>
  <p:tag name="KSO_WM_UNIT_INDEX" val="8"/>
  <p:tag name="KSO_WM_BEAUTIFY_FLAG" val="#wm#"/>
  <p:tag name="KSO_WM_TAG_VERSION" val="3.0"/>
  <p:tag name="KSO_WM_UNIT_ID" val="_0*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5.xml><?xml version="1.0" encoding="utf-8"?>
<p:tagLst xmlns:p="http://schemas.openxmlformats.org/presentationml/2006/main">
  <p:tag name="KSO_WM_UNIT_TYPE" val="i"/>
  <p:tag name="KSO_WM_UNIT_INDEX" val="9"/>
  <p:tag name="KSO_WM_BEAUTIFY_FLAG" val="#wm#"/>
  <p:tag name="KSO_WM_TAG_VERSION" val="3.0"/>
  <p:tag name="KSO_WM_UNIT_ID" val="_0*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6.xml><?xml version="1.0" encoding="utf-8"?>
<p:tagLst xmlns:p="http://schemas.openxmlformats.org/presentationml/2006/main">
  <p:tag name="KSO_WM_UNIT_TYPE" val="i"/>
  <p:tag name="KSO_WM_UNIT_INDEX" val="10"/>
  <p:tag name="KSO_WM_BEAUTIFY_FLAG" val="#wm#"/>
  <p:tag name="KSO_WM_TAG_VERSION" val="3.0"/>
  <p:tag name="KSO_WM_UNIT_ID" val="_0*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7.xml><?xml version="1.0" encoding="utf-8"?>
<p:tagLst xmlns:p="http://schemas.openxmlformats.org/presentationml/2006/main">
  <p:tag name="KSO_WM_UNIT_TYPE" val="i"/>
  <p:tag name="KSO_WM_UNIT_INDEX" val="11"/>
  <p:tag name="KSO_WM_BEAUTIFY_FLAG" val="#wm#"/>
  <p:tag name="KSO_WM_TAG_VERSION" val="3.0"/>
  <p:tag name="KSO_WM_UNIT_ID" val="_0*i*1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8.xml><?xml version="1.0" encoding="utf-8"?>
<p:tagLst xmlns:p="http://schemas.openxmlformats.org/presentationml/2006/main">
  <p:tag name="KSO_WM_UNIT_TYPE" val="i"/>
  <p:tag name="KSO_WM_UNIT_INDEX" val="12"/>
  <p:tag name="KSO_WM_BEAUTIFY_FLAG" val="#wm#"/>
  <p:tag name="KSO_WM_TAG_VERSION" val="3.0"/>
  <p:tag name="KSO_WM_UNIT_ID" val="_0*i*1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9.xml><?xml version="1.0" encoding="utf-8"?>
<p:tagLst xmlns:p="http://schemas.openxmlformats.org/presentationml/2006/main">
  <p:tag name="KSO_WM_UNIT_TYPE" val="i"/>
  <p:tag name="KSO_WM_UNIT_INDEX" val="13"/>
  <p:tag name="KSO_WM_BEAUTIFY_FLAG" val="#wm#"/>
  <p:tag name="KSO_WM_TAG_VERSION" val="3.0"/>
  <p:tag name="KSO_WM_UNIT_ID" val="_0*i*1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0.xml><?xml version="1.0" encoding="utf-8"?>
<p:tagLst xmlns:p="http://schemas.openxmlformats.org/presentationml/2006/main">
  <p:tag name="KSO_WM_UNIT_TYPE" val="i"/>
  <p:tag name="KSO_WM_UNIT_INDEX" val="14"/>
  <p:tag name="KSO_WM_BEAUTIFY_FLAG" val="#wm#"/>
  <p:tag name="KSO_WM_TAG_VERSION" val="3.0"/>
  <p:tag name="KSO_WM_UNIT_ID" val="_0*i*1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1.xml><?xml version="1.0" encoding="utf-8"?>
<p:tagLst xmlns:p="http://schemas.openxmlformats.org/presentationml/2006/main">
  <p:tag name="KSO_WM_UNIT_TYPE" val="i"/>
  <p:tag name="KSO_WM_UNIT_INDEX" val="15"/>
  <p:tag name="KSO_WM_BEAUTIFY_FLAG" val="#wm#"/>
  <p:tag name="KSO_WM_TAG_VERSION" val="3.0"/>
  <p:tag name="KSO_WM_UNIT_ID" val="_0*i*1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2.xml><?xml version="1.0" encoding="utf-8"?>
<p:tagLst xmlns:p="http://schemas.openxmlformats.org/presentationml/2006/main">
  <p:tag name="KSO_WM_UNIT_TYPE" val="i"/>
  <p:tag name="KSO_WM_UNIT_INDEX" val="16"/>
  <p:tag name="KSO_WM_BEAUTIFY_FLAG" val="#wm#"/>
  <p:tag name="KSO_WM_TAG_VERSION" val="3.0"/>
  <p:tag name="KSO_WM_UNIT_ID" val="_0*i*1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3.xml><?xml version="1.0" encoding="utf-8"?>
<p:tagLst xmlns:p="http://schemas.openxmlformats.org/presentationml/2006/main">
  <p:tag name="KSO_WM_UNIT_TYPE" val="i"/>
  <p:tag name="KSO_WM_UNIT_INDEX" val="17"/>
  <p:tag name="KSO_WM_BEAUTIFY_FLAG" val="#wm#"/>
  <p:tag name="KSO_WM_TAG_VERSION" val="3.0"/>
  <p:tag name="KSO_WM_UNIT_ID" val="_0*i*1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4.xml><?xml version="1.0" encoding="utf-8"?>
<p:tagLst xmlns:p="http://schemas.openxmlformats.org/presentationml/2006/main">
  <p:tag name="KSO_WM_UNIT_TYPE" val="i"/>
  <p:tag name="KSO_WM_UNIT_INDEX" val="18"/>
  <p:tag name="KSO_WM_BEAUTIFY_FLAG" val="#wm#"/>
  <p:tag name="KSO_WM_TAG_VERSION" val="3.0"/>
  <p:tag name="KSO_WM_UNIT_ID" val="_0*i*1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5.xml><?xml version="1.0" encoding="utf-8"?>
<p:tagLst xmlns:p="http://schemas.openxmlformats.org/presentationml/2006/main">
  <p:tag name="KSO_WM_UNIT_TYPE" val="i"/>
  <p:tag name="KSO_WM_UNIT_INDEX" val="19"/>
  <p:tag name="KSO_WM_BEAUTIFY_FLAG" val="#wm#"/>
  <p:tag name="KSO_WM_TAG_VERSION" val="3.0"/>
  <p:tag name="KSO_WM_UNIT_ID" val="_0*i*1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6.xml><?xml version="1.0" encoding="utf-8"?>
<p:tagLst xmlns:p="http://schemas.openxmlformats.org/presentationml/2006/main">
  <p:tag name="KSO_WM_UNIT_TYPE" val="i"/>
  <p:tag name="KSO_WM_UNIT_INDEX" val="20"/>
  <p:tag name="KSO_WM_BEAUTIFY_FLAG" val="#wm#"/>
  <p:tag name="KSO_WM_TAG_VERSION" val="3.0"/>
  <p:tag name="KSO_WM_UNIT_ID" val="_0*i*2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7.xml><?xml version="1.0" encoding="utf-8"?>
<p:tagLst xmlns:p="http://schemas.openxmlformats.org/presentationml/2006/main">
  <p:tag name="KSO_WM_UNIT_TYPE" val="i"/>
  <p:tag name="KSO_WM_UNIT_INDEX" val="21"/>
  <p:tag name="KSO_WM_BEAUTIFY_FLAG" val="#wm#"/>
  <p:tag name="KSO_WM_TAG_VERSION" val="3.0"/>
  <p:tag name="KSO_WM_UNIT_ID" val="_0*i*2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8.xml><?xml version="1.0" encoding="utf-8"?>
<p:tagLst xmlns:p="http://schemas.openxmlformats.org/presentationml/2006/main">
  <p:tag name="KSO_WM_UNIT_TYPE" val="i"/>
  <p:tag name="KSO_WM_UNIT_INDEX" val="22"/>
  <p:tag name="KSO_WM_BEAUTIFY_FLAG" val="#wm#"/>
  <p:tag name="KSO_WM_TAG_VERSION" val="3.0"/>
  <p:tag name="KSO_WM_UNIT_ID" val="_0*i*2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9.xml><?xml version="1.0" encoding="utf-8"?>
<p:tagLst xmlns:p="http://schemas.openxmlformats.org/presentationml/2006/main">
  <p:tag name="KSO_WM_UNIT_TYPE" val="i"/>
  <p:tag name="KSO_WM_UNIT_INDEX" val="23"/>
  <p:tag name="KSO_WM_BEAUTIFY_FLAG" val="#wm#"/>
  <p:tag name="KSO_WM_TAG_VERSION" val="3.0"/>
  <p:tag name="KSO_WM_UNIT_ID" val="_0*i*2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0.xml><?xml version="1.0" encoding="utf-8"?>
<p:tagLst xmlns:p="http://schemas.openxmlformats.org/presentationml/2006/main">
  <p:tag name="KSO_WM_UNIT_TYPE" val="i"/>
  <p:tag name="KSO_WM_UNIT_INDEX" val="24"/>
  <p:tag name="KSO_WM_BEAUTIFY_FLAG" val="#wm#"/>
  <p:tag name="KSO_WM_TAG_VERSION" val="3.0"/>
  <p:tag name="KSO_WM_UNIT_ID" val="_0*i*2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1.xml><?xml version="1.0" encoding="utf-8"?>
<p:tagLst xmlns:p="http://schemas.openxmlformats.org/presentationml/2006/main">
  <p:tag name="KSO_WM_UNIT_TYPE" val="i"/>
  <p:tag name="KSO_WM_UNIT_INDEX" val="25"/>
  <p:tag name="KSO_WM_BEAUTIFY_FLAG" val="#wm#"/>
  <p:tag name="KSO_WM_TAG_VERSION" val="3.0"/>
  <p:tag name="KSO_WM_UNIT_ID" val="_0*i*2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2.xml><?xml version="1.0" encoding="utf-8"?>
<p:tagLst xmlns:p="http://schemas.openxmlformats.org/presentationml/2006/main">
  <p:tag name="KSO_WM_UNIT_TYPE" val="i"/>
  <p:tag name="KSO_WM_UNIT_INDEX" val="26"/>
  <p:tag name="KSO_WM_BEAUTIFY_FLAG" val="#wm#"/>
  <p:tag name="KSO_WM_TAG_VERSION" val="3.0"/>
  <p:tag name="KSO_WM_UNIT_ID" val="_0*i*2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3.xml><?xml version="1.0" encoding="utf-8"?>
<p:tagLst xmlns:p="http://schemas.openxmlformats.org/presentationml/2006/main">
  <p:tag name="KSO_WM_UNIT_TYPE" val="i"/>
  <p:tag name="KSO_WM_UNIT_INDEX" val="27"/>
  <p:tag name="KSO_WM_BEAUTIFY_FLAG" val="#wm#"/>
  <p:tag name="KSO_WM_TAG_VERSION" val="3.0"/>
  <p:tag name="KSO_WM_UNIT_ID" val="_0*i*2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4.xml><?xml version="1.0" encoding="utf-8"?>
<p:tagLst xmlns:p="http://schemas.openxmlformats.org/presentationml/2006/main">
  <p:tag name="KSO_WM_UNIT_TYPE" val="i"/>
  <p:tag name="KSO_WM_UNIT_INDEX" val="28"/>
  <p:tag name="KSO_WM_BEAUTIFY_FLAG" val="#wm#"/>
  <p:tag name="KSO_WM_TAG_VERSION" val="3.0"/>
  <p:tag name="KSO_WM_UNIT_ID" val="_0*i*2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5.xml><?xml version="1.0" encoding="utf-8"?>
<p:tagLst xmlns:p="http://schemas.openxmlformats.org/presentationml/2006/main">
  <p:tag name="KSO_WM_UNIT_TYPE" val="i"/>
  <p:tag name="KSO_WM_UNIT_INDEX" val="29"/>
  <p:tag name="KSO_WM_BEAUTIFY_FLAG" val="#wm#"/>
  <p:tag name="KSO_WM_TAG_VERSION" val="3.0"/>
  <p:tag name="KSO_WM_UNIT_ID" val="_0*i*2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6.xml><?xml version="1.0" encoding="utf-8"?>
<p:tagLst xmlns:p="http://schemas.openxmlformats.org/presentationml/2006/main">
  <p:tag name="KSO_WM_UNIT_TYPE" val="i"/>
  <p:tag name="KSO_WM_UNIT_INDEX" val="30"/>
  <p:tag name="KSO_WM_BEAUTIFY_FLAG" val="#wm#"/>
  <p:tag name="KSO_WM_TAG_VERSION" val="3.0"/>
  <p:tag name="KSO_WM_UNIT_ID" val="_0*i*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7.xml><?xml version="1.0" encoding="utf-8"?>
<p:tagLst xmlns:p="http://schemas.openxmlformats.org/presentationml/2006/main">
  <p:tag name="KSO_WM_UNIT_TYPE" val="i"/>
  <p:tag name="KSO_WM_UNIT_INDEX" val="31"/>
  <p:tag name="KSO_WM_BEAUTIFY_FLAG" val="#wm#"/>
  <p:tag name="KSO_WM_TAG_VERSION" val="3.0"/>
  <p:tag name="KSO_WM_UNIT_ID" val="_0*i*3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8.xml><?xml version="1.0" encoding="utf-8"?>
<p:tagLst xmlns:p="http://schemas.openxmlformats.org/presentationml/2006/main">
  <p:tag name="KSO_WM_UNIT_TYPE" val="i"/>
  <p:tag name="KSO_WM_UNIT_INDEX" val="32"/>
  <p:tag name="KSO_WM_BEAUTIFY_FLAG" val="#wm#"/>
  <p:tag name="KSO_WM_TAG_VERSION" val="3.0"/>
  <p:tag name="KSO_WM_UNIT_ID" val="_0*i*3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9.xml><?xml version="1.0" encoding="utf-8"?>
<p:tagLst xmlns:p="http://schemas.openxmlformats.org/presentationml/2006/main">
  <p:tag name="KSO_WM_UNIT_TYPE" val="i"/>
  <p:tag name="KSO_WM_UNIT_INDEX" val="33"/>
  <p:tag name="KSO_WM_BEAUTIFY_FLAG" val="#wm#"/>
  <p:tag name="KSO_WM_TAG_VERSION" val="3.0"/>
  <p:tag name="KSO_WM_UNIT_ID" val="_0*i*3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0.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80"/>
  <p:tag name="KSO_WM_TEMPLATE_CATEGORY" val="custom"/>
  <p:tag name="KSO_WM_TEMPLATE_MASTER_TYPE" val="0"/>
</p:tagLst>
</file>

<file path=ppt/tags/tag241.xml><?xml version="1.0" encoding="utf-8"?>
<p:tagLst xmlns:p="http://schemas.openxmlformats.org/presentationml/2006/main">
  <p:tag name="KSO_WM_BEAUTIFY_FLAG" val="#wm#"/>
  <p:tag name="KSO_WM_UNIT_INDEX" val="3"/>
  <p:tag name="KSO_WM_UNIT_TYPE" val="f"/>
  <p:tag name="KSO_WM_UNIT_SUBTYPE" val="a"/>
  <p:tag name="KSO_WM_UNIT_TEXT_FILL_FORE_SCHEMECOLOR_INDEX_BRIGHTNESS" val="0"/>
  <p:tag name="KSO_WM_UNIT_TEXT_FILL_FORE_SCHEMECOLOR_INDEX" val="13"/>
  <p:tag name="KSO_WM_UNIT_TEXT_FILL_TYPE" val="1"/>
</p:tagLst>
</file>

<file path=ppt/tags/tag242.xml><?xml version="1.0" encoding="utf-8"?>
<p:tagLst xmlns:p="http://schemas.openxmlformats.org/presentationml/2006/main">
  <p:tag name="KSO_WM_UNIT_TYPE" val="a"/>
  <p:tag name="KSO_WM_UNIT_INDEX" val="1"/>
  <p:tag name="KSO_WM_BEAUTIFY_FLAG" val="#wm#"/>
  <p:tag name="KSO_WM_TAG_VERSION" val="3.0"/>
  <p:tag name="KSO_WM_UNIT_ID" val="custom20238580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14"/>
  <p:tag name="KSO_WM_UNIT_PRESET_TEXT" val="单击此处&#10;添加文档标题"/>
  <p:tag name="KSO_WM_UNIT_TEXT_TYPE" val="1"/>
</p:tagLst>
</file>

<file path=ppt/tags/tag243.xml><?xml version="1.0" encoding="utf-8"?>
<p:tagLst xmlns:p="http://schemas.openxmlformats.org/presentationml/2006/main">
  <p:tag name="KSO_WM_UNIT_TYPE" val="b"/>
  <p:tag name="KSO_WM_UNIT_INDEX" val="1"/>
  <p:tag name="KSO_WM_BEAUTIFY_FLAG" val="#wm#"/>
  <p:tag name="KSO_WM_TAG_VERSION" val="3.0"/>
  <p:tag name="KSO_WM_UNIT_ID" val="custom20238580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38"/>
  <p:tag name="KSO_WM_UNIT_PRESET_TEXT" val="WPS,a click to unlimited possibilities"/>
  <p:tag name="KSO_WM_UNIT_TEXT_TYPE" val="1"/>
  <p:tag name="KSO_WM_UNIT_TEXT_FILL_FORE_SCHEMECOLOR_INDEX_BRIGHTNESS" val="0"/>
  <p:tag name="KSO_WM_UNIT_TEXT_FILL_FORE_SCHEMECOLOR_INDEX" val="5"/>
  <p:tag name="KSO_WM_UNIT_TEXT_FILL_TYPE" val="1"/>
</p:tagLst>
</file>

<file path=ppt/tags/tag244.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246.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标题"/>
  <p:tag name="KSO_WM_UNIT_VALUE" val="1"/>
</p:tagLst>
</file>

<file path=ppt/tags/tag247.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420.109286939691,&quot;left&quot;:390.55,&quot;top&quot;:76.558031496063,&quot;width&quot;:588.0829920875369}"/>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248.xml><?xml version="1.0" encoding="utf-8"?>
<p:tagLst xmlns:p="http://schemas.openxmlformats.org/presentationml/2006/main">
  <p:tag name="KSO_WM_UNIT_TYPE" val="i"/>
  <p:tag name="KSO_WM_UNIT_INDEX" val="1"/>
  <p:tag name="KSO_WM_BEAUTIFY_FLAG" val="#wm#"/>
  <p:tag name="KSO_WM_TAG_VERSION" val="3.0"/>
  <p:tag name="KSO_WM_DIAGRAM_GROUP_CODE" val="l1-1"/>
  <p:tag name="KSO_WM_DIAGRAM_COLOR_TRICK" val="1"/>
  <p:tag name="KSO_WM_DIAGRAM_COLOR_TEXT_CAN_REMOVE" val="n"/>
  <p:tag name="KSO_WM_UNIT_ID" val="custom20238580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FILL_FORE_SCHEMECOLOR_INDEX" val="5"/>
  <p:tag name="KSO_WM_UNIT_FILL_TYPE" val="1"/>
  <p:tag name="KSO_WM_UNIT_TEXT_FILL_FORE_SCHEMECOLOR_INDEX" val="5"/>
  <p:tag name="KSO_WM_UNIT_TEXT_FILL_TYPE" val="1"/>
  <p:tag name="KSO_WM_UNIT_USESOURCEFORMAT_APPLY" val="1"/>
</p:tagLst>
</file>

<file path=ppt/tags/tag249.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250.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251.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252.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253.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56.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TABLE_ENDDRAG_ORIGIN_RECT" val="885*245"/>
  <p:tag name="TABLE_ENDDRAG_RECT" val="43*159*885*245"/>
</p:tagLst>
</file>

<file path=ppt/tags/tag259.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60.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1.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262.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263.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264.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26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266.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UNIT_TEXTBOXSTYLE_GUID" val="{498ad881-d43c-4b90-ad55-9ef740764423}"/>
</p:tagLst>
</file>

<file path=ppt/tags/tag269.xml><?xml version="1.0" encoding="utf-8"?>
<p:tagLst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22*i*1"/>
  <p:tag name="KSO_WM_TEMPLATE_CATEGORY" val="mixed"/>
  <p:tag name="KSO_WM_TEMPLATE_INDEX" val="20201941"/>
  <p:tag name="KSO_WM_UNIT_LAYERLEVEL" val="1"/>
  <p:tag name="KSO_WM_TAG_VERSION" val="1.0"/>
  <p:tag name="KSO_WM_BEAUTIFY_FLAG" val="#wm#"/>
  <p:tag name="KSO_WM_UNIT_TEXTBOXSTYLE_GUID" val="{498ad881-d43c-4b90-ad55-9ef740764423}"/>
</p:tagLst>
</file>

<file path=ppt/tags/tag270.xml><?xml version="1.0" encoding="utf-8"?>
<p:tagLst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22*i*2"/>
  <p:tag name="KSO_WM_TEMPLATE_CATEGORY" val="mixed"/>
  <p:tag name="KSO_WM_TEMPLATE_INDEX" val="20201941"/>
  <p:tag name="KSO_WM_UNIT_LAYERLEVEL" val="1"/>
  <p:tag name="KSO_WM_TAG_VERSION" val="1.0"/>
  <p:tag name="KSO_WM_BEAUTIFY_FLAG" val="#wm#"/>
  <p:tag name="KSO_WM_UNIT_TEXTBOXSTYLE_GUID" val="{498ad881-d43c-4b90-ad55-9ef740764423}"/>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22*i*3"/>
  <p:tag name="KSO_WM_TEMPLATE_CATEGORY" val="mixed"/>
  <p:tag name="KSO_WM_TEMPLATE_INDEX" val="20201941"/>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22*i*4"/>
  <p:tag name="KSO_WM_TEMPLATE_CATEGORY" val="mixed"/>
  <p:tag name="KSO_WM_TEMPLATE_INDEX" val="20201941"/>
  <p:tag name="KSO_WM_UNIT_LAYERLEVEL" val="1"/>
  <p:tag name="KSO_WM_TAG_VERSION" val="1.0"/>
  <p:tag name="KSO_WM_BEAUTIFY_FLAG" val="#wm#"/>
</p:tagLst>
</file>

<file path=ppt/tags/tag273.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22*f*1"/>
  <p:tag name="KSO_WM_TEMPLATE_CATEGORY" val="mixed"/>
  <p:tag name="KSO_WM_TEMPLATE_INDEX" val="20201941"/>
  <p:tag name="KSO_WM_UNIT_LAYERLEVEL" val="1"/>
  <p:tag name="KSO_WM_TAG_VERSION" val="1.0"/>
  <p:tag name="KSO_WM_BEAUTIFY_FLAG" val="#wm#"/>
  <p:tag name="KSO_WM_UNIT_TEXTBOXSTYLE_GUID" val="{498ad881-d43c-4b90-ad55-9ef740764423}"/>
  <p:tag name="KSO_WM_UNIT_TEXTBOXSTYLE_TEMPLATEID" val="3135312"/>
  <p:tag name="KSO_WM_UNIT_TEXTBOXSTYLE_TYPE" val="8"/>
</p:tagLst>
</file>

<file path=ppt/tags/tag274.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7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UNIT_TEXTBOXSTYLE_GUID" val="{a9a0df62-5806-4401-857e-9d44577b8299}"/>
</p:tagLst>
</file>

<file path=ppt/tags/tag278.xml><?xml version="1.0" encoding="utf-8"?>
<p:tagLst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22*i*1"/>
  <p:tag name="KSO_WM_TEMPLATE_CATEGORY" val="mixed"/>
  <p:tag name="KSO_WM_TEMPLATE_INDEX" val="20201941"/>
  <p:tag name="KSO_WM_UNIT_LAYERLEVEL" val="1"/>
  <p:tag name="KSO_WM_TAG_VERSION" val="1.0"/>
  <p:tag name="KSO_WM_BEAUTIFY_FLAG" val="#wm#"/>
  <p:tag name="KSO_WM_UNIT_TEXTBOXSTYLE_GUID" val="{a9a0df62-5806-4401-857e-9d44577b8299}"/>
</p:tagLst>
</file>

<file path=ppt/tags/tag279.xml><?xml version="1.0" encoding="utf-8"?>
<p:tagLst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22*i*2"/>
  <p:tag name="KSO_WM_TEMPLATE_CATEGORY" val="mixed"/>
  <p:tag name="KSO_WM_TEMPLATE_INDEX" val="20201941"/>
  <p:tag name="KSO_WM_UNIT_LAYERLEVEL" val="1"/>
  <p:tag name="KSO_WM_TAG_VERSION" val="1.0"/>
  <p:tag name="KSO_WM_BEAUTIFY_FLAG" val="#wm#"/>
  <p:tag name="KSO_WM_UNIT_TEXTBOXSTYLE_GUID" val="{a9a0df62-5806-4401-857e-9d44577b8299}"/>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22*i*3"/>
  <p:tag name="KSO_WM_TEMPLATE_CATEGORY" val="mixed"/>
  <p:tag name="KSO_WM_TEMPLATE_INDEX" val="20201941"/>
  <p:tag name="KSO_WM_UNIT_LAYERLEVEL" val="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22*i*4"/>
  <p:tag name="KSO_WM_TEMPLATE_CATEGORY" val="mixed"/>
  <p:tag name="KSO_WM_TEMPLATE_INDEX" val="20201941"/>
  <p:tag name="KSO_WM_UNIT_LAYERLEVEL" val="1"/>
  <p:tag name="KSO_WM_TAG_VERSION" val="1.0"/>
  <p:tag name="KSO_WM_BEAUTIFY_FLAG" val="#wm#"/>
</p:tagLst>
</file>

<file path=ppt/tags/tag282.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22*f*1"/>
  <p:tag name="KSO_WM_TEMPLATE_CATEGORY" val="mixed"/>
  <p:tag name="KSO_WM_TEMPLATE_INDEX" val="20201941"/>
  <p:tag name="KSO_WM_UNIT_LAYERLEVEL" val="1"/>
  <p:tag name="KSO_WM_TAG_VERSION" val="1.0"/>
  <p:tag name="KSO_WM_BEAUTIFY_FLAG" val="#wm#"/>
  <p:tag name="KSO_WM_UNIT_TEXTBOXSTYLE_GUID" val="{a9a0df62-5806-4401-857e-9d44577b8299}"/>
  <p:tag name="KSO_WM_UNIT_TEXTBOXSTYLE_TEMPLATEID" val="3135312"/>
  <p:tag name="KSO_WM_UNIT_TEXTBOXSTYLE_TYPE" val="8"/>
</p:tagLst>
</file>

<file path=ppt/tags/tag283.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84.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UNIT_TEXTBOXSTYLE_GUID" val="{011ed0b1-2ca0-46a4-af2b-444b19a34080}"/>
</p:tagLst>
</file>

<file path=ppt/tags/tag287.xml><?xml version="1.0" encoding="utf-8"?>
<p:tagLst xmlns:p="http://schemas.openxmlformats.org/presentationml/2006/main">
  <p:tag name="KSO_WM_UNIT_TEXTBOXSTYLE_SHAPETYPE" val="1"/>
  <p:tag name="KSO_WM_UNIT_TEXTBOXSTYLE_ADJUSTLEFT" val="0_-37.75"/>
  <p:tag name="KSO_WM_UNIT_TEXTBOXSTYLE_ADJUSTTOP" val="0_-19.70001"/>
  <p:tag name="KSO_WM_UNIT_TEXTBOXSTYLE_ADJUSTWIDTH" val="100_75.45001"/>
  <p:tag name="KSO_WM_UNIT_TEXTBOXSTYLE_ADJUSTHEIGTH" val="100_39.35001"/>
  <p:tag name="KSO_WM_UNIT_HIGHLIGHT" val="0"/>
  <p:tag name="KSO_WM_UNIT_COMPATIBLE" val="0"/>
  <p:tag name="KSO_WM_UNIT_DIAGRAM_ISNUMVISUAL" val="0"/>
  <p:tag name="KSO_WM_UNIT_DIAGRAM_ISREFERUNIT" val="0"/>
  <p:tag name="KSO_WM_UNIT_TYPE" val="i"/>
  <p:tag name="KSO_WM_UNIT_INDEX" val="1"/>
  <p:tag name="KSO_WM_UNIT_ID" val="mixed20201941_126*i*1"/>
  <p:tag name="KSO_WM_TEMPLATE_CATEGORY" val="mixed"/>
  <p:tag name="KSO_WM_TEMPLATE_INDEX" val="20201941"/>
  <p:tag name="KSO_WM_UNIT_LAYERLEVEL" val="1"/>
  <p:tag name="KSO_WM_TAG_VERSION" val="1.0"/>
  <p:tag name="KSO_WM_BEAUTIFY_FLAG" val="#wm#"/>
  <p:tag name="KSO_WM_UNIT_TEXTBOXSTYLE_GUID" val="{011ed0b1-2ca0-46a4-af2b-444b19a34080}"/>
</p:tagLst>
</file>

<file path=ppt/tags/tag288.xml><?xml version="1.0" encoding="utf-8"?>
<p:tagLst xmlns:p="http://schemas.openxmlformats.org/presentationml/2006/main">
  <p:tag name="KSO_WM_UNIT_TEXTBOXSTYLE_SHAPETYPE" val="1"/>
  <p:tag name="KSO_WM_UNIT_TEXTBOXSTYLE_ADJUSTLEFT" val="0_-53.5451"/>
  <p:tag name="KSO_WM_UNIT_TEXTBOXSTYLE_ADJUSTTOP" val="4.335529_0"/>
  <p:tag name="KSO_WM_UNIT_HIGHLIGHT" val="0"/>
  <p:tag name="KSO_WM_UNIT_COMPATIBLE" val="0"/>
  <p:tag name="KSO_WM_UNIT_DIAGRAM_ISNUMVISUAL" val="0"/>
  <p:tag name="KSO_WM_UNIT_DIAGRAM_ISREFERUNIT" val="0"/>
  <p:tag name="KSO_WM_UNIT_TYPE" val="i"/>
  <p:tag name="KSO_WM_UNIT_INDEX" val="2"/>
  <p:tag name="KSO_WM_UNIT_ID" val="mixed20201941_126*i*2"/>
  <p:tag name="KSO_WM_TEMPLATE_CATEGORY" val="mixed"/>
  <p:tag name="KSO_WM_TEMPLATE_INDEX" val="20201941"/>
  <p:tag name="KSO_WM_UNIT_LAYERLEVEL" val="1"/>
  <p:tag name="KSO_WM_TAG_VERSION" val="1.0"/>
  <p:tag name="KSO_WM_BEAUTIFY_FLAG" val="#wm#"/>
  <p:tag name="KSO_WM_UNIT_TEXTBOXSTYLE_GUID" val="{011ed0b1-2ca0-46a4-af2b-444b19a3408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mixed20201941_126*i*3"/>
  <p:tag name="KSO_WM_TEMPLATE_CATEGORY" val="mixed"/>
  <p:tag name="KSO_WM_TEMPLATE_INDEX" val="20201941"/>
  <p:tag name="KSO_WM_UNIT_LAYERLEVEL" val="1"/>
  <p:tag name="KSO_WM_TAG_VERSION" val="1.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mixed20201941_126*i*4"/>
  <p:tag name="KSO_WM_TEMPLATE_CATEGORY" val="mixed"/>
  <p:tag name="KSO_WM_TEMPLATE_INDEX" val="20201941"/>
  <p:tag name="KSO_WM_UNIT_LAYERLEVEL" val="1"/>
  <p:tag name="KSO_WM_TAG_VERSION" val="1.0"/>
  <p:tag name="KSO_WM_BEAUTIFY_FLAG" val="#wm#"/>
</p:tagLst>
</file>

<file path=ppt/tags/tag291.xml><?xml version="1.0" encoding="utf-8"?>
<p:tagLst xmlns:p="http://schemas.openxmlformats.org/presentationml/2006/main">
  <p:tag name="KSO_WM_UNIT_TEXTBOXSTYLE_SHAPETYPE" val="0"/>
  <p:tag name="KSO_WM_UNIT_TEXTBOXSTYLE_TEMPLATETYPE" val="1"/>
  <p:tag name="KSO_WM_UNIT_PRESET_TEXT" val="点击此处添加正文，文字是您思想的提炼。&#13;为了演示发布的良好效果，请言简意赅的阐述您的观点。&#13;您的正文已经经简明扼要。字字珠玑，但信息却千丝万缕、错综复杂。"/>
  <p:tag name="KSO_WM_UNIT_NOCLEAR" val="1"/>
  <p:tag name="KSO_WM_UNIT_VALUE" val="130"/>
  <p:tag name="KSO_WM_UNIT_HIGHLIGHT" val="0"/>
  <p:tag name="KSO_WM_UNIT_COMPATIBLE" val="0"/>
  <p:tag name="KSO_WM_UNIT_DIAGRAM_ISNUMVISUAL" val="0"/>
  <p:tag name="KSO_WM_UNIT_DIAGRAM_ISREFERUNIT" val="0"/>
  <p:tag name="KSO_WM_UNIT_TYPE" val="f"/>
  <p:tag name="KSO_WM_UNIT_INDEX" val="1"/>
  <p:tag name="KSO_WM_UNIT_ID" val="mixed20201941_126*f*1"/>
  <p:tag name="KSO_WM_TEMPLATE_CATEGORY" val="mixed"/>
  <p:tag name="KSO_WM_TEMPLATE_INDEX" val="20201941"/>
  <p:tag name="KSO_WM_UNIT_LAYERLEVEL" val="1"/>
  <p:tag name="KSO_WM_TAG_VERSION" val="1.0"/>
  <p:tag name="KSO_WM_BEAUTIFY_FLAG" val="#wm#"/>
  <p:tag name="KSO_WM_UNIT_TEXTBOXSTYLE_GUID" val="{011ed0b1-2ca0-46a4-af2b-444b19a34080}"/>
  <p:tag name="KSO_WM_UNIT_TEXTBOXSTYLE_TEMPLATEID" val="3135316"/>
  <p:tag name="KSO_WM_UNIT_TEXTBOXSTYLE_TYPE" val="8"/>
</p:tagLst>
</file>

<file path=ppt/tags/tag292.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93.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296.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297.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29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299.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0.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301.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302.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303.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04.xml><?xml version="1.0" encoding="utf-8"?>
<p:tagLst xmlns:p="http://schemas.openxmlformats.org/presentationml/2006/main">
  <p:tag name="KSO_WM_UNIT_TYPE" val="a"/>
  <p:tag name="KSO_WM_UNIT_INDEX" val="1"/>
  <p:tag name="KSO_WM_BEAUTIFY_FLAG" val="#wm#"/>
  <p:tag name="KSO_WM_TAG_VERSION" val="3.0"/>
  <p:tag name="KSO_WM_UNIT_ISCONTENTSTITLE" val="0"/>
  <p:tag name="KSO_WM_DIAGRAM_GROUP_CODE" val="l1-1"/>
  <p:tag name="KSO_WM_DIAGRAM_COLOR_TRICK" val="1"/>
  <p:tag name="KSO_WM_DIAGRAM_COLOR_TEXT_CAN_REMOVE" val="n"/>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单击此处编辑母版标题"/>
  <p:tag name="KSO_WM_UNIT_VALUE" val="21"/>
</p:tagLst>
</file>

<file path=ppt/tags/tag30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07.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08.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9.xml><?xml version="1.0" encoding="utf-8"?>
<p:tagLst xmlns:p="http://schemas.openxmlformats.org/presentationml/2006/main">
  <p:tag name="KSO_WM_BEAUTIFY_FLAG" val="#wm#"/>
  <p:tag name="KSO_WM_UNIT_TYPE" val="a"/>
  <p:tag name="KSO_WM_UNIT_INDEX" val="1"/>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10.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40"/>
</p:tagLst>
</file>

<file path=ppt/tags/tag311.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312.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3.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14.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15.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标题"/>
  <p:tag name="KSO_WM_UNIT_VALUE" val="1"/>
</p:tagLst>
</file>

<file path=ppt/tags/tag316.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17.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18.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19.xml><?xml version="1.0" encoding="utf-8"?>
<p:tagLst xmlns:p="http://schemas.openxmlformats.org/presentationml/2006/main">
  <p:tag name="KSO_WM_UNIT_TYPE" val="a"/>
  <p:tag name="KSO_WM_UNIT_INDEX" val="1"/>
  <p:tag name="KSO_WM_BEAUTIFY_FLAG" val="#wm#"/>
  <p:tag name="KSO_WM_TAG_VERSION" val="3.0"/>
  <p:tag name="KSO_WM_UNIT_ISCONTENTSTITLE" val="0"/>
  <p:tag name="KSO_WM_DIAGRAM_GROUP_CODE" val="l1-1"/>
  <p:tag name="KSO_WM_DIAGRAM_COLOR_TRICK" val="1"/>
  <p:tag name="KSO_WM_DIAGRAM_COLOR_TEXT_CAN_REMOVE" val="n"/>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TEXT_FILL_FORE_SCHEMECOLOR_INDEX" val="13"/>
  <p:tag name="KSO_WM_UNIT_TEXT_FILL_TYPE" val="1"/>
  <p:tag name="KSO_WM_UNIT_USESOURCEFORMAT_APPLY" val="1"/>
  <p:tag name="KSO_WM_UNIT_PRESET_TEXT" val="单击此处编辑母版标题"/>
  <p:tag name="KSO_WM_UNIT_VALUE" val="21"/>
</p:tagLst>
</file>

<file path=ppt/tags/tag320.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21.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22.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80"/>
  <p:tag name="KSO_WM_TEMPLATE_CATEGORY" val="custom"/>
  <p:tag name="KSO_WM_SLIDE_INDEX" val="4"/>
  <p:tag name="KSO_WM_SLIDE_ID" val="custom20238580_4"/>
  <p:tag name="KSO_WM_TEMPLATE_MASTER_TYPE" val="0"/>
  <p:tag name="KSO_WM_SLIDE_LAYOUT" val="a_l"/>
  <p:tag name="KSO_WM_SLIDE_LAYOUT_CNT" val="1_1"/>
  <p:tag name="KSO_WM_SLIDE_DIAGTYPE" val="l"/>
</p:tagLst>
</file>

<file path=ppt/tags/tag32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286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286"/>
  <p:tag name="KSO_WM_CHIP_GROUPID" val="612f6a61c37455bdf62a9584"/>
  <p:tag name="KSO_WM_CHIP_XID" val="612f6a61c37455bdf62a958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324.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1"/>
  <p:tag name="KSO_WM_TEMPLATE_CATEGORY" val="mixed"/>
  <p:tag name="KSO_WM_TEMPLATE_INDEX" val="20202550"/>
  <p:tag name="KSO_WM_UNIT_LAYERLEVEL" val="1"/>
  <p:tag name="KSO_WM_TAG_VERSION" val="1.0"/>
  <p:tag name="KSO_WM_BEAUTIFY_FLAG" val="#wm#"/>
  <p:tag name="KSO_WM_UNIT_TYPE" val="i"/>
  <p:tag name="KSO_WM_UNIT_INDEX" val="1"/>
  <p:tag name="KSO_WM_UNIT_TEXTBOXSTYLE_SHAPETYPE" val="1"/>
  <p:tag name="KSO_WM_UNIT_TEXTBOXSTYLE_ADJUSTLEFT" val="0_10.20142"/>
  <p:tag name="KSO_WM_UNIT_TEXTBOXSTYLE_ADJUSTTOP" val="0_281.5305"/>
  <p:tag name="KSO_WM_UNIT_TEXTBOXSTYLE_DECORATEINDEX" val="1"/>
  <p:tag name="KSO_WM_UNIT_TEXTBOXSTYLE_GUID" val="{e4e887b7-203d-4185-9a32-8acca73dccad}"/>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2"/>
  <p:tag name="KSO_WM_TEMPLATE_CATEGORY" val="mixed"/>
  <p:tag name="KSO_WM_TEMPLATE_INDEX" val="20202550"/>
  <p:tag name="KSO_WM_UNIT_LAYERLEVEL" val="1"/>
  <p:tag name="KSO_WM_TAG_VERSION" val="1.0"/>
  <p:tag name="KSO_WM_BEAUTIFY_FLAG" val="#wm#"/>
  <p:tag name="KSO_WM_UNIT_TYPE" val="i"/>
  <p:tag name="KSO_WM_UNIT_INDEX"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3"/>
  <p:tag name="KSO_WM_TEMPLATE_CATEGORY" val="mixed"/>
  <p:tag name="KSO_WM_TEMPLATE_INDEX" val="20202550"/>
  <p:tag name="KSO_WM_UNIT_LAYERLEVEL" val="1"/>
  <p:tag name="KSO_WM_TAG_VERSION" val="1.0"/>
  <p:tag name="KSO_WM_BEAUTIFY_FLAG" val="#wm#"/>
  <p:tag name="KSO_WM_UNIT_TYPE" val="i"/>
  <p:tag name="KSO_WM_UNIT_INDEX" val="3"/>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4"/>
  <p:tag name="KSO_WM_TEMPLATE_CATEGORY" val="mixed"/>
  <p:tag name="KSO_WM_TEMPLATE_INDEX" val="20202550"/>
  <p:tag name="KSO_WM_UNIT_LAYERLEVEL" val="1"/>
  <p:tag name="KSO_WM_TAG_VERSION" val="1.0"/>
  <p:tag name="KSO_WM_BEAUTIFY_FLAG" val="#wm#"/>
  <p:tag name="KSO_WM_UNIT_TYPE" val="i"/>
  <p:tag name="KSO_WM_UNIT_INDEX" val="4"/>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5"/>
  <p:tag name="KSO_WM_TEMPLATE_CATEGORY" val="mixed"/>
  <p:tag name="KSO_WM_TEMPLATE_INDEX" val="20202550"/>
  <p:tag name="KSO_WM_UNIT_LAYERLEVEL" val="1"/>
  <p:tag name="KSO_WM_TAG_VERSION" val="1.0"/>
  <p:tag name="KSO_WM_BEAUTIFY_FLAG" val="#wm#"/>
  <p:tag name="KSO_WM_UNIT_TYPE" val="i"/>
  <p:tag name="KSO_WM_UNIT_INDEX" val="5"/>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6"/>
  <p:tag name="KSO_WM_TEMPLATE_CATEGORY" val="mixed"/>
  <p:tag name="KSO_WM_TEMPLATE_INDEX" val="20202550"/>
  <p:tag name="KSO_WM_UNIT_LAYERLEVEL" val="1"/>
  <p:tag name="KSO_WM_TAG_VERSION" val="1.0"/>
  <p:tag name="KSO_WM_BEAUTIFY_FLAG" val="#wm#"/>
  <p:tag name="KSO_WM_UNIT_TYPE" val="i"/>
  <p:tag name="KSO_WM_UNIT_INDEX" val="6"/>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7"/>
  <p:tag name="KSO_WM_TEMPLATE_CATEGORY" val="mixed"/>
  <p:tag name="KSO_WM_TEMPLATE_INDEX" val="20202550"/>
  <p:tag name="KSO_WM_UNIT_LAYERLEVEL" val="1"/>
  <p:tag name="KSO_WM_TAG_VERSION" val="1.0"/>
  <p:tag name="KSO_WM_BEAUTIFY_FLAG" val="#wm#"/>
  <p:tag name="KSO_WM_UNIT_TYPE" val="i"/>
  <p:tag name="KSO_WM_UNIT_INDEX" val="7"/>
  <p:tag name="KSO_WM_UNIT_TEXTBOXSTYLE_SHAPETYPE" val="1"/>
  <p:tag name="KSO_WM_UNIT_TEXTBOXSTYLE_ADJUSTLEFT" val="0_180.2014"/>
  <p:tag name="KSO_WM_UNIT_TEXTBOXSTYLE_ADJUSTTOP" val="0_281.5305"/>
  <p:tag name="KSO_WM_UNIT_TEXTBOXSTYLE_DECORATEINDEX" val="2"/>
  <p:tag name="KSO_WM_UNIT_TEXTBOXSTYLE_GUID" val="{e4e887b7-203d-4185-9a32-8acca73dccad}"/>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8"/>
  <p:tag name="KSO_WM_TEMPLATE_CATEGORY" val="mixed"/>
  <p:tag name="KSO_WM_TEMPLATE_INDEX" val="20202550"/>
  <p:tag name="KSO_WM_UNIT_LAYERLEVEL" val="1"/>
  <p:tag name="KSO_WM_TAG_VERSION" val="1.0"/>
  <p:tag name="KSO_WM_BEAUTIFY_FLAG" val="#wm#"/>
  <p:tag name="KSO_WM_UNIT_TYPE" val="i"/>
  <p:tag name="KSO_WM_UNIT_INDEX" val="8"/>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9"/>
  <p:tag name="KSO_WM_TEMPLATE_CATEGORY" val="mixed"/>
  <p:tag name="KSO_WM_TEMPLATE_INDEX" val="20202550"/>
  <p:tag name="KSO_WM_UNIT_LAYERLEVEL" val="1"/>
  <p:tag name="KSO_WM_TAG_VERSION" val="1.0"/>
  <p:tag name="KSO_WM_BEAUTIFY_FLAG" val="#wm#"/>
  <p:tag name="KSO_WM_UNIT_TYPE" val="i"/>
  <p:tag name="KSO_WM_UNIT_INDEX" val="9"/>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10"/>
  <p:tag name="KSO_WM_TEMPLATE_CATEGORY" val="mixed"/>
  <p:tag name="KSO_WM_TEMPLATE_INDEX" val="20202550"/>
  <p:tag name="KSO_WM_UNIT_LAYERLEVEL" val="1"/>
  <p:tag name="KSO_WM_TAG_VERSION" val="1.0"/>
  <p:tag name="KSO_WM_BEAUTIFY_FLAG" val="#wm#"/>
  <p:tag name="KSO_WM_UNIT_TYPE" val="i"/>
  <p:tag name="KSO_WM_UNIT_INDEX" val="10"/>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ID" val="mixed20202550_1*i*11"/>
  <p:tag name="KSO_WM_TEMPLATE_CATEGORY" val="mixed"/>
  <p:tag name="KSO_WM_TEMPLATE_INDEX" val="20202550"/>
  <p:tag name="KSO_WM_UNIT_LAYERLEVEL" val="1"/>
  <p:tag name="KSO_WM_TAG_VERSION" val="1.0"/>
  <p:tag name="KSO_WM_BEAUTIFY_FLAG" val="#wm#"/>
  <p:tag name="KSO_WM_UNIT_TYPE" val="i"/>
  <p:tag name="KSO_WM_UNIT_INDEX" val="11"/>
</p:tagLst>
</file>

<file path=ppt/tags/tag336.xml><?xml version="1.0" encoding="utf-8"?>
<p:tagLst xmlns:p="http://schemas.openxmlformats.org/presentationml/2006/main">
  <p:tag name="KSO_WM_UNIT_PRESET_TEXT" val="我们能实现，图文排版，让我们能实现，图文排版，让图图片&#13;您的正文已经经简明扼要，字字珠玑。&#13;您的正文已经经简明扼要，字字珠玑。&#13;您的正文已经经简明扼要，字字珠玑。&#13;您的正文已经经简明扼要，字字珠玑。&#13;我们能实现，图文排版，让我们能实现，图文排版，让图图片"/>
  <p:tag name="KSO_WM_UNIT_NOCLEAR" val="1"/>
  <p:tag name="KSO_WM_UNIT_SHOW_EDIT_AREA_INDICATION" val="0"/>
  <p:tag name="KSO_WM_UNIT_VALUE" val="234"/>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mixed20202550_1*f*1"/>
  <p:tag name="KSO_WM_TEMPLATE_CATEGORY" val="mixed"/>
  <p:tag name="KSO_WM_TEMPLATE_INDEX" val="20202550"/>
  <p:tag name="KSO_WM_UNIT_LAYERLEVEL" val="1"/>
  <p:tag name="KSO_WM_TAG_VERSION" val="1.0"/>
  <p:tag name="KSO_WM_BEAUTIFY_FLAG" val="#wm#"/>
  <p:tag name="KSO_WM_UNIT_TEXTBOXSTYLE_SHAPETYPE" val="0"/>
  <p:tag name="KSO_WM_UNIT_TEXTBOXSTYLE_TEMPLATETYPE" val="9"/>
  <p:tag name="KSO_WM_UNIT_TEXTBOXSTYLE_GUID" val="{e4e887b7-203d-4185-9a32-8acca73dccad}"/>
  <p:tag name="KSO_WM_UNIT_TEXTBOXSTYLE_TEMPLATEID" val="3139427"/>
  <p:tag name="KSO_WM_UNIT_TEXTBOXSTYLE_TYPE" val="8"/>
</p:tagLst>
</file>

<file path=ppt/tags/tag337.xml><?xml version="1.0" encoding="utf-8"?>
<p:tagLst xmlns:p="http://schemas.openxmlformats.org/presentationml/2006/main">
  <p:tag name="KSO_WM_UNIT_INDEX" val="5"/>
  <p:tag name="KSO_WM_UNIT_TYPE" val="f"/>
  <p:tag name="KSO_WM_UNIT_SUBTYPE" val="a"/>
  <p:tag name="KSO_WM_BEAUTIFY_FLAG" val="#wm#"/>
  <p:tag name="KSO_WM_UNIT_TEXT_FILL_FORE_SCHEMECOLOR_INDEX_BRIGHTNESS" val="0"/>
  <p:tag name="KSO_WM_UNIT_TEXT_FILL_FORE_SCHEMECOLOR_INDEX" val="13"/>
  <p:tag name="KSO_WM_UNIT_TEXT_FILL_TYPE" val="1"/>
</p:tagLst>
</file>

<file path=ppt/tags/tag338.xml><?xml version="1.0" encoding="utf-8"?>
<p:tagLst xmlns:p="http://schemas.openxmlformats.org/presentationml/2006/main">
  <p:tag name="KSO_WM_BEAUTIFY_FLAG" val="#wm#"/>
  <p:tag name="KSO_WM_TEMPLATE_CATEGORY" val="custom"/>
  <p:tag name="KSO_WM_TEMPLATE_INDEX" val="20205081"/>
  <p:tag name="KSO_WM_SLIDE_BACKGROUND_TYPE" val="general"/>
</p:tagLst>
</file>

<file path=ppt/tags/tag339.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342.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3.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44.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4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6.xml><?xml version="1.0" encoding="utf-8"?>
<p:tagLst xmlns:p="http://schemas.openxmlformats.org/presentationml/2006/main">
  <p:tag name="KSO_WM_UNIT_TYPE" val="l_h_f"/>
  <p:tag name="KSO_WM_UNIT_INDEX" val="1_1_1"/>
  <p:tag name="KSO_WM_TAG_VERSION" val="3.0"/>
  <p:tag name="KSO_WM_DIAGRAM_VERSION" val="3"/>
  <p:tag name="KSO_WM_DIAGRAM_GROUP_CODE" val="l1-1"/>
  <p:tag name="KSO_WM_DIAGRAM_COLOR_TRICK" val="1"/>
  <p:tag name="KSO_WM_DIAGRAM_COLOR_TEXT_CAN_REMOVE" val="n"/>
  <p:tag name="KSO_WM_UNIT_ID" val="custom2023858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80"/>
  <p:tag name="KSO_WM_TEMPLATE_CATEGORY" val="custom"/>
  <p:tag name="KSO_WM_UNIT_SUBTYPE" val="a"/>
  <p:tag name="KSO_WM_UNIT_PRESET_TEXT" val="单击添加目录项标题"/>
  <p:tag name="KSO_WM_DIAGRAM_MAX_ITEMCNT" val="6"/>
  <p:tag name="KSO_WM_DIAGRAM_MIN_ITEMCNT" val="2"/>
  <p:tag name="KSO_WM_DIAGRAM_VIRTUALLY_FRAME" val="{&quot;height&quot;:278.7233858267717,&quot;left&quot;:380.1,&quot;top&quot;:131.508031496063,&quot;width&quot;:544.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347.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48.xml><?xml version="1.0" encoding="utf-8"?>
<p:tagLst xmlns:p="http://schemas.openxmlformats.org/presentationml/2006/main">
  <p:tag name="KSO_WM_UNIT_ISCONTENTSTITLE" val="0"/>
  <p:tag name="KSO_WM_UNIT_ISNUMDGMTITLE" val="0"/>
  <p:tag name="KSO_WM_UNIT_NOCLEAR" val="0"/>
  <p:tag name="KSO_WM_UNIT_VALUE" val="23"/>
  <p:tag name="KSO_WM_UNIT_HIGHLIGHT" val="0"/>
  <p:tag name="KSO_WM_UNIT_COMPATIBLE" val="0"/>
  <p:tag name="KSO_WM_UNIT_DIAGRAM_ISNUMVISUAL" val="0"/>
  <p:tag name="KSO_WM_UNIT_DIAGRAM_ISREFERUNIT" val="0"/>
  <p:tag name="KSO_WM_UNIT_TYPE" val="a"/>
  <p:tag name="KSO_WM_UNIT_INDEX" val="1"/>
  <p:tag name="KSO_WM_UNIT_ID" val="custom20238440_1*a*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大标题内容"/>
</p:tagLst>
</file>

<file path=ppt/tags/tag349.xml><?xml version="1.0" encoding="utf-8"?>
<p:tagLst xmlns:p="http://schemas.openxmlformats.org/presentationml/2006/main">
  <p:tag name="KSO_WM_UNIT_BLOCK" val="0"/>
  <p:tag name="KSO_WM_UNIT_HIGHLIGHT" val="0"/>
  <p:tag name="KSO_WM_UNIT_COMPATIBLE" val="0"/>
  <p:tag name="KSO_WM_UNIT_DIAGRAM_ISNUMVISUAL" val="0"/>
  <p:tag name="KSO_WM_UNIT_DIAGRAM_ISREFERUNIT" val="0"/>
  <p:tag name="KSO_WM_UNIT_TYPE" val="i"/>
  <p:tag name="KSO_WM_UNIT_INDEX" val="2"/>
  <p:tag name="KSO_WM_UNIT_ID" val="custom20238440_1*i*2"/>
  <p:tag name="KSO_WM_TEMPLATE_CATEGORY" val="custom"/>
  <p:tag name="KSO_WM_TEMPLATE_INDEX" val="20238440"/>
  <p:tag name="KSO_WM_UNIT_LAYERLEVEL" val="1"/>
  <p:tag name="KSO_WM_TAG_VERSION" val="3.0"/>
  <p:tag name="KSO_WM_BEAUTIFY_FLAG" val="#wm#"/>
  <p:tag name="KSO_WM_CHIP_GROUPID" val="5eda18a25860357932c55e72"/>
  <p:tag name="KSO_WM_UNIT_SM_LIMIT_TYPE" val="2"/>
  <p:tag name="KSO_WM_UNIT_DECORATE_INFO" val="{&quot;DecorateInfoH&quot;:{&quot;IsAbs&quot;:false},&quot;DecorateInfoW&quot;:{&quot;IsAbs&quot;:false},&quot;DecorateInfoX&quot;:{&quot;IsAbs&quot;:false,&quot;Pos&quot;:1},&quot;DecorateInfoY&quot;:{&quot;IsAbs&quot;:false,&quot;Pos&quot;:1},&quot;ReferentInfo&quot;:{&quot;Id&quot;:&quot;72e7dc758fee4e6db4f5488c2d49ac62&quot;,&quot;X&quot;:{&quot;Pos&quot;:1},&quot;Y&quot;:{&quot;Pos&quot;:1}},&quot;whChangeMode&quot;:0}"/>
  <p:tag name="KSO_WM_UNIT_DEC_AREA_ID" val="0a8fc41e3c7145f98573150470e3ff5e"/>
  <p:tag name="KSO_WM_CHIP_XID" val="5eda18ef5860357932c55e83"/>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VALUE" val="864"/>
  <p:tag name="KSO_WM_TEMPLATE_ASSEMBLE_XID" val="637600a50c9383becde15bb6"/>
  <p:tag name="KSO_WM_TEMPLATE_ASSEMBLE_GROUPID" val="637600a50c9383becde15bb6"/>
</p:tagLst>
</file>

<file path=ppt/tags/tag35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8440_1*f*1"/>
  <p:tag name="KSO_WM_TEMPLATE_CATEGORY" val="custom"/>
  <p:tag name="KSO_WM_TEMPLATE_INDEX" val="20238440"/>
  <p:tag name="KSO_WM_UNIT_LAYERLEVEL" val="1"/>
  <p:tag name="KSO_WM_TAG_VERSION" val="3.0"/>
  <p:tag name="KSO_WM_BEAUTIFY_FLAG" val="#wm#"/>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Lst>
</file>

<file path=ppt/tags/tag351.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2.xml><?xml version="1.0" encoding="utf-8"?>
<p:tagLst xmlns:p="http://schemas.openxmlformats.org/presentationml/2006/main">
  <p:tag name="KSO_WM_BEAUTIFY_FLAG" val="#wm#"/>
  <p:tag name="KSO_WM_TEMPLATE_CATEGORY" val="custom"/>
  <p:tag name="KSO_WM_TEMPLATE_INDEX" val="20238440"/>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SLIDE_LAYOUT_INFO" val="{&quot;backgroundInfo&quot;:[{&quot;bottom&quot;:0,&quot;bottomAbs&quot;:false,&quot;left&quot;:0,&quot;leftAbs&quot;:false,&quot;right&quot;:0,&quot;rightAbs&quot;:false,&quot;top&quot;:0.44444444799999999,&quot;topAbs&quot;:false,&quot;type&quot;:&quot;bottomTop&quot;},{&quot;bottom&quot;:0,&quot;bottomAbs&quot;:false,&quot;left&quot;:0,&quot;leftAbs&quot;:false,&quot;right&quot;:0,&quot;rightAbs&quot;:false,&quot;top&quot;:0,&quot;topAbs&quot;:false,&quot;type&quot;:&quot;general&quot;}],&quot;id&quot;:&quot;2022-11-17T17:36:38&quot;,&quot;maxSize&quot;:{&quot;size1&quot;:26.699999999999999},&quot;minSize&quot;:{&quot;size1&quot;:20},&quot;normalSize&quot;:{&quot;size1&quot;:20},&quot;subLayout&quot;:[{&quot;id&quot;:&quot;2022-11-17T17:36:38&quot;,&quot;margin&quot;:{&quot;bottom&quot;:0,&quot;left&quot;:1.6929999589920044,&quot;right&quot;:1.6929999589920044,&quot;top&quot;:1.6929999589920044},&quot;type&quot;:0},{&quot;id&quot;:&quot;2022-11-17T17:36:38&quot;,&quot;margin&quot;:{&quot;bottom&quot;:2.5399999618530273,&quot;left&quot;:2.5399999618530273,&quot;right&quot;:2.5399999618530273,&quot;top&quot;:2.1170001029968262},&quot;type&quot;:0}],&quot;type&quot;:0}"/>
  <p:tag name="KSO_WM_SLIDE_BACKGROUND" val="[&quot;bottomTop&quot;,&quot;general&quot;]"/>
  <p:tag name="KSO_WM_SLIDE_RATIO" val="1.777778"/>
  <p:tag name="KSO_WM_SLIDE_ID" val="custom20238440_1"/>
  <p:tag name="KSO_WM_TEMPLATE_SUBCATEGORY" val="0"/>
  <p:tag name="KSO_WM_TEMPLATE_MASTER_TYPE" val="0"/>
  <p:tag name="KSO_WM_TEMPLATE_COLOR_TYPE" val="0"/>
  <p:tag name="KSO_WM_SLIDE_TYPE" val="text"/>
  <p:tag name="KSO_WM_SLIDE_SUBTYPE" val="pureTxt"/>
  <p:tag name="KSO_WM_SLIDE_ITEM_CNT" val="0"/>
  <p:tag name="KSO_WM_SLIDE_INDEX" val="1"/>
  <p:tag name="KSO_WM_SLIDE_SIZE" val="960*512"/>
  <p:tag name="KSO_WM_SLIDE_POSITION" val="0*28"/>
  <p:tag name="KSO_WM_TAG_VERSION" val="3.0"/>
  <p:tag name="KSO_WM_SLIDE_LAYOUT" val="a_f"/>
  <p:tag name="KSO_WM_SLIDE_LAYOUT_CNT" val="1_1"/>
  <p:tag name="KSO_WM_CHIP_FILLPROP" val="[[{&quot;text_align&quot;:&quot;lt&quot;,&quot;text_direction&quot;:&quot;horizontal&quot;,&quot;support_big_font&quot;:false,&quot;picture_toward&quot;:0,&quot;picture_dockside&quot;:[],&quot;fill_id&quot;:&quot;fbc1d1c81b9c4bca8f09873cfc4ac6db&quot;,&quot;fill_align&quot;:&quot;l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quot;text_align&quot;:&quot;ct&quot;,&quot;text_direction&quot;:&quot;horizontal&quot;,&quot;support_big_font&quot;:false,&quot;picture_toward&quot;:0,&quot;picture_dockside&quot;:[],&quot;fill_id&quot;:&quot;fbc1d1c81b9c4bca8f09873cfc4ac6db&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862a40b1085942b3ac37b2627f08a9a8&quot;,&quot;fill_align&quot;:&quot;cm&quot;,&quot;chip_types&quot;:[&quot;diagram&quot;,&quot;pictext&quot;,&quot;text&quot;,&quot;picture&quot;,&quot;chart&quot;,&quot;table&quot;,&quot;video&quot;]}]]"/>
  <p:tag name="KSO_WM_CHIP_GROUPID" val="5eda18a25860357932c55e72"/>
  <p:tag name="KSO_WM_CHIP_XID" val="5eda18ef5860357932c55e83"/>
  <p:tag name="KSO_WM_CHIP_DECFILLPROP" val="[]"/>
  <p:tag name="KSO_WM_SLIDE_BK_DARK_LIGHT" val="2"/>
  <p:tag name="KSO_WM_SLIDE_BACKGROUND_TYPE" val="bottomTop"/>
  <p:tag name="KSO_WM_SLIDE_SUPPORT_FEATURE_TYPE" val="0"/>
  <p:tag name="KSO_WM_TEMPLATE_ASSEMBLE_XID" val="637600a50c9383becde15bb6"/>
  <p:tag name="KSO_WM_TEMPLATE_ASSEMBLE_GROUPID" val="637600a50c9383becde15bb6"/>
</p:tagLst>
</file>

<file path=ppt/tags/tag353.xml><?xml version="1.0" encoding="utf-8"?>
<p:tagLst xmlns:p="http://schemas.openxmlformats.org/presentationml/2006/main">
  <p:tag name="KSO_WM_UNIT_TYPE" val="a"/>
  <p:tag name="KSO_WM_UNIT_INDEX" val="1"/>
  <p:tag name="KSO_WM_BEAUTIFY_FLAG" val="#wm#"/>
  <p:tag name="KSO_WM_TAG_VERSION" val="3.0"/>
  <p:tag name="KSO_WM_UNIT_ID" val="custom2023858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ISCONTENTSTITLE" val="0"/>
  <p:tag name="KSO_WM_UNIT_VALUE" val="21"/>
  <p:tag name="KSO_WM_UNIT_PRESET_TEXT" val="单击此处&#10;添加章节标题"/>
  <p:tag name="KSO_WM_UNIT_TEXT_TYPE" val="1"/>
</p:tagLst>
</file>

<file path=ppt/tags/tag354.xml><?xml version="1.0" encoding="utf-8"?>
<p:tagLst xmlns:p="http://schemas.openxmlformats.org/presentationml/2006/main">
  <p:tag name="KSO_WM_UNIT_TYPE" val="e"/>
  <p:tag name="KSO_WM_UNIT_INDEX" val="1"/>
  <p:tag name="KSO_WM_BEAUTIFY_FLAG" val="#wm#"/>
  <p:tag name="KSO_WM_TAG_VERSION" val="3.0"/>
  <p:tag name="KSO_WM_UNIT_ID" val="custom2023858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80"/>
  <p:tag name="KSO_WM_TEMPLATE_CATEGORY" val="custom"/>
  <p:tag name="KSO_WM_UNIT_VALUE" val="6"/>
</p:tagLst>
</file>

<file path=ppt/tags/tag35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80"/>
  <p:tag name="KSO_WM_TEMPLATE_CATEGORY" val="custom"/>
  <p:tag name="KSO_WM_SLIDE_INDEX" val="1"/>
  <p:tag name="KSO_WM_SLIDE_ID" val="custom20238580_1"/>
  <p:tag name="KSO_WM_TEMPLATE_MASTER_TYPE" val="0"/>
  <p:tag name="KSO_WM_SLIDE_LAYOUT" val="a_b_f"/>
  <p:tag name="KSO_WM_SLIDE_LAYOUT_CNT" val="1_1_1"/>
  <p:tag name="KSO_WM_SLIDE_THEME_ID" val="3332085"/>
  <p:tag name="KSO_WM_SLIDE_THEME_NAME" val="极简抽象圆线职场办公"/>
</p:tagLst>
</file>

<file path=ppt/tags/tag356.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357.xml><?xml version="1.0" encoding="utf-8"?>
<p:tagLst xmlns:p="http://schemas.openxmlformats.org/presentationml/2006/main">
  <p:tag name="KSO_WM_UNIT_TYPE" val="f"/>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SUBTYPE" val="a"/>
  <p:tag name="KSO_WM_UNIT_VALUE" val="340"/>
</p:tagLst>
</file>

<file path=ppt/tags/tag358.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59.xml><?xml version="1.0" encoding="utf-8"?>
<p:tagLst xmlns:p="http://schemas.openxmlformats.org/presentationml/2006/main">
  <p:tag name="KSO_WM_BEAUTIFY_FLAG" val="#wm#"/>
  <p:tag name="KSO_WM_TEMPLATE_CATEGORY" val="custom"/>
  <p:tag name="KSO_WM_TEMPLATE_INDEX" val="20238580"/>
</p:tagLst>
</file>

<file path=ppt/tags/tag360.xml><?xml version="1.0" encoding="utf-8"?>
<p:tagLst xmlns:p="http://schemas.openxmlformats.org/presentationml/2006/main">
  <p:tag name="KSO_WM_UNIT_INDEX" val="1"/>
  <p:tag name="KSO_WM_UNIT_TYPE" val="a"/>
  <p:tag name="KSO_WM_BEAUTIFY_FLAG" val="#wm#"/>
</p:tagLst>
</file>

<file path=ppt/tags/tag361.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638_2*l_h_i*1_1_2"/>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gradient&quot;:[{&quot;brightness&quot;:0.949999988079071,&quot;colorType&quot;:1,&quot;foreColorIndex&quot;:5,&quot;pos&quot;:0,&quot;transparency&quot;:1},{&quot;brightness&quot;:0.800000011920929,&quot;colorType&quot;:1,&quot;foreColorIndex&quot;:5,&quot;pos&quot;:1,&quot;transparency&quot;:0.800000011920929}],&quot;type&quot;:3},&quot;glow&quot;:{&quot;colorType&quot;:0},&quot;line&quot;:{&quot;gradient&quot;:[{&quot;brightness&quot;:0.800000011920929,&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 name="KSO_WM_SLIDE_ANIMATION_ID" val="3110638"/>
</p:tagLst>
</file>

<file path=ppt/tags/tag3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38_2*l_h_a*1_1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10;添加标题"/>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6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38_2*l_h_f*1_1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38_2*l_h_i*1_1_1"/>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299999713897705,&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 name="KSO_WM_SLIDE_ANIMATION_ID" val="3110638"/>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638_2*l_h_i*1_2_2"/>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gradient&quot;:[{&quot;brightness&quot;:0.949999988079071,&quot;colorType&quot;:1,&quot;foreColorIndex&quot;:5,&quot;pos&quot;:0,&quot;transparency&quot;:1},{&quot;brightness&quot;:0.800000011920929,&quot;colorType&quot;:1,&quot;foreColorIndex&quot;:5,&quot;pos&quot;:1,&quot;transparency&quot;:0.800000011920929}],&quot;type&quot;:3},&quot;glow&quot;:{&quot;colorType&quot;:0},&quot;line&quot;:{&quot;gradient&quot;:[{&quot;brightness&quot;:0.800000011920929,&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 name="KSO_WM_SLIDE_ANIMATION_ID" val="3110638"/>
</p:tagLst>
</file>

<file path=ppt/tags/tag3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38_2*l_h_f*1_2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38_2*l_h_i*1_2_1"/>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299999713897705,&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 name="KSO_WM_SLIDE_ANIMATION_ID" val="3110638"/>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638_2*l_h_i*1_3_2"/>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gradient&quot;:[{&quot;brightness&quot;:0.949999988079071,&quot;colorType&quot;:1,&quot;foreColorIndex&quot;:5,&quot;pos&quot;:0,&quot;transparency&quot;:1},{&quot;brightness&quot;:0.800000011920929,&quot;colorType&quot;:1,&quot;foreColorIndex&quot;:5,&quot;pos&quot;:1,&quot;transparency&quot;:0.800000011920929}],&quot;type&quot;:3},&quot;glow&quot;:{&quot;colorType&quot;:0},&quot;line&quot;:{&quot;gradient&quot;:[{&quot;brightness&quot;:0.800000011920929,&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DIAGRAM_USE_COLOR_VALUE" val="{&quot;color_scheme&quot;:1,&quot;color_type&quot;:1,&quot;theme_color_indexes&quot;:[5,6,5,6,5,6]}"/>
  <p:tag name="KSO_WM_SLIDE_ANIMATION_ID" val="3110638"/>
</p:tagLst>
</file>

<file path=ppt/tags/tag3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638_2*l_h_f*1_3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638_2*l_h_i*1_3_1"/>
  <p:tag name="KSO_WM_TEMPLATE_CATEGORY" val="diagram"/>
  <p:tag name="KSO_WM_TEMPLATE_INDEX" val="20231638"/>
  <p:tag name="KSO_WM_UNIT_LAYERLEVEL" val="1_1_1"/>
  <p:tag name="KSO_WM_TAG_VERSION" val="3.0"/>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299999713897705,&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VERSION" val="3"/>
  <p:tag name="KSO_WM_DIAGRAM_COLOR_TRICK" val="1"/>
  <p:tag name="KSO_WM_DIAGRAM_COLOR_TEXT_CAN_REMOVE" val="n"/>
  <p:tag name="KSO_WM_DIAGRAM_USE_COLOR_VALUE" val="{&quot;color_scheme&quot;:1,&quot;color_type&quot;:1,&quot;theme_color_indexes&quot;:[5,6,5,6,5,6]}"/>
  <p:tag name="KSO_WM_SLIDE_ANIMATION_ID" val="3110638"/>
</p:tagLst>
</file>

<file path=ppt/tags/tag3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38_2*l_h_a*1_2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10;添加标题"/>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638_2*l_h_a*1_3_1"/>
  <p:tag name="KSO_WM_TEMPLATE_CATEGORY" val="diagram"/>
  <p:tag name="KSO_WM_TEMPLATE_INDEX" val="20231638"/>
  <p:tag name="KSO_WM_UNIT_LAYERLEVEL" val="1_1_1"/>
  <p:tag name="KSO_WM_TAG_VERSION" val="3.0"/>
  <p:tag name="KSO_WM_DIAGRAM_GROUP_CODE" val="l1-1"/>
  <p:tag name="KSO_WM_DIAGRAM_MAX_ITEMCNT" val="3"/>
  <p:tag name="KSO_WM_DIAGRAM_MIN_ITEMCNT" val="2"/>
  <p:tag name="KSO_WM_DIAGRAM_VIRTUALLY_FRAME" val="{&quot;height&quot;:437.20007874015744,&quot;left&quot;:54.79998779296875,&quot;top&quot;:85.0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 val="单击此处&#10;添加标题"/>
  <p:tag name="KSO_WM_UNIT_TEXT_FILL_FORE_SCHEMECOLOR_INDEX" val="1"/>
  <p:tag name="KSO_WM_UNIT_TEXT_FILL_TYPE" val="1"/>
  <p:tag name="KSO_WM_DIAGRAM_USE_COLOR_VALUE" val="{&quot;color_scheme&quot;:1,&quot;color_type&quot;:1,&quot;theme_color_indexes&quot;:[5,6,5,6,5,6]}"/>
  <p:tag name="KSO_WM_SLIDE_ANIMATION_ID" val="3110638"/>
</p:tagLst>
</file>

<file path=ppt/tags/tag374.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 name="resource_record_key" val="{&quot;65&quot;:[20238580],&quot;70&quot;:[3318990]}"/>
</p:tagLst>
</file>

<file path=ppt/tags/tag375.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76.xml><?xml version="1.0" encoding="utf-8"?>
<p:tagLst xmlns:p="http://schemas.openxmlformats.org/presentationml/2006/main">
  <p:tag name="KSO_WM_BEAUTIFY_FLAG" val="#wm#"/>
  <p:tag name="KSO_WM_UNIT_TYPE" val="a"/>
  <p:tag name="KSO_WM_UNIT_INDEX" val="1"/>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77.xml><?xml version="1.0" encoding="utf-8"?>
<p:tagLst xmlns:p="http://schemas.openxmlformats.org/presentationml/2006/main">
  <p:tag name="TABLE_ENDDRAG_ORIGIN_RECT" val="850*224"/>
  <p:tag name="TABLE_ENDDRAG_RECT" val="48*115*850*224"/>
</p:tagLst>
</file>

<file path=ppt/tags/tag378.xml><?xml version="1.0" encoding="utf-8"?>
<p:tagLst xmlns:p="http://schemas.openxmlformats.org/presentationml/2006/main">
  <p:tag name="KSO_WM_SLIDE_TYPE" val="text"/>
  <p:tag name="KSO_WM_BEAUTIFY_FLAG" val="#wm#"/>
  <p:tag name="KSO_WM_TEMPLATE_SUBCATEGORY" val="29"/>
  <p:tag name="KSO_WM_TEMPLATE_COLOR_TYPE" val="0"/>
  <p:tag name="KSO_WM_TAG_VERSION" val="3.0"/>
  <p:tag name="KSO_WM_SLIDE_SUBTYPE" val="pureTxt"/>
  <p:tag name="KSO_WM_SLIDE_ITEM_CNT" val="0"/>
  <p:tag name="KSO_WM_TEMPLATE_INDEX" val="20238580"/>
  <p:tag name="KSO_WM_TEMPLATE_CATEGORY" val="custom"/>
  <p:tag name="KSO_WM_SLIDE_INDEX" val="8"/>
  <p:tag name="KSO_WM_SLIDE_ID" val="custom20238580_8"/>
  <p:tag name="KSO_WM_TEMPLATE_MASTER_TYPE" val="0"/>
  <p:tag name="KSO_WM_SLIDE_LAYOUT" val="a_f"/>
  <p:tag name="KSO_WM_SLIDE_LAYOUT_CNT" val="1_1"/>
  <p:tag name="KSO_WM_SLIDE_SIZE" val="850*457"/>
  <p:tag name="KSO_WM_SLIDE_POSITION" val="54*28"/>
</p:tagLst>
</file>

<file path=ppt/tags/tag379.xml><?xml version="1.0" encoding="utf-8"?>
<p:tagLst xmlns:p="http://schemas.openxmlformats.org/presentationml/2006/main">
  <p:tag name="KSO_WM_BEAUTIFY_FLAG" val="#wm#"/>
  <p:tag name="KSO_WM_TEMPLATE_CATEGORY" val="custom"/>
  <p:tag name="KSO_WM_TEMPLATE_INDEX" val="20238580"/>
</p:tagLst>
</file>

<file path=ppt/tags/tag380.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a"/>
  <p:tag name="KSO_WM_UNIT_INDEX" val="1"/>
  <p:tag name="KSO_WM_UNIT_ID" val="diagram20213550_1*a*1"/>
  <p:tag name="KSO_WM_TEMPLATE_CATEGORY" val="diagram"/>
  <p:tag name="KSO_WM_TEMPLATE_INDEX" val="20213550"/>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f139e14b1e39486da7140564d90166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0439eeda57a64da4894f55c4d016b9b6"/>
  <p:tag name="KSO_WM_UNIT_TEXT_FILL_FORE_SCHEMECOLOR_INDEX_BRIGHTNESS" val="0"/>
  <p:tag name="KSO_WM_UNIT_TEXT_FILL_FORE_SCHEMECOLOR_INDEX" val="13"/>
  <p:tag name="KSO_WM_UNIT_TEXT_FILL_TYPE" val="1"/>
  <p:tag name="KSO_WM_TEMPLATE_ASSEMBLE_XID" val="60656f434054ed1e2fb80687"/>
  <p:tag name="KSO_WM_TEMPLATE_ASSEMBLE_GROUPID" val="60656f434054ed1e2fb80687"/>
</p:tagLst>
</file>

<file path=ppt/tags/tag3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550_1*f*1"/>
  <p:tag name="KSO_WM_TEMPLATE_CATEGORY" val="diagram"/>
  <p:tag name="KSO_WM_TEMPLATE_INDEX" val="20213550"/>
  <p:tag name="KSO_WM_UNIT_LAYERLEVEL" val="1"/>
  <p:tag name="KSO_WM_TAG_VERSION" val="1.0"/>
  <p:tag name="KSO_WM_BEAUTIFY_FLAG" val="#wm#"/>
  <p:tag name="KSO_WM_UNIT_DEFAULT_FONT" val="14;20;2"/>
  <p:tag name="KSO_WM_UNIT_BLOCK" val="0"/>
  <p:tag name="KSO_WM_UNIT_VALUE" val="242"/>
  <p:tag name="KSO_WM_UNIT_SHOW_EDIT_AREA_INDICATION" val="1"/>
  <p:tag name="KSO_WM_CHIP_GROUPID" val="5e6b05596848fb12bee65ac8"/>
  <p:tag name="KSO_WM_CHIP_XID" val="5e6b05596848fb12bee65aca"/>
  <p:tag name="KSO_WM_UNIT_DEC_AREA_ID" val="7cac9eb14d5b496c9f6c6630ba265d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a8ba5ca2741f4e36a2045bff4ad70628"/>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434054ed1e2fb80687"/>
  <p:tag name="KSO_WM_TEMPLATE_ASSEMBLE_GROUPID" val="60656f434054ed1e2fb80687"/>
</p:tagLst>
</file>

<file path=ppt/tags/tag382.xml><?xml version="1.0" encoding="utf-8"?>
<p:tagLst xmlns:p="http://schemas.openxmlformats.org/presentationml/2006/main">
  <p:tag name="KSO_WM_UNIT_FILL_FORE_SCHEMECOLOR_INDEX_BRIGHTNESS" val="0.4"/>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83.xml><?xml version="1.0" encoding="utf-8"?>
<p:tagLst xmlns:p="http://schemas.openxmlformats.org/presentationml/2006/main">
  <p:tag name="KSO_WM_BEAUTIFY_FLAG" val="#wm#"/>
  <p:tag name="KSO_WM_TEMPLATE_CATEGORY" val="custom"/>
  <p:tag name="KSO_WM_TEMPLATE_INDEX" val="20238580"/>
</p:tagLst>
</file>

<file path=ppt/theme/theme1.xml><?xml version="1.0" encoding="utf-8"?>
<a:theme xmlns:a="http://schemas.openxmlformats.org/drawingml/2006/main" name="3_极简抽象圆线职场办公">
  <a:themeElements>
    <a:clrScheme name="">
      <a:dk1>
        <a:srgbClr val="000000"/>
      </a:dk1>
      <a:lt1>
        <a:srgbClr val="FFFFFF"/>
      </a:lt1>
      <a:dk2>
        <a:srgbClr val="EEE4D6"/>
      </a:dk2>
      <a:lt2>
        <a:srgbClr val="FBF4EA"/>
      </a:lt2>
      <a:accent1>
        <a:srgbClr val="EAB140"/>
      </a:accent1>
      <a:accent2>
        <a:srgbClr val="E78A55"/>
      </a:accent2>
      <a:accent3>
        <a:srgbClr val="7E76A6"/>
      </a:accent3>
      <a:accent4>
        <a:srgbClr val="D98420"/>
      </a:accent4>
      <a:accent5>
        <a:srgbClr val="615996"/>
      </a:accent5>
      <a:accent6>
        <a:srgbClr val="E4B72F"/>
      </a:accent6>
      <a:hlink>
        <a:srgbClr val="304FFE"/>
      </a:hlink>
      <a:folHlink>
        <a:srgbClr val="492067"/>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3572</Words>
  <Application>WPS 演示</Application>
  <PresentationFormat>宽屏</PresentationFormat>
  <Paragraphs>290</Paragraphs>
  <Slides>29</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29</vt:i4>
      </vt:variant>
    </vt:vector>
  </HeadingPairs>
  <TitlesOfParts>
    <vt:vector size="43" baseType="lpstr">
      <vt:lpstr>Arial</vt:lpstr>
      <vt:lpstr>宋体</vt:lpstr>
      <vt:lpstr>Wingdings</vt:lpstr>
      <vt:lpstr>微软雅黑</vt:lpstr>
      <vt:lpstr>Hiragino Sans GB W6</vt:lpstr>
      <vt:lpstr>SimSong</vt:lpstr>
      <vt:lpstr>Segoe UI</vt:lpstr>
      <vt:lpstr>苹方-简</vt:lpstr>
      <vt:lpstr>汉仪书宋二KW</vt:lpstr>
      <vt:lpstr>宋体</vt:lpstr>
      <vt:lpstr>Arial Unicode MS</vt:lpstr>
      <vt:lpstr>Hiragino Sans GB W3</vt:lpstr>
      <vt:lpstr>Wingdings</vt:lpstr>
      <vt:lpstr>3_极简抽象圆线职场办公</vt:lpstr>
      <vt:lpstr>开启生命的富足</vt:lpstr>
      <vt:lpstr>目录</vt:lpstr>
      <vt:lpstr>PowerPoint 演示文稿</vt:lpstr>
      <vt:lpstr>认识感恩</vt:lpstr>
      <vt:lpstr>现场练习：反观自照 (10分钟)</vt:lpstr>
      <vt:lpstr>PowerPoint 演示文稿</vt:lpstr>
      <vt:lpstr>PowerPoint 演示文稿</vt:lpstr>
      <vt:lpstr>为什么要修感恩心（利益思维）</vt:lpstr>
      <vt:lpstr>为什么要修感恩心（利益思维）</vt:lpstr>
      <vt:lpstr>为什么要修感恩心（利益思维）</vt:lpstr>
      <vt:lpstr>为什么要修感恩心（利益思维）</vt:lpstr>
      <vt:lpstr>带着感恩心看待众生</vt:lpstr>
      <vt:lpstr>PowerPoint 演示文稿</vt:lpstr>
      <vt:lpstr>1. 感恩日记</vt:lpstr>
      <vt:lpstr>现场练习：感恩日记</vt:lpstr>
      <vt:lpstr>PowerPoint 演示文稿</vt:lpstr>
      <vt:lpstr>感恩需要刻意修习</vt:lpstr>
      <vt:lpstr>2. 因缘之网</vt:lpstr>
      <vt:lpstr>PowerPoint 演示文稿</vt:lpstr>
      <vt:lpstr>现场练习：因缘之网 (10分钟)</vt:lpstr>
      <vt:lpstr>互动练习 (10分钟)</vt:lpstr>
      <vt:lpstr>交流分享 (10分钟)</vt:lpstr>
      <vt:lpstr>看到并感恩自己拥有的一切</vt:lpstr>
      <vt:lpstr>PowerPoint 演示文稿</vt:lpstr>
      <vt:lpstr>要点回顾</vt:lpstr>
      <vt:lpstr>练习目的</vt:lpstr>
      <vt:lpstr>练习计划</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大力</cp:lastModifiedBy>
  <cp:revision>181</cp:revision>
  <dcterms:created xsi:type="dcterms:W3CDTF">2026-04-24T01:27:21Z</dcterms:created>
  <dcterms:modified xsi:type="dcterms:W3CDTF">2026-04-24T01:27:21Z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2052-12.1.25867.25867</vt:lpwstr>
  </property>
  <property fmtid="{D5CDD505-2E9C-101B-9397-08002B2CF9AE}" pid="3" name="ICV">
    <vt:lpwstr>5BF0B41B147B3C1684A4E0697B54B2E4_41</vt:lpwstr>
  </property>
</Properties>
</file>